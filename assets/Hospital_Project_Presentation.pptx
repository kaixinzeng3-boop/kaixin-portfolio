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10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5.xml" ContentType="application/vnd.openxmlformats-officedocument.presentationml.notesSlide+xml"/>
  <Override PartName="/ppt/comments/modernComment_30F_1B84C0EC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313_B7D79503.xml" ContentType="application/vnd.ms-powerpoint.comments+xml"/>
  <Override PartName="/ppt/diagrams/data11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2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3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7.xml" ContentType="application/vnd.openxmlformats-officedocument.presentationml.notesSlide+xml"/>
  <Override PartName="/ppt/diagrams/data14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8.xml" ContentType="application/vnd.openxmlformats-officedocument.presentationml.notesSlide+xml"/>
  <Override PartName="/ppt/diagrams/data15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9.xml" ContentType="application/vnd.openxmlformats-officedocument.presentationml.notesSlide+xml"/>
  <Override PartName="/ppt/diagrams/data16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7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8"/>
  </p:notesMasterIdLst>
  <p:sldIdLst>
    <p:sldId id="256" r:id="rId5"/>
    <p:sldId id="817" r:id="rId6"/>
    <p:sldId id="818" r:id="rId7"/>
    <p:sldId id="819" r:id="rId8"/>
    <p:sldId id="820" r:id="rId9"/>
    <p:sldId id="803" r:id="rId10"/>
    <p:sldId id="829" r:id="rId11"/>
    <p:sldId id="826" r:id="rId12"/>
    <p:sldId id="832" r:id="rId13"/>
    <p:sldId id="783" r:id="rId14"/>
    <p:sldId id="831" r:id="rId15"/>
    <p:sldId id="833" r:id="rId16"/>
    <p:sldId id="834" r:id="rId17"/>
    <p:sldId id="836" r:id="rId18"/>
    <p:sldId id="838" r:id="rId19"/>
    <p:sldId id="823" r:id="rId20"/>
    <p:sldId id="805" r:id="rId21"/>
    <p:sldId id="810" r:id="rId22"/>
    <p:sldId id="809" r:id="rId23"/>
    <p:sldId id="813" r:id="rId24"/>
    <p:sldId id="787" r:id="rId25"/>
    <p:sldId id="786" r:id="rId26"/>
    <p:sldId id="790" r:id="rId27"/>
    <p:sldId id="840" r:id="rId28"/>
    <p:sldId id="841" r:id="rId29"/>
    <p:sldId id="844" r:id="rId30"/>
    <p:sldId id="846" r:id="rId31"/>
    <p:sldId id="795" r:id="rId32"/>
    <p:sldId id="796" r:id="rId33"/>
    <p:sldId id="814" r:id="rId34"/>
    <p:sldId id="837" r:id="rId35"/>
    <p:sldId id="847" r:id="rId36"/>
    <p:sldId id="839" r:id="rId37"/>
  </p:sldIdLst>
  <p:sldSz cx="18288000" cy="10287000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Gentona ExtraBold" panose="020B0604020202020204" charset="0"/>
      <p:bold r:id="rId40"/>
    </p:embeddedFont>
    <p:embeddedFont>
      <p:font typeface="Gentona SemiBold Italic" panose="020B060402020202020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3E6620-3C45-5FBF-DA46-96A01F74B90E}" name="Rohan Bellamkonda Mahendra" initials="RB" userId="S::rbellam4@jh.edu::dc24d41f-802b-4f1c-97ba-9f90c61e242e" providerId="AD"/>
  <p188:author id="{83764D87-2E0C-B1EF-00DF-73EE255CBC51}" name="Kaixin Zeng" initials="KZ" userId="S::kzeng6@jh.edu::27805093-4303-4316-9da5-30560062ae6f" providerId="AD"/>
  <p188:author id="{84B008C1-645A-F531-152B-1F49B368E2FE}" name="Enoch Kweku Amo Appiah" initials="EA" userId="S::eappiah4@jh.edu::a6b940a1-a7d6-4531-9cc9-f2cf449f1c38" providerId="AD"/>
  <p188:author id="{4B2CD8E0-D632-46B2-410B-8E837E269EA7}" name="Shreyas Mahendra Patil" initials="SP" userId="S::spatil20@jh.edu::c5607be1-707f-4ee4-b3d6-760ec4e96f6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FEE"/>
    <a:srgbClr val="002C72"/>
    <a:srgbClr val="D5E1EF"/>
    <a:srgbClr val="BCE0EA"/>
    <a:srgbClr val="CAE6EE"/>
    <a:srgbClr val="003996"/>
    <a:srgbClr val="0663A2"/>
    <a:srgbClr val="002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2F940-DB97-462D-B556-BF176ADCF9C3}" v="1" dt="2025-10-13T00:14:32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Bellamkonda Mahendra" userId="dc24d41f-802b-4f1c-97ba-9f90c61e242e" providerId="ADAL" clId="{4C6E4F2B-B7B5-4637-B69A-3E696C72E85B}"/>
    <pc:docChg chg="undo redo custSel addSld delSld modSld sldOrd">
      <pc:chgData name="Rohan Bellamkonda Mahendra" userId="dc24d41f-802b-4f1c-97ba-9f90c61e242e" providerId="ADAL" clId="{4C6E4F2B-B7B5-4637-B69A-3E696C72E85B}" dt="2025-10-06T00:49:11.182" v="3574" actId="1076"/>
      <pc:docMkLst>
        <pc:docMk/>
      </pc:docMkLst>
      <pc:sldChg chg="addSp delSp modSp mod">
        <pc:chgData name="Rohan Bellamkonda Mahendra" userId="dc24d41f-802b-4f1c-97ba-9f90c61e242e" providerId="ADAL" clId="{4C6E4F2B-B7B5-4637-B69A-3E696C72E85B}" dt="2025-10-06T00:49:11.182" v="3574" actId="1076"/>
        <pc:sldMkLst>
          <pc:docMk/>
          <pc:sldMk cId="0" sldId="256"/>
        </pc:sldMkLst>
        <pc:spChg chg="add del">
          <ac:chgData name="Rohan Bellamkonda Mahendra" userId="dc24d41f-802b-4f1c-97ba-9f90c61e242e" providerId="ADAL" clId="{4C6E4F2B-B7B5-4637-B69A-3E696C72E85B}" dt="2025-10-06T00:09:04.242" v="3525" actId="478"/>
          <ac:spMkLst>
            <pc:docMk/>
            <pc:sldMk cId="0" sldId="256"/>
            <ac:spMk id="2" creationId="{00000000-0000-0000-0000-000000000000}"/>
          </ac:spMkLst>
        </pc:spChg>
        <pc:spChg chg="add del mod ord modCrop">
          <ac:chgData name="Rohan Bellamkonda Mahendra" userId="dc24d41f-802b-4f1c-97ba-9f90c61e242e" providerId="ADAL" clId="{4C6E4F2B-B7B5-4637-B69A-3E696C72E85B}" dt="2025-10-06T00:48:55.371" v="357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han Bellamkonda Mahendra" userId="dc24d41f-802b-4f1c-97ba-9f90c61e242e" providerId="ADAL" clId="{4C6E4F2B-B7B5-4637-B69A-3E696C72E85B}" dt="2025-09-26T23:01:23.786" v="78" actId="20577"/>
          <ac:spMkLst>
            <pc:docMk/>
            <pc:sldMk cId="0" sldId="256"/>
            <ac:spMk id="5" creationId="{27C052E2-4C97-EE30-01E6-EAD0E123797C}"/>
          </ac:spMkLst>
        </pc:spChg>
        <pc:spChg chg="add mod">
          <ac:chgData name="Rohan Bellamkonda Mahendra" userId="dc24d41f-802b-4f1c-97ba-9f90c61e242e" providerId="ADAL" clId="{4C6E4F2B-B7B5-4637-B69A-3E696C72E85B}" dt="2025-10-06T00:09:25.218" v="3537" actId="1076"/>
          <ac:spMkLst>
            <pc:docMk/>
            <pc:sldMk cId="0" sldId="256"/>
            <ac:spMk id="6" creationId="{6D130159-B629-0CDB-F251-F2B3B522790E}"/>
          </ac:spMkLst>
        </pc:spChg>
        <pc:picChg chg="add mod">
          <ac:chgData name="Rohan Bellamkonda Mahendra" userId="dc24d41f-802b-4f1c-97ba-9f90c61e242e" providerId="ADAL" clId="{4C6E4F2B-B7B5-4637-B69A-3E696C72E85B}" dt="2025-10-06T00:49:11.182" v="3574" actId="1076"/>
          <ac:picMkLst>
            <pc:docMk/>
            <pc:sldMk cId="0" sldId="256"/>
            <ac:picMk id="8" creationId="{2A46160F-CC5B-C12B-FF22-23B07A23FC37}"/>
          </ac:picMkLst>
        </pc:picChg>
        <pc:cxnChg chg="mod">
          <ac:chgData name="Rohan Bellamkonda Mahendra" userId="dc24d41f-802b-4f1c-97ba-9f90c61e242e" providerId="ADAL" clId="{4C6E4F2B-B7B5-4637-B69A-3E696C72E85B}" dt="2025-09-26T23:50:21.817" v="511" actId="1076"/>
          <ac:cxnSpMkLst>
            <pc:docMk/>
            <pc:sldMk cId="0" sldId="256"/>
            <ac:cxnSpMk id="7" creationId="{813BE094-04D0-311F-AAE0-98A10E7BB2EC}"/>
          </ac:cxnSpMkLst>
        </pc:cxnChg>
      </pc:sldChg>
      <pc:sldChg chg="addSp delSp modSp del mod">
        <pc:chgData name="Rohan Bellamkonda Mahendra" userId="dc24d41f-802b-4f1c-97ba-9f90c61e242e" providerId="ADAL" clId="{4C6E4F2B-B7B5-4637-B69A-3E696C72E85B}" dt="2025-09-28T04:03:21.274" v="1127" actId="47"/>
        <pc:sldMkLst>
          <pc:docMk/>
          <pc:sldMk cId="3476274717" sldId="258"/>
        </pc:sldMkLst>
      </pc:sldChg>
      <pc:sldChg chg="new del">
        <pc:chgData name="Rohan Bellamkonda Mahendra" userId="dc24d41f-802b-4f1c-97ba-9f90c61e242e" providerId="ADAL" clId="{4C6E4F2B-B7B5-4637-B69A-3E696C72E85B}" dt="2025-09-26T23:29:55.932" v="80" actId="47"/>
        <pc:sldMkLst>
          <pc:docMk/>
          <pc:sldMk cId="1602668024" sldId="780"/>
        </pc:sldMkLst>
      </pc:sldChg>
      <pc:sldChg chg="add ord">
        <pc:chgData name="Rohan Bellamkonda Mahendra" userId="dc24d41f-802b-4f1c-97ba-9f90c61e242e" providerId="ADAL" clId="{4C6E4F2B-B7B5-4637-B69A-3E696C72E85B}" dt="2025-09-26T23:29:59.433" v="83"/>
        <pc:sldMkLst>
          <pc:docMk/>
          <pc:sldMk cId="3671960557" sldId="780"/>
        </pc:sldMkLst>
      </pc:sldChg>
      <pc:sldChg chg="addSp delSp modSp add del mod setBg">
        <pc:chgData name="Rohan Bellamkonda Mahendra" userId="dc24d41f-802b-4f1c-97ba-9f90c61e242e" providerId="ADAL" clId="{4C6E4F2B-B7B5-4637-B69A-3E696C72E85B}" dt="2025-09-29T16:48:03.048" v="2724"/>
        <pc:sldMkLst>
          <pc:docMk/>
          <pc:sldMk cId="2325644402" sldId="781"/>
        </pc:sldMkLst>
      </pc:sldChg>
      <pc:sldChg chg="delSp modSp add del mod">
        <pc:chgData name="Rohan Bellamkonda Mahendra" userId="dc24d41f-802b-4f1c-97ba-9f90c61e242e" providerId="ADAL" clId="{4C6E4F2B-B7B5-4637-B69A-3E696C72E85B}" dt="2025-09-28T01:38:47.853" v="540" actId="47"/>
        <pc:sldMkLst>
          <pc:docMk/>
          <pc:sldMk cId="740267863" sldId="782"/>
        </pc:sldMkLst>
      </pc:sldChg>
      <pc:sldChg chg="addSp delSp modSp add mod">
        <pc:chgData name="Rohan Bellamkonda Mahendra" userId="dc24d41f-802b-4f1c-97ba-9f90c61e242e" providerId="ADAL" clId="{4C6E4F2B-B7B5-4637-B69A-3E696C72E85B}" dt="2025-09-29T02:40:01.787" v="1788" actId="21"/>
        <pc:sldMkLst>
          <pc:docMk/>
          <pc:sldMk cId="461684972" sldId="783"/>
        </pc:sldMkLst>
        <pc:spChg chg="mod">
          <ac:chgData name="Rohan Bellamkonda Mahendra" userId="dc24d41f-802b-4f1c-97ba-9f90c61e242e" providerId="ADAL" clId="{4C6E4F2B-B7B5-4637-B69A-3E696C72E85B}" dt="2025-09-26T23:34:46.493" v="110"/>
          <ac:spMkLst>
            <pc:docMk/>
            <pc:sldMk cId="461684972" sldId="783"/>
            <ac:spMk id="3" creationId="{9B0DF12D-58BF-2CCA-C4F2-058F57C4F835}"/>
          </ac:spMkLst>
        </pc:spChg>
        <pc:spChg chg="add del mod">
          <ac:chgData name="Rohan Bellamkonda Mahendra" userId="dc24d41f-802b-4f1c-97ba-9f90c61e242e" providerId="ADAL" clId="{4C6E4F2B-B7B5-4637-B69A-3E696C72E85B}" dt="2025-09-29T01:26:06.234" v="1402" actId="13822"/>
          <ac:spMkLst>
            <pc:docMk/>
            <pc:sldMk cId="461684972" sldId="783"/>
            <ac:spMk id="7" creationId="{70C3C1F5-DD09-41BC-DEDE-54B2B6805748}"/>
          </ac:spMkLst>
        </pc:spChg>
        <pc:spChg chg="add del mod">
          <ac:chgData name="Rohan Bellamkonda Mahendra" userId="dc24d41f-802b-4f1c-97ba-9f90c61e242e" providerId="ADAL" clId="{4C6E4F2B-B7B5-4637-B69A-3E696C72E85B}" dt="2025-09-26T23:44:19.990" v="495" actId="1076"/>
          <ac:spMkLst>
            <pc:docMk/>
            <pc:sldMk cId="461684972" sldId="783"/>
            <ac:spMk id="18" creationId="{0A220399-A027-683D-1940-653D6DFDB172}"/>
          </ac:spMkLst>
        </pc:spChg>
        <pc:spChg chg="add del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24" creationId="{FC360FA0-EE18-CB81-9EDF-2128C9A32FC1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25" creationId="{886A8C6C-7EC9-9F33-6778-74372955B3C2}"/>
          </ac:spMkLst>
        </pc:spChg>
        <pc:spChg chg="add del mod">
          <ac:chgData name="Rohan Bellamkonda Mahendra" userId="dc24d41f-802b-4f1c-97ba-9f90c61e242e" providerId="ADAL" clId="{4C6E4F2B-B7B5-4637-B69A-3E696C72E85B}" dt="2025-09-29T01:25:49.739" v="1401" actId="13822"/>
          <ac:spMkLst>
            <pc:docMk/>
            <pc:sldMk cId="461684972" sldId="783"/>
            <ac:spMk id="26" creationId="{6787BA6B-6C86-4DE6-1811-E2497581E63B}"/>
          </ac:spMkLst>
        </pc:spChg>
        <pc:spChg chg="add del mod">
          <ac:chgData name="Rohan Bellamkonda Mahendra" userId="dc24d41f-802b-4f1c-97ba-9f90c61e242e" providerId="ADAL" clId="{4C6E4F2B-B7B5-4637-B69A-3E696C72E85B}" dt="2025-09-26T23:44:19.990" v="495" actId="1076"/>
          <ac:spMkLst>
            <pc:docMk/>
            <pc:sldMk cId="461684972" sldId="783"/>
            <ac:spMk id="27" creationId="{952F0811-47F1-EC48-AD6E-E2B878D5588A}"/>
          </ac:spMkLst>
        </pc:spChg>
        <pc:spChg chg="add mod">
          <ac:chgData name="Rohan Bellamkonda Mahendra" userId="dc24d41f-802b-4f1c-97ba-9f90c61e242e" providerId="ADAL" clId="{4C6E4F2B-B7B5-4637-B69A-3E696C72E85B}" dt="2025-09-29T01:25:46.818" v="1400" actId="13822"/>
          <ac:spMkLst>
            <pc:docMk/>
            <pc:sldMk cId="461684972" sldId="783"/>
            <ac:spMk id="28" creationId="{C3632615-4136-0491-2879-9E8B68A8642A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29" creationId="{856B7CFE-9873-795F-945F-956F6810F057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30" creationId="{BA6BC9D9-9A47-707D-4292-4749DA4D7BC0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31" creationId="{23A5E351-37A3-7501-628A-4B55B8870AD2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38" creationId="{8B44DF3F-E983-9777-A8A0-3520467D5B9D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39" creationId="{2E404877-4A49-F70B-9E15-CCC9E0DFF039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40" creationId="{CF0C9D21-8329-A418-A843-46E2B769C90F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41" creationId="{31EE9605-CCA4-A8FF-16BF-BD9B7CC27834}"/>
          </ac:spMkLst>
        </pc:spChg>
        <pc:spChg chg="add mod">
          <ac:chgData name="Rohan Bellamkonda Mahendra" userId="dc24d41f-802b-4f1c-97ba-9f90c61e242e" providerId="ADAL" clId="{4C6E4F2B-B7B5-4637-B69A-3E696C72E85B}" dt="2025-09-26T23:44:47.026" v="507" actId="14100"/>
          <ac:spMkLst>
            <pc:docMk/>
            <pc:sldMk cId="461684972" sldId="783"/>
            <ac:spMk id="42" creationId="{07AD9F2E-A623-3F58-58A5-9DD4FD2A2134}"/>
          </ac:spMkLst>
        </pc:spChg>
        <pc:spChg chg="add mod">
          <ac:chgData name="Rohan Bellamkonda Mahendra" userId="dc24d41f-802b-4f1c-97ba-9f90c61e242e" providerId="ADAL" clId="{4C6E4F2B-B7B5-4637-B69A-3E696C72E85B}" dt="2025-09-26T23:44:33.115" v="499" actId="1076"/>
          <ac:spMkLst>
            <pc:docMk/>
            <pc:sldMk cId="461684972" sldId="783"/>
            <ac:spMk id="43" creationId="{CD876BAA-FC4C-2B49-BCE0-C7F367FD8D57}"/>
          </ac:spMkLst>
        </pc:spChg>
      </pc:sldChg>
      <pc:sldChg chg="addSp delSp modSp add mod">
        <pc:chgData name="Rohan Bellamkonda Mahendra" userId="dc24d41f-802b-4f1c-97ba-9f90c61e242e" providerId="ADAL" clId="{4C6E4F2B-B7B5-4637-B69A-3E696C72E85B}" dt="2025-09-27T00:19:07.791" v="513"/>
        <pc:sldMkLst>
          <pc:docMk/>
          <pc:sldMk cId="2515342528" sldId="784"/>
        </pc:sldMkLst>
      </pc:sldChg>
      <pc:sldChg chg="addSp delSp modSp mod ord modShow">
        <pc:chgData name="Rohan Bellamkonda Mahendra" userId="dc24d41f-802b-4f1c-97ba-9f90c61e242e" providerId="ADAL" clId="{4C6E4F2B-B7B5-4637-B69A-3E696C72E85B}" dt="2025-09-29T05:20:11.581" v="2639" actId="729"/>
        <pc:sldMkLst>
          <pc:docMk/>
          <pc:sldMk cId="176874399" sldId="785"/>
        </pc:sldMkLst>
      </pc:sldChg>
      <pc:sldChg chg="modSp mod">
        <pc:chgData name="Rohan Bellamkonda Mahendra" userId="dc24d41f-802b-4f1c-97ba-9f90c61e242e" providerId="ADAL" clId="{4C6E4F2B-B7B5-4637-B69A-3E696C72E85B}" dt="2025-09-30T13:30:02.738" v="3309" actId="207"/>
        <pc:sldMkLst>
          <pc:docMk/>
          <pc:sldMk cId="3403845015" sldId="790"/>
        </pc:sldMkLst>
        <pc:graphicFrameChg chg="modGraphic">
          <ac:chgData name="Rohan Bellamkonda Mahendra" userId="dc24d41f-802b-4f1c-97ba-9f90c61e242e" providerId="ADAL" clId="{4C6E4F2B-B7B5-4637-B69A-3E696C72E85B}" dt="2025-09-30T13:30:02.738" v="3309" actId="207"/>
          <ac:graphicFrameMkLst>
            <pc:docMk/>
            <pc:sldMk cId="3403845015" sldId="790"/>
            <ac:graphicFrameMk id="18" creationId="{0218DE83-BD1E-A80C-E11C-5789F78F3374}"/>
          </ac:graphicFrameMkLst>
        </pc:graphicFrameChg>
      </pc:sldChg>
      <pc:sldChg chg="modSp mod">
        <pc:chgData name="Rohan Bellamkonda Mahendra" userId="dc24d41f-802b-4f1c-97ba-9f90c61e242e" providerId="ADAL" clId="{4C6E4F2B-B7B5-4637-B69A-3E696C72E85B}" dt="2025-09-28T21:30:03.002" v="1390" actId="1076"/>
        <pc:sldMkLst>
          <pc:docMk/>
          <pc:sldMk cId="557446707" sldId="793"/>
        </pc:sldMkLst>
      </pc:sldChg>
      <pc:sldChg chg="modSp">
        <pc:chgData name="Rohan Bellamkonda Mahendra" userId="dc24d41f-802b-4f1c-97ba-9f90c61e242e" providerId="ADAL" clId="{4C6E4F2B-B7B5-4637-B69A-3E696C72E85B}" dt="2025-09-30T13:30:20.865" v="3310"/>
        <pc:sldMkLst>
          <pc:docMk/>
          <pc:sldMk cId="3581747348" sldId="795"/>
        </pc:sldMkLst>
      </pc:sldChg>
      <pc:sldChg chg="addSp delSp add del mod ord">
        <pc:chgData name="Rohan Bellamkonda Mahendra" userId="dc24d41f-802b-4f1c-97ba-9f90c61e242e" providerId="ADAL" clId="{4C6E4F2B-B7B5-4637-B69A-3E696C72E85B}" dt="2025-09-28T02:07:12.498" v="615" actId="47"/>
        <pc:sldMkLst>
          <pc:docMk/>
          <pc:sldMk cId="2595050234" sldId="797"/>
        </pc:sldMkLst>
      </pc:sldChg>
      <pc:sldChg chg="addSp delSp modSp add mod modAnim">
        <pc:chgData name="Rohan Bellamkonda Mahendra" userId="dc24d41f-802b-4f1c-97ba-9f90c61e242e" providerId="ADAL" clId="{4C6E4F2B-B7B5-4637-B69A-3E696C72E85B}" dt="2025-09-29T01:44:22.374" v="1436"/>
        <pc:sldMkLst>
          <pc:docMk/>
          <pc:sldMk cId="1355514770" sldId="798"/>
        </pc:sldMkLst>
      </pc:sldChg>
      <pc:sldChg chg="delSp add del mod">
        <pc:chgData name="Rohan Bellamkonda Mahendra" userId="dc24d41f-802b-4f1c-97ba-9f90c61e242e" providerId="ADAL" clId="{4C6E4F2B-B7B5-4637-B69A-3E696C72E85B}" dt="2025-09-28T02:29:27.709" v="873" actId="47"/>
        <pc:sldMkLst>
          <pc:docMk/>
          <pc:sldMk cId="945821552" sldId="799"/>
        </pc:sldMkLst>
      </pc:sldChg>
      <pc:sldChg chg="addSp delSp modSp add mod ord modAnim modShow modNotesTx">
        <pc:chgData name="Rohan Bellamkonda Mahendra" userId="dc24d41f-802b-4f1c-97ba-9f90c61e242e" providerId="ADAL" clId="{4C6E4F2B-B7B5-4637-B69A-3E696C72E85B}" dt="2025-09-29T16:45:35.578" v="2704" actId="729"/>
        <pc:sldMkLst>
          <pc:docMk/>
          <pc:sldMk cId="1523004230" sldId="799"/>
        </pc:sldMkLst>
      </pc:sldChg>
      <pc:sldChg chg="add modAnim">
        <pc:chgData name="Rohan Bellamkonda Mahendra" userId="dc24d41f-802b-4f1c-97ba-9f90c61e242e" providerId="ADAL" clId="{4C6E4F2B-B7B5-4637-B69A-3E696C72E85B}" dt="2025-09-29T01:31:24.253" v="1412"/>
        <pc:sldMkLst>
          <pc:docMk/>
          <pc:sldMk cId="441438487" sldId="800"/>
        </pc:sldMkLst>
      </pc:sldChg>
      <pc:sldChg chg="add del">
        <pc:chgData name="Rohan Bellamkonda Mahendra" userId="dc24d41f-802b-4f1c-97ba-9f90c61e242e" providerId="ADAL" clId="{4C6E4F2B-B7B5-4637-B69A-3E696C72E85B}" dt="2025-09-28T02:32:44.099" v="887" actId="47"/>
        <pc:sldMkLst>
          <pc:docMk/>
          <pc:sldMk cId="1646587581" sldId="800"/>
        </pc:sldMkLst>
      </pc:sldChg>
      <pc:sldChg chg="add del">
        <pc:chgData name="Rohan Bellamkonda Mahendra" userId="dc24d41f-802b-4f1c-97ba-9f90c61e242e" providerId="ADAL" clId="{4C6E4F2B-B7B5-4637-B69A-3E696C72E85B}" dt="2025-09-28T02:06:14.716" v="609" actId="47"/>
        <pc:sldMkLst>
          <pc:docMk/>
          <pc:sldMk cId="2408070640" sldId="800"/>
        </pc:sldMkLst>
      </pc:sldChg>
      <pc:sldChg chg="addSp delSp modSp add del mod">
        <pc:chgData name="Rohan Bellamkonda Mahendra" userId="dc24d41f-802b-4f1c-97ba-9f90c61e242e" providerId="ADAL" clId="{4C6E4F2B-B7B5-4637-B69A-3E696C72E85B}" dt="2025-09-29T02:41:17.761" v="1864" actId="47"/>
        <pc:sldMkLst>
          <pc:docMk/>
          <pc:sldMk cId="1144352420" sldId="801"/>
        </pc:sldMkLst>
      </pc:sldChg>
      <pc:sldChg chg="new del">
        <pc:chgData name="Rohan Bellamkonda Mahendra" userId="dc24d41f-802b-4f1c-97ba-9f90c61e242e" providerId="ADAL" clId="{4C6E4F2B-B7B5-4637-B69A-3E696C72E85B}" dt="2025-09-29T02:00:30.978" v="1442" actId="680"/>
        <pc:sldMkLst>
          <pc:docMk/>
          <pc:sldMk cId="240790275" sldId="802"/>
        </pc:sldMkLst>
      </pc:sldChg>
      <pc:sldChg chg="addSp delSp add del mod">
        <pc:chgData name="Rohan Bellamkonda Mahendra" userId="dc24d41f-802b-4f1c-97ba-9f90c61e242e" providerId="ADAL" clId="{4C6E4F2B-B7B5-4637-B69A-3E696C72E85B}" dt="2025-09-29T03:39:17.423" v="1982" actId="47"/>
        <pc:sldMkLst>
          <pc:docMk/>
          <pc:sldMk cId="3885724869" sldId="802"/>
        </pc:sldMkLst>
      </pc:sldChg>
      <pc:sldChg chg="addSp delSp modSp add mod modAnim">
        <pc:chgData name="Rohan Bellamkonda Mahendra" userId="dc24d41f-802b-4f1c-97ba-9f90c61e242e" providerId="ADAL" clId="{4C6E4F2B-B7B5-4637-B69A-3E696C72E85B}" dt="2025-09-29T20:18:48.638" v="2725"/>
        <pc:sldMkLst>
          <pc:docMk/>
          <pc:sldMk cId="2442641573" sldId="803"/>
        </pc:sldMkLst>
        <pc:spChg chg="mod">
          <ac:chgData name="Rohan Bellamkonda Mahendra" userId="dc24d41f-802b-4f1c-97ba-9f90c61e242e" providerId="ADAL" clId="{4C6E4F2B-B7B5-4637-B69A-3E696C72E85B}" dt="2025-09-29T04:23:02.682" v="2542" actId="20577"/>
          <ac:spMkLst>
            <pc:docMk/>
            <pc:sldMk cId="2442641573" sldId="803"/>
            <ac:spMk id="3" creationId="{10CDC78C-33F9-F2B7-BFA3-01484DDFEFB8}"/>
          </ac:spMkLst>
        </pc:spChg>
        <pc:graphicFrameChg chg="add mod modGraphic">
          <ac:chgData name="Rohan Bellamkonda Mahendra" userId="dc24d41f-802b-4f1c-97ba-9f90c61e242e" providerId="ADAL" clId="{4C6E4F2B-B7B5-4637-B69A-3E696C72E85B}" dt="2025-09-29T04:26:20.432" v="2571" actId="20577"/>
          <ac:graphicFrameMkLst>
            <pc:docMk/>
            <pc:sldMk cId="2442641573" sldId="803"/>
            <ac:graphicFrameMk id="10" creationId="{C2CA8B11-E8B5-FF82-600C-12E6F005CEB6}"/>
          </ac:graphicFrameMkLst>
        </pc:graphicFrameChg>
      </pc:sldChg>
      <pc:sldChg chg="add del setBg">
        <pc:chgData name="Rohan Bellamkonda Mahendra" userId="dc24d41f-802b-4f1c-97ba-9f90c61e242e" providerId="ADAL" clId="{4C6E4F2B-B7B5-4637-B69A-3E696C72E85B}" dt="2025-09-29T02:39:55.045" v="1786"/>
        <pc:sldMkLst>
          <pc:docMk/>
          <pc:sldMk cId="972204602" sldId="804"/>
        </pc:sldMkLst>
      </pc:sldChg>
      <pc:sldChg chg="addSp delSp modSp add mod modAnim">
        <pc:chgData name="Rohan Bellamkonda Mahendra" userId="dc24d41f-802b-4f1c-97ba-9f90c61e242e" providerId="ADAL" clId="{4C6E4F2B-B7B5-4637-B69A-3E696C72E85B}" dt="2025-09-29T20:18:56.903" v="2726"/>
        <pc:sldMkLst>
          <pc:docMk/>
          <pc:sldMk cId="2364051319" sldId="804"/>
        </pc:sldMkLst>
      </pc:sldChg>
      <pc:sldChg chg="modSp mod">
        <pc:chgData name="Rohan Bellamkonda Mahendra" userId="dc24d41f-802b-4f1c-97ba-9f90c61e242e" providerId="ADAL" clId="{4C6E4F2B-B7B5-4637-B69A-3E696C72E85B}" dt="2025-09-30T06:49:07.848" v="3279" actId="20577"/>
        <pc:sldMkLst>
          <pc:docMk/>
          <pc:sldMk cId="973213631" sldId="805"/>
        </pc:sldMkLst>
        <pc:spChg chg="mod">
          <ac:chgData name="Rohan Bellamkonda Mahendra" userId="dc24d41f-802b-4f1c-97ba-9f90c61e242e" providerId="ADAL" clId="{4C6E4F2B-B7B5-4637-B69A-3E696C72E85B}" dt="2025-09-30T06:49:07.848" v="3279" actId="20577"/>
          <ac:spMkLst>
            <pc:docMk/>
            <pc:sldMk cId="973213631" sldId="805"/>
            <ac:spMk id="4" creationId="{3F77FBCE-36F4-FFD5-3D80-7729753705EA}"/>
          </ac:spMkLst>
        </pc:spChg>
        <pc:grpChg chg="mod">
          <ac:chgData name="Rohan Bellamkonda Mahendra" userId="dc24d41f-802b-4f1c-97ba-9f90c61e242e" providerId="ADAL" clId="{4C6E4F2B-B7B5-4637-B69A-3E696C72E85B}" dt="2025-09-29T05:17:08.085" v="2638" actId="1076"/>
          <ac:grpSpMkLst>
            <pc:docMk/>
            <pc:sldMk cId="973213631" sldId="805"/>
            <ac:grpSpMk id="114" creationId="{29B989A5-5E88-1F7F-06F4-B8DB9DE2F521}"/>
          </ac:grpSpMkLst>
        </pc:grpChg>
        <pc:cxnChg chg="mod">
          <ac:chgData name="Rohan Bellamkonda Mahendra" userId="dc24d41f-802b-4f1c-97ba-9f90c61e242e" providerId="ADAL" clId="{4C6E4F2B-B7B5-4637-B69A-3E696C72E85B}" dt="2025-09-30T06:12:56.423" v="3205" actId="14100"/>
          <ac:cxnSpMkLst>
            <pc:docMk/>
            <pc:sldMk cId="973213631" sldId="805"/>
            <ac:cxnSpMk id="109" creationId="{EE65C5E9-EFC1-C454-5EC3-93B04206BAF3}"/>
          </ac:cxnSpMkLst>
        </pc:cxnChg>
      </pc:sldChg>
      <pc:sldChg chg="addSp delSp modSp add mod modAnim">
        <pc:chgData name="Rohan Bellamkonda Mahendra" userId="dc24d41f-802b-4f1c-97ba-9f90c61e242e" providerId="ADAL" clId="{4C6E4F2B-B7B5-4637-B69A-3E696C72E85B}" dt="2025-09-29T20:19:04.262" v="2727"/>
        <pc:sldMkLst>
          <pc:docMk/>
          <pc:sldMk cId="1307908169" sldId="806"/>
        </pc:sldMkLst>
      </pc:sldChg>
      <pc:sldChg chg="modSp mod">
        <pc:chgData name="Rohan Bellamkonda Mahendra" userId="dc24d41f-802b-4f1c-97ba-9f90c61e242e" providerId="ADAL" clId="{4C6E4F2B-B7B5-4637-B69A-3E696C72E85B}" dt="2025-09-30T06:17:26.257" v="3207" actId="1038"/>
        <pc:sldMkLst>
          <pc:docMk/>
          <pc:sldMk cId="3393850813" sldId="809"/>
        </pc:sldMkLst>
      </pc:sldChg>
      <pc:sldChg chg="modSp mod">
        <pc:chgData name="Rohan Bellamkonda Mahendra" userId="dc24d41f-802b-4f1c-97ba-9f90c61e242e" providerId="ADAL" clId="{4C6E4F2B-B7B5-4637-B69A-3E696C72E85B}" dt="2025-09-30T06:54:15.157" v="3308" actId="1076"/>
        <pc:sldMkLst>
          <pc:docMk/>
          <pc:sldMk cId="3010621544" sldId="813"/>
        </pc:sldMkLst>
        <pc:spChg chg="mod">
          <ac:chgData name="Rohan Bellamkonda Mahendra" userId="dc24d41f-802b-4f1c-97ba-9f90c61e242e" providerId="ADAL" clId="{4C6E4F2B-B7B5-4637-B69A-3E696C72E85B}" dt="2025-09-30T06:53:11.370" v="3292" actId="1076"/>
          <ac:spMkLst>
            <pc:docMk/>
            <pc:sldMk cId="3010621544" sldId="813"/>
            <ac:spMk id="8" creationId="{1F7A7D2D-2461-C8B1-1DC8-202F2304A1D6}"/>
          </ac:spMkLst>
        </pc:spChg>
        <pc:spChg chg="mod">
          <ac:chgData name="Rohan Bellamkonda Mahendra" userId="dc24d41f-802b-4f1c-97ba-9f90c61e242e" providerId="ADAL" clId="{4C6E4F2B-B7B5-4637-B69A-3E696C72E85B}" dt="2025-09-30T06:54:15.157" v="3308" actId="1076"/>
          <ac:spMkLst>
            <pc:docMk/>
            <pc:sldMk cId="3010621544" sldId="813"/>
            <ac:spMk id="10" creationId="{20E3AA97-0747-0875-E0C3-81E4A3C16C7F}"/>
          </ac:spMkLst>
        </pc:spChg>
        <pc:spChg chg="mod">
          <ac:chgData name="Rohan Bellamkonda Mahendra" userId="dc24d41f-802b-4f1c-97ba-9f90c61e242e" providerId="ADAL" clId="{4C6E4F2B-B7B5-4637-B69A-3E696C72E85B}" dt="2025-09-30T06:53:39.758" v="3299" actId="1076"/>
          <ac:spMkLst>
            <pc:docMk/>
            <pc:sldMk cId="3010621544" sldId="813"/>
            <ac:spMk id="12" creationId="{CD937616-86B6-3C74-BA95-35262621C4C7}"/>
          </ac:spMkLst>
        </pc:spChg>
        <pc:spChg chg="mod">
          <ac:chgData name="Rohan Bellamkonda Mahendra" userId="dc24d41f-802b-4f1c-97ba-9f90c61e242e" providerId="ADAL" clId="{4C6E4F2B-B7B5-4637-B69A-3E696C72E85B}" dt="2025-09-30T06:53:50.813" v="3303" actId="20577"/>
          <ac:spMkLst>
            <pc:docMk/>
            <pc:sldMk cId="3010621544" sldId="813"/>
            <ac:spMk id="15" creationId="{66BE12E5-D167-F015-FE46-77F3705C8121}"/>
          </ac:spMkLst>
        </pc:spChg>
        <pc:spChg chg="mod">
          <ac:chgData name="Rohan Bellamkonda Mahendra" userId="dc24d41f-802b-4f1c-97ba-9f90c61e242e" providerId="ADAL" clId="{4C6E4F2B-B7B5-4637-B69A-3E696C72E85B}" dt="2025-09-30T06:52:41.683" v="3283" actId="1076"/>
          <ac:spMkLst>
            <pc:docMk/>
            <pc:sldMk cId="3010621544" sldId="813"/>
            <ac:spMk id="16" creationId="{91E1596C-8285-1820-B44A-6F52C2619D1C}"/>
          </ac:spMkLst>
        </pc:spChg>
        <pc:spChg chg="mod">
          <ac:chgData name="Rohan Bellamkonda Mahendra" userId="dc24d41f-802b-4f1c-97ba-9f90c61e242e" providerId="ADAL" clId="{4C6E4F2B-B7B5-4637-B69A-3E696C72E85B}" dt="2025-09-30T06:53:18.706" v="3295" actId="1076"/>
          <ac:spMkLst>
            <pc:docMk/>
            <pc:sldMk cId="3010621544" sldId="813"/>
            <ac:spMk id="18" creationId="{6F7C0003-21F5-B3A9-B963-2D77C1261F92}"/>
          </ac:spMkLst>
        </pc:spChg>
        <pc:spChg chg="mod">
          <ac:chgData name="Rohan Bellamkonda Mahendra" userId="dc24d41f-802b-4f1c-97ba-9f90c61e242e" providerId="ADAL" clId="{4C6E4F2B-B7B5-4637-B69A-3E696C72E85B}" dt="2025-09-30T06:54:01.517" v="3305" actId="1076"/>
          <ac:spMkLst>
            <pc:docMk/>
            <pc:sldMk cId="3010621544" sldId="813"/>
            <ac:spMk id="22" creationId="{5B37DFE4-9587-E368-F28B-B37888B7BBFD}"/>
          </ac:spMkLst>
        </pc:spChg>
        <pc:spChg chg="mod">
          <ac:chgData name="Rohan Bellamkonda Mahendra" userId="dc24d41f-802b-4f1c-97ba-9f90c61e242e" providerId="ADAL" clId="{4C6E4F2B-B7B5-4637-B69A-3E696C72E85B}" dt="2025-09-30T06:53:29.848" v="3298" actId="1076"/>
          <ac:spMkLst>
            <pc:docMk/>
            <pc:sldMk cId="3010621544" sldId="813"/>
            <ac:spMk id="31" creationId="{826E26DC-E006-12AE-BE03-5E19253E14A1}"/>
          </ac:spMkLst>
        </pc:spChg>
        <pc:spChg chg="mod">
          <ac:chgData name="Rohan Bellamkonda Mahendra" userId="dc24d41f-802b-4f1c-97ba-9f90c61e242e" providerId="ADAL" clId="{4C6E4F2B-B7B5-4637-B69A-3E696C72E85B}" dt="2025-09-30T06:53:25.127" v="3297" actId="1076"/>
          <ac:spMkLst>
            <pc:docMk/>
            <pc:sldMk cId="3010621544" sldId="813"/>
            <ac:spMk id="32" creationId="{773087B5-18CA-F929-66E9-2F7678DF59CA}"/>
          </ac:spMkLst>
        </pc:spChg>
        <pc:grpChg chg="mod">
          <ac:chgData name="Rohan Bellamkonda Mahendra" userId="dc24d41f-802b-4f1c-97ba-9f90c61e242e" providerId="ADAL" clId="{4C6E4F2B-B7B5-4637-B69A-3E696C72E85B}" dt="2025-09-30T06:54:06.813" v="3306" actId="1076"/>
          <ac:grpSpMkLst>
            <pc:docMk/>
            <pc:sldMk cId="3010621544" sldId="813"/>
            <ac:grpSpMk id="3" creationId="{AF9A46E2-A30C-68DD-4905-A0BCCDDD8EBA}"/>
          </ac:grpSpMkLst>
        </pc:grpChg>
      </pc:sldChg>
      <pc:sldChg chg="addSp delSp modSp add del mod">
        <pc:chgData name="Rohan Bellamkonda Mahendra" userId="dc24d41f-802b-4f1c-97ba-9f90c61e242e" providerId="ADAL" clId="{4C6E4F2B-B7B5-4637-B69A-3E696C72E85B}" dt="2025-09-29T16:43:57.034" v="2683" actId="47"/>
        <pc:sldMkLst>
          <pc:docMk/>
          <pc:sldMk cId="1443036198" sldId="815"/>
        </pc:sldMkLst>
      </pc:sldChg>
      <pc:sldChg chg="addSp delSp modSp add mod ord setBg">
        <pc:chgData name="Rohan Bellamkonda Mahendra" userId="dc24d41f-802b-4f1c-97ba-9f90c61e242e" providerId="ADAL" clId="{4C6E4F2B-B7B5-4637-B69A-3E696C72E85B}" dt="2025-09-29T16:47:51.296" v="2719"/>
        <pc:sldMkLst>
          <pc:docMk/>
          <pc:sldMk cId="1515718384" sldId="816"/>
        </pc:sldMkLst>
      </pc:sldChg>
      <pc:sldChg chg="modSp mod">
        <pc:chgData name="Rohan Bellamkonda Mahendra" userId="dc24d41f-802b-4f1c-97ba-9f90c61e242e" providerId="ADAL" clId="{4C6E4F2B-B7B5-4637-B69A-3E696C72E85B}" dt="2025-09-30T04:28:03.539" v="2751" actId="14100"/>
        <pc:sldMkLst>
          <pc:docMk/>
          <pc:sldMk cId="409906379" sldId="823"/>
        </pc:sldMkLst>
        <pc:spChg chg="mod">
          <ac:chgData name="Rohan Bellamkonda Mahendra" userId="dc24d41f-802b-4f1c-97ba-9f90c61e242e" providerId="ADAL" clId="{4C6E4F2B-B7B5-4637-B69A-3E696C72E85B}" dt="2025-09-30T04:28:03.539" v="2751" actId="14100"/>
          <ac:spMkLst>
            <pc:docMk/>
            <pc:sldMk cId="409906379" sldId="823"/>
            <ac:spMk id="17" creationId="{60429647-4D26-30CA-1155-6303C80C3CFE}"/>
          </ac:spMkLst>
        </pc:spChg>
      </pc:sldChg>
      <pc:sldChg chg="addSp delSp modSp">
        <pc:chgData name="Rohan Bellamkonda Mahendra" userId="dc24d41f-802b-4f1c-97ba-9f90c61e242e" providerId="ADAL" clId="{4C6E4F2B-B7B5-4637-B69A-3E696C72E85B}" dt="2025-09-30T01:45:36.523" v="2733"/>
        <pc:sldMkLst>
          <pc:docMk/>
          <pc:sldMk cId="1390265791" sldId="827"/>
        </pc:sldMkLst>
      </pc:sldChg>
      <pc:sldChg chg="modSp">
        <pc:chgData name="Rohan Bellamkonda Mahendra" userId="dc24d41f-802b-4f1c-97ba-9f90c61e242e" providerId="ADAL" clId="{4C6E4F2B-B7B5-4637-B69A-3E696C72E85B}" dt="2025-09-30T01:45:46.404" v="2735"/>
        <pc:sldMkLst>
          <pc:docMk/>
          <pc:sldMk cId="581107930" sldId="829"/>
        </pc:sldMkLst>
        <pc:graphicFrameChg chg="mod">
          <ac:chgData name="Rohan Bellamkonda Mahendra" userId="dc24d41f-802b-4f1c-97ba-9f90c61e242e" providerId="ADAL" clId="{4C6E4F2B-B7B5-4637-B69A-3E696C72E85B}" dt="2025-09-30T01:45:46.404" v="2735"/>
          <ac:graphicFrameMkLst>
            <pc:docMk/>
            <pc:sldMk cId="581107930" sldId="829"/>
            <ac:graphicFrameMk id="10" creationId="{A659A7FD-E960-4FFF-8387-E7DA9C10C679}"/>
          </ac:graphicFrameMkLst>
        </pc:graphicFrameChg>
      </pc:sldChg>
      <pc:sldChg chg="addSp delSp modSp">
        <pc:chgData name="Rohan Bellamkonda Mahendra" userId="dc24d41f-802b-4f1c-97ba-9f90c61e242e" providerId="ADAL" clId="{4C6E4F2B-B7B5-4637-B69A-3E696C72E85B}" dt="2025-09-30T01:47:20.219" v="2748"/>
        <pc:sldMkLst>
          <pc:docMk/>
          <pc:sldMk cId="2720659581" sldId="832"/>
        </pc:sldMkLst>
        <pc:graphicFrameChg chg="mod">
          <ac:chgData name="Rohan Bellamkonda Mahendra" userId="dc24d41f-802b-4f1c-97ba-9f90c61e242e" providerId="ADAL" clId="{4C6E4F2B-B7B5-4637-B69A-3E696C72E85B}" dt="2025-09-30T01:47:20.219" v="2748"/>
          <ac:graphicFrameMkLst>
            <pc:docMk/>
            <pc:sldMk cId="2720659581" sldId="832"/>
            <ac:graphicFrameMk id="10" creationId="{BF9C2555-788E-3B06-B1C5-F55BEFBD6B81}"/>
          </ac:graphicFrameMkLst>
        </pc:graphicFrameChg>
      </pc:sldChg>
      <pc:sldChg chg="modSp mod">
        <pc:chgData name="Rohan Bellamkonda Mahendra" userId="dc24d41f-802b-4f1c-97ba-9f90c61e242e" providerId="ADAL" clId="{4C6E4F2B-B7B5-4637-B69A-3E696C72E85B}" dt="2025-09-30T01:24:48.584" v="2729" actId="13822"/>
        <pc:sldMkLst>
          <pc:docMk/>
          <pc:sldMk cId="3653740617" sldId="832"/>
        </pc:sldMkLst>
      </pc:sldChg>
      <pc:sldChg chg="modSp mod">
        <pc:chgData name="Rohan Bellamkonda Mahendra" userId="dc24d41f-802b-4f1c-97ba-9f90c61e242e" providerId="ADAL" clId="{4C6E4F2B-B7B5-4637-B69A-3E696C72E85B}" dt="2025-09-30T05:26:50.089" v="2753" actId="1076"/>
        <pc:sldMkLst>
          <pc:docMk/>
          <pc:sldMk cId="1098690757" sldId="833"/>
        </pc:sldMkLst>
        <pc:graphicFrameChg chg="mod">
          <ac:chgData name="Rohan Bellamkonda Mahendra" userId="dc24d41f-802b-4f1c-97ba-9f90c61e242e" providerId="ADAL" clId="{4C6E4F2B-B7B5-4637-B69A-3E696C72E85B}" dt="2025-09-30T05:26:50.089" v="2753" actId="1076"/>
          <ac:graphicFrameMkLst>
            <pc:docMk/>
            <pc:sldMk cId="1098690757" sldId="833"/>
            <ac:graphicFrameMk id="8" creationId="{1955749F-2C01-0815-BD6B-A42A36E3FE9D}"/>
          </ac:graphicFrameMkLst>
        </pc:graphicFrameChg>
      </pc:sldChg>
      <pc:sldChg chg="addSp delSp modSp add mod">
        <pc:chgData name="Rohan Bellamkonda Mahendra" userId="dc24d41f-802b-4f1c-97ba-9f90c61e242e" providerId="ADAL" clId="{4C6E4F2B-B7B5-4637-B69A-3E696C72E85B}" dt="2025-09-30T05:49:26.312" v="3203" actId="6549"/>
        <pc:sldMkLst>
          <pc:docMk/>
          <pc:sldMk cId="529426314" sldId="837"/>
        </pc:sldMkLst>
        <pc:spChg chg="add mod">
          <ac:chgData name="Rohan Bellamkonda Mahendra" userId="dc24d41f-802b-4f1c-97ba-9f90c61e242e" providerId="ADAL" clId="{4C6E4F2B-B7B5-4637-B69A-3E696C72E85B}" dt="2025-09-30T05:28:38.249" v="2767" actId="20577"/>
          <ac:spMkLst>
            <pc:docMk/>
            <pc:sldMk cId="529426314" sldId="837"/>
            <ac:spMk id="5" creationId="{AE97BC4A-181D-7390-087B-9A201F7AD836}"/>
          </ac:spMkLst>
        </pc:spChg>
      </pc:sldChg>
      <pc:sldChg chg="addSp delSp modSp add mod">
        <pc:chgData name="Rohan Bellamkonda Mahendra" userId="dc24d41f-802b-4f1c-97ba-9f90c61e242e" providerId="ADAL" clId="{4C6E4F2B-B7B5-4637-B69A-3E696C72E85B}" dt="2025-10-06T00:06:10.821" v="3515" actId="20577"/>
        <pc:sldMkLst>
          <pc:docMk/>
          <pc:sldMk cId="1509260091" sldId="847"/>
        </pc:sldMkLst>
        <pc:spChg chg="add mod">
          <ac:chgData name="Rohan Bellamkonda Mahendra" userId="dc24d41f-802b-4f1c-97ba-9f90c61e242e" providerId="ADAL" clId="{4C6E4F2B-B7B5-4637-B69A-3E696C72E85B}" dt="2025-10-05T23:46:34.293" v="3318" actId="108"/>
          <ac:spMkLst>
            <pc:docMk/>
            <pc:sldMk cId="1509260091" sldId="847"/>
            <ac:spMk id="3" creationId="{526A692B-2FE8-CCDE-F1DB-DEE82731DA7D}"/>
          </ac:spMkLst>
        </pc:spChg>
        <pc:spChg chg="mod">
          <ac:chgData name="Rohan Bellamkonda Mahendra" userId="dc24d41f-802b-4f1c-97ba-9f90c61e242e" providerId="ADAL" clId="{4C6E4F2B-B7B5-4637-B69A-3E696C72E85B}" dt="2025-10-05T23:48:30.834" v="3363" actId="1076"/>
          <ac:spMkLst>
            <pc:docMk/>
            <pc:sldMk cId="1509260091" sldId="847"/>
            <ac:spMk id="5" creationId="{25689FB1-5F5D-4594-9CA8-FD3D1A428A9E}"/>
          </ac:spMkLst>
        </pc:spChg>
        <pc:spChg chg="add mod">
          <ac:chgData name="Rohan Bellamkonda Mahendra" userId="dc24d41f-802b-4f1c-97ba-9f90c61e242e" providerId="ADAL" clId="{4C6E4F2B-B7B5-4637-B69A-3E696C72E85B}" dt="2025-10-06T00:06:10.821" v="3515" actId="20577"/>
          <ac:spMkLst>
            <pc:docMk/>
            <pc:sldMk cId="1509260091" sldId="847"/>
            <ac:spMk id="9" creationId="{683E3144-E18B-7187-9248-29821C3B1481}"/>
          </ac:spMkLst>
        </pc:spChg>
      </pc:sldChg>
    </pc:docChg>
  </pc:docChgLst>
  <pc:docChgLst>
    <pc:chgData name="Kaixin Zeng" userId="27805093-4303-4316-9da5-30560062ae6f" providerId="ADAL" clId="{806C275D-D970-45FC-A782-D80B770A9195}"/>
    <pc:docChg chg="undo redo custSel addSld delSld modSld sldOrd">
      <pc:chgData name="Kaixin Zeng" userId="27805093-4303-4316-9da5-30560062ae6f" providerId="ADAL" clId="{806C275D-D970-45FC-A782-D80B770A9195}" dt="2025-10-13T00:14:32.702" v="5100" actId="1076"/>
      <pc:docMkLst>
        <pc:docMk/>
      </pc:docMkLst>
      <pc:sldChg chg="modSp mod">
        <pc:chgData name="Kaixin Zeng" userId="27805093-4303-4316-9da5-30560062ae6f" providerId="ADAL" clId="{806C275D-D970-45FC-A782-D80B770A9195}" dt="2025-10-12T14:00:40.650" v="5094" actId="1076"/>
        <pc:sldMkLst>
          <pc:docMk/>
          <pc:sldMk cId="0" sldId="256"/>
        </pc:sldMkLst>
        <pc:spChg chg="mod">
          <ac:chgData name="Kaixin Zeng" userId="27805093-4303-4316-9da5-30560062ae6f" providerId="ADAL" clId="{806C275D-D970-45FC-A782-D80B770A9195}" dt="2025-10-12T14:00:40.650" v="5094" actId="1076"/>
          <ac:spMkLst>
            <pc:docMk/>
            <pc:sldMk cId="0" sldId="256"/>
            <ac:spMk id="6" creationId="{6D130159-B629-0CDB-F251-F2B3B522790E}"/>
          </ac:spMkLst>
        </pc:spChg>
      </pc:sldChg>
      <pc:sldChg chg="ord">
        <pc:chgData name="Kaixin Zeng" userId="27805093-4303-4316-9da5-30560062ae6f" providerId="ADAL" clId="{806C275D-D970-45FC-A782-D80B770A9195}" dt="2025-09-30T15:53:52.739" v="5070"/>
        <pc:sldMkLst>
          <pc:docMk/>
          <pc:sldMk cId="461684972" sldId="783"/>
        </pc:sldMkLst>
      </pc:sldChg>
      <pc:sldChg chg="addSp delSp modSp del mod ord modShow">
        <pc:chgData name="Kaixin Zeng" userId="27805093-4303-4316-9da5-30560062ae6f" providerId="ADAL" clId="{806C275D-D970-45FC-A782-D80B770A9195}" dt="2025-09-30T02:57:14.997" v="4989" actId="47"/>
        <pc:sldMkLst>
          <pc:docMk/>
          <pc:sldMk cId="2515342528" sldId="784"/>
        </pc:sldMkLst>
      </pc:sldChg>
      <pc:sldChg chg="addSp delSp modSp mod">
        <pc:chgData name="Kaixin Zeng" userId="27805093-4303-4316-9da5-30560062ae6f" providerId="ADAL" clId="{806C275D-D970-45FC-A782-D80B770A9195}" dt="2025-09-28T17:42:25.880" v="2134" actId="20577"/>
        <pc:sldMkLst>
          <pc:docMk/>
          <pc:sldMk cId="3084358915" sldId="787"/>
        </pc:sldMkLst>
        <pc:spChg chg="mod">
          <ac:chgData name="Kaixin Zeng" userId="27805093-4303-4316-9da5-30560062ae6f" providerId="ADAL" clId="{806C275D-D970-45FC-A782-D80B770A9195}" dt="2025-09-28T00:53:03.200" v="588" actId="1076"/>
          <ac:spMkLst>
            <pc:docMk/>
            <pc:sldMk cId="3084358915" sldId="787"/>
            <ac:spMk id="3" creationId="{DCB90DDB-2E88-026A-94EE-F698F7605F99}"/>
          </ac:spMkLst>
        </pc:spChg>
        <pc:spChg chg="add mod">
          <ac:chgData name="Kaixin Zeng" userId="27805093-4303-4316-9da5-30560062ae6f" providerId="ADAL" clId="{806C275D-D970-45FC-A782-D80B770A9195}" dt="2025-09-28T01:42:57.536" v="1187" actId="14100"/>
          <ac:spMkLst>
            <pc:docMk/>
            <pc:sldMk cId="3084358915" sldId="787"/>
            <ac:spMk id="18" creationId="{087BE301-5986-9ACA-D937-772CD40384CF}"/>
          </ac:spMkLst>
        </pc:spChg>
        <pc:spChg chg="add mod">
          <ac:chgData name="Kaixin Zeng" userId="27805093-4303-4316-9da5-30560062ae6f" providerId="ADAL" clId="{806C275D-D970-45FC-A782-D80B770A9195}" dt="2025-09-28T01:43:12.109" v="1189" actId="20577"/>
          <ac:spMkLst>
            <pc:docMk/>
            <pc:sldMk cId="3084358915" sldId="787"/>
            <ac:spMk id="23" creationId="{FF6E91F9-E1AC-0308-B521-3CFA4333D0F3}"/>
          </ac:spMkLst>
        </pc:spChg>
        <pc:spChg chg="add mod">
          <ac:chgData name="Kaixin Zeng" userId="27805093-4303-4316-9da5-30560062ae6f" providerId="ADAL" clId="{806C275D-D970-45FC-A782-D80B770A9195}" dt="2025-09-28T01:42:53.090" v="1186" actId="14100"/>
          <ac:spMkLst>
            <pc:docMk/>
            <pc:sldMk cId="3084358915" sldId="787"/>
            <ac:spMk id="24" creationId="{B49D882E-D23F-0607-5A50-6FF5A6887394}"/>
          </ac:spMkLst>
        </pc:spChg>
        <pc:spChg chg="add mod">
          <ac:chgData name="Kaixin Zeng" userId="27805093-4303-4316-9da5-30560062ae6f" providerId="ADAL" clId="{806C275D-D970-45FC-A782-D80B770A9195}" dt="2025-09-28T01:42:45.526" v="1184" actId="14100"/>
          <ac:spMkLst>
            <pc:docMk/>
            <pc:sldMk cId="3084358915" sldId="787"/>
            <ac:spMk id="26" creationId="{8200A04A-F248-8EB1-3584-7557315AB79D}"/>
          </ac:spMkLst>
        </pc:spChg>
        <pc:spChg chg="add mod">
          <ac:chgData name="Kaixin Zeng" userId="27805093-4303-4316-9da5-30560062ae6f" providerId="ADAL" clId="{806C275D-D970-45FC-A782-D80B770A9195}" dt="2025-09-28T01:42:39.727" v="1182" actId="14100"/>
          <ac:spMkLst>
            <pc:docMk/>
            <pc:sldMk cId="3084358915" sldId="787"/>
            <ac:spMk id="27" creationId="{B11CD3BC-B035-ECE9-2A77-B1A50B7517CC}"/>
          </ac:spMkLst>
        </pc:spChg>
        <pc:spChg chg="add mod">
          <ac:chgData name="Kaixin Zeng" userId="27805093-4303-4316-9da5-30560062ae6f" providerId="ADAL" clId="{806C275D-D970-45FC-A782-D80B770A9195}" dt="2025-09-28T17:42:25.880" v="2134" actId="20577"/>
          <ac:spMkLst>
            <pc:docMk/>
            <pc:sldMk cId="3084358915" sldId="787"/>
            <ac:spMk id="28" creationId="{48A9BDC0-7046-2843-5391-3FBA749F2CFC}"/>
          </ac:spMkLst>
        </pc:spChg>
        <pc:spChg chg="add mod">
          <ac:chgData name="Kaixin Zeng" userId="27805093-4303-4316-9da5-30560062ae6f" providerId="ADAL" clId="{806C275D-D970-45FC-A782-D80B770A9195}" dt="2025-09-28T01:39:13.868" v="1161" actId="20577"/>
          <ac:spMkLst>
            <pc:docMk/>
            <pc:sldMk cId="3084358915" sldId="787"/>
            <ac:spMk id="32" creationId="{8E488744-19E2-517C-D8D5-DD03BBF7A69B}"/>
          </ac:spMkLst>
        </pc:spChg>
        <pc:spChg chg="add mod">
          <ac:chgData name="Kaixin Zeng" userId="27805093-4303-4316-9da5-30560062ae6f" providerId="ADAL" clId="{806C275D-D970-45FC-A782-D80B770A9195}" dt="2025-09-28T16:51:09.480" v="2132" actId="20577"/>
          <ac:spMkLst>
            <pc:docMk/>
            <pc:sldMk cId="3084358915" sldId="787"/>
            <ac:spMk id="33" creationId="{8A6C69DA-E233-7269-52BC-E0F1AF1B0D1B}"/>
          </ac:spMkLst>
        </pc:spChg>
      </pc:sldChg>
      <pc:sldChg chg="addSp delSp modSp mod">
        <pc:chgData name="Kaixin Zeng" userId="27805093-4303-4316-9da5-30560062ae6f" providerId="ADAL" clId="{806C275D-D970-45FC-A782-D80B770A9195}" dt="2025-09-29T18:27:21.876" v="4877" actId="20577"/>
        <pc:sldMkLst>
          <pc:docMk/>
          <pc:sldMk cId="1686534976" sldId="788"/>
        </pc:sldMkLst>
      </pc:sldChg>
      <pc:sldChg chg="ord">
        <pc:chgData name="Kaixin Zeng" userId="27805093-4303-4316-9da5-30560062ae6f" providerId="ADAL" clId="{806C275D-D970-45FC-A782-D80B770A9195}" dt="2025-09-28T02:58:25.367" v="1539"/>
        <pc:sldMkLst>
          <pc:docMk/>
          <pc:sldMk cId="4267611300" sldId="789"/>
        </pc:sldMkLst>
      </pc:sldChg>
      <pc:sldChg chg="addSp delSp modSp add del mod ord modShow">
        <pc:chgData name="Kaixin Zeng" userId="27805093-4303-4316-9da5-30560062ae6f" providerId="ADAL" clId="{806C275D-D970-45FC-A782-D80B770A9195}" dt="2025-09-30T02:57:16.174" v="4991" actId="47"/>
        <pc:sldMkLst>
          <pc:docMk/>
          <pc:sldMk cId="4074033199" sldId="792"/>
        </pc:sldMkLst>
      </pc:sldChg>
      <pc:sldChg chg="addSp delSp modSp add del mod modShow">
        <pc:chgData name="Kaixin Zeng" userId="27805093-4303-4316-9da5-30560062ae6f" providerId="ADAL" clId="{806C275D-D970-45FC-A782-D80B770A9195}" dt="2025-09-30T02:57:12.799" v="4988" actId="47"/>
        <pc:sldMkLst>
          <pc:docMk/>
          <pc:sldMk cId="557446707" sldId="793"/>
        </pc:sldMkLst>
      </pc:sldChg>
      <pc:sldChg chg="addSp delSp modSp add mod ord">
        <pc:chgData name="Kaixin Zeng" userId="27805093-4303-4316-9da5-30560062ae6f" providerId="ADAL" clId="{806C275D-D970-45FC-A782-D80B770A9195}" dt="2025-09-30T07:09:38.889" v="5068" actId="20578"/>
        <pc:sldMkLst>
          <pc:docMk/>
          <pc:sldMk cId="973213631" sldId="805"/>
        </pc:sldMkLst>
        <pc:spChg chg="mod">
          <ac:chgData name="Kaixin Zeng" userId="27805093-4303-4316-9da5-30560062ae6f" providerId="ADAL" clId="{806C275D-D970-45FC-A782-D80B770A9195}" dt="2025-09-29T03:41:41.625" v="2230" actId="20577"/>
          <ac:spMkLst>
            <pc:docMk/>
            <pc:sldMk cId="973213631" sldId="805"/>
            <ac:spMk id="4" creationId="{3F77FBCE-36F4-FFD5-3D80-7729753705EA}"/>
          </ac:spMkLst>
        </pc:spChg>
        <pc:spChg chg="add mod">
          <ac:chgData name="Kaixin Zeng" userId="27805093-4303-4316-9da5-30560062ae6f" providerId="ADAL" clId="{806C275D-D970-45FC-A782-D80B770A9195}" dt="2025-09-29T04:45:33.547" v="3056" actId="1076"/>
          <ac:spMkLst>
            <pc:docMk/>
            <pc:sldMk cId="973213631" sldId="805"/>
            <ac:spMk id="60" creationId="{4A38C8D5-A706-77A5-5F15-371DA553DFB5}"/>
          </ac:spMkLst>
        </pc:spChg>
        <pc:spChg chg="add mod">
          <ac:chgData name="Kaixin Zeng" userId="27805093-4303-4316-9da5-30560062ae6f" providerId="ADAL" clId="{806C275D-D970-45FC-A782-D80B770A9195}" dt="2025-09-29T04:48:45.522" v="3116" actId="1076"/>
          <ac:spMkLst>
            <pc:docMk/>
            <pc:sldMk cId="973213631" sldId="805"/>
            <ac:spMk id="62" creationId="{9A58548E-D960-5ACB-0160-D661819A4D8F}"/>
          </ac:spMkLst>
        </pc:spChg>
        <pc:spChg chg="add mod">
          <ac:chgData name="Kaixin Zeng" userId="27805093-4303-4316-9da5-30560062ae6f" providerId="ADAL" clId="{806C275D-D970-45FC-A782-D80B770A9195}" dt="2025-09-29T04:45:42.306" v="3061" actId="1076"/>
          <ac:spMkLst>
            <pc:docMk/>
            <pc:sldMk cId="973213631" sldId="805"/>
            <ac:spMk id="63" creationId="{C70C3362-4690-11F7-CE10-439DE66ECEC3}"/>
          </ac:spMkLst>
        </pc:spChg>
        <pc:spChg chg="add mod">
          <ac:chgData name="Kaixin Zeng" userId="27805093-4303-4316-9da5-30560062ae6f" providerId="ADAL" clId="{806C275D-D970-45FC-A782-D80B770A9195}" dt="2025-09-29T04:45:46.989" v="3063" actId="20577"/>
          <ac:spMkLst>
            <pc:docMk/>
            <pc:sldMk cId="973213631" sldId="805"/>
            <ac:spMk id="64" creationId="{E001FF86-AD12-67B0-F523-F8FE5FF8485F}"/>
          </ac:spMkLst>
        </pc:spChg>
        <pc:spChg chg="add mod">
          <ac:chgData name="Kaixin Zeng" userId="27805093-4303-4316-9da5-30560062ae6f" providerId="ADAL" clId="{806C275D-D970-45FC-A782-D80B770A9195}" dt="2025-09-29T04:46:27.056" v="3073" actId="20577"/>
          <ac:spMkLst>
            <pc:docMk/>
            <pc:sldMk cId="973213631" sldId="805"/>
            <ac:spMk id="65" creationId="{1034BEB3-80BA-AE2C-D7EE-0558BADE44EE}"/>
          </ac:spMkLst>
        </pc:spChg>
        <pc:spChg chg="add mod">
          <ac:chgData name="Kaixin Zeng" userId="27805093-4303-4316-9da5-30560062ae6f" providerId="ADAL" clId="{806C275D-D970-45FC-A782-D80B770A9195}" dt="2025-09-29T04:46:25.551" v="3072" actId="1076"/>
          <ac:spMkLst>
            <pc:docMk/>
            <pc:sldMk cId="973213631" sldId="805"/>
            <ac:spMk id="66" creationId="{B41475A3-F9AF-7002-02A9-85F5F3F33206}"/>
          </ac:spMkLst>
        </pc:spChg>
        <pc:spChg chg="add mod">
          <ac:chgData name="Kaixin Zeng" userId="27805093-4303-4316-9da5-30560062ae6f" providerId="ADAL" clId="{806C275D-D970-45FC-A782-D80B770A9195}" dt="2025-09-29T04:46:42.466" v="3077" actId="1076"/>
          <ac:spMkLst>
            <pc:docMk/>
            <pc:sldMk cId="973213631" sldId="805"/>
            <ac:spMk id="67" creationId="{033C3EB9-3FEF-1256-C8BC-8BEA18071782}"/>
          </ac:spMkLst>
        </pc:spChg>
        <pc:spChg chg="add mod">
          <ac:chgData name="Kaixin Zeng" userId="27805093-4303-4316-9da5-30560062ae6f" providerId="ADAL" clId="{806C275D-D970-45FC-A782-D80B770A9195}" dt="2025-09-29T04:46:56.992" v="3083" actId="1076"/>
          <ac:spMkLst>
            <pc:docMk/>
            <pc:sldMk cId="973213631" sldId="805"/>
            <ac:spMk id="68" creationId="{57E95BDD-771E-56E7-0A4B-393E0BCF796F}"/>
          </ac:spMkLst>
        </pc:spChg>
        <pc:spChg chg="add mod">
          <ac:chgData name="Kaixin Zeng" userId="27805093-4303-4316-9da5-30560062ae6f" providerId="ADAL" clId="{806C275D-D970-45FC-A782-D80B770A9195}" dt="2025-09-29T04:46:02.834" v="3065" actId="1076"/>
          <ac:spMkLst>
            <pc:docMk/>
            <pc:sldMk cId="973213631" sldId="805"/>
            <ac:spMk id="105" creationId="{48EEE2ED-E44A-3A8B-42B2-019665D5A615}"/>
          </ac:spMkLst>
        </pc:spChg>
        <pc:spChg chg="add mod">
          <ac:chgData name="Kaixin Zeng" userId="27805093-4303-4316-9da5-30560062ae6f" providerId="ADAL" clId="{806C275D-D970-45FC-A782-D80B770A9195}" dt="2025-09-29T04:37:49.355" v="2953" actId="164"/>
          <ac:spMkLst>
            <pc:docMk/>
            <pc:sldMk cId="973213631" sldId="805"/>
            <ac:spMk id="110" creationId="{2F638C20-2374-35A3-BB84-7FD3FFB18E28}"/>
          </ac:spMkLst>
        </pc:spChg>
        <pc:spChg chg="add mod">
          <ac:chgData name="Kaixin Zeng" userId="27805093-4303-4316-9da5-30560062ae6f" providerId="ADAL" clId="{806C275D-D970-45FC-A782-D80B770A9195}" dt="2025-09-29T04:47:05.551" v="3086" actId="14100"/>
          <ac:spMkLst>
            <pc:docMk/>
            <pc:sldMk cId="973213631" sldId="805"/>
            <ac:spMk id="111" creationId="{FE66066A-64A2-49DF-DD81-E3FA0E741DEB}"/>
          </ac:spMkLst>
        </pc:spChg>
        <pc:spChg chg="add mod">
          <ac:chgData name="Kaixin Zeng" userId="27805093-4303-4316-9da5-30560062ae6f" providerId="ADAL" clId="{806C275D-D970-45FC-A782-D80B770A9195}" dt="2025-09-29T04:46:59.991" v="3084" actId="1076"/>
          <ac:spMkLst>
            <pc:docMk/>
            <pc:sldMk cId="973213631" sldId="805"/>
            <ac:spMk id="112" creationId="{E046B270-D1E1-3320-0C03-E13E51FB9B38}"/>
          </ac:spMkLst>
        </pc:spChg>
        <pc:spChg chg="add mod">
          <ac:chgData name="Kaixin Zeng" userId="27805093-4303-4316-9da5-30560062ae6f" providerId="ADAL" clId="{806C275D-D970-45FC-A782-D80B770A9195}" dt="2025-09-29T04:47:03.153" v="3085" actId="1076"/>
          <ac:spMkLst>
            <pc:docMk/>
            <pc:sldMk cId="973213631" sldId="805"/>
            <ac:spMk id="113" creationId="{81EF835D-4D62-CB5F-C3B8-227A9C38AB9F}"/>
          </ac:spMkLst>
        </pc:spChg>
        <pc:spChg chg="add mod">
          <ac:chgData name="Kaixin Zeng" userId="27805093-4303-4316-9da5-30560062ae6f" providerId="ADAL" clId="{806C275D-D970-45FC-A782-D80B770A9195}" dt="2025-09-29T04:48:40.927" v="3115" actId="404"/>
          <ac:spMkLst>
            <pc:docMk/>
            <pc:sldMk cId="973213631" sldId="805"/>
            <ac:spMk id="115" creationId="{800B113C-4480-0336-7DDA-64BA13FA455A}"/>
          </ac:spMkLst>
        </pc:spChg>
        <pc:spChg chg="add mod">
          <ac:chgData name="Kaixin Zeng" userId="27805093-4303-4316-9da5-30560062ae6f" providerId="ADAL" clId="{806C275D-D970-45FC-A782-D80B770A9195}" dt="2025-09-29T06:02:18.702" v="3703" actId="1076"/>
          <ac:spMkLst>
            <pc:docMk/>
            <pc:sldMk cId="973213631" sldId="805"/>
            <ac:spMk id="116" creationId="{98C7CED7-CF0F-0401-CFF5-BD553DB1AC54}"/>
          </ac:spMkLst>
        </pc:spChg>
        <pc:spChg chg="mod">
          <ac:chgData name="Kaixin Zeng" userId="27805093-4303-4316-9da5-30560062ae6f" providerId="ADAL" clId="{806C275D-D970-45FC-A782-D80B770A9195}" dt="2025-09-29T06:00:55.707" v="3682" actId="14100"/>
          <ac:spMkLst>
            <pc:docMk/>
            <pc:sldMk cId="973213631" sldId="805"/>
            <ac:spMk id="118" creationId="{98E30173-AE3C-356E-2B9A-485D10A11199}"/>
          </ac:spMkLst>
        </pc:spChg>
        <pc:spChg chg="mod">
          <ac:chgData name="Kaixin Zeng" userId="27805093-4303-4316-9da5-30560062ae6f" providerId="ADAL" clId="{806C275D-D970-45FC-A782-D80B770A9195}" dt="2025-09-29T06:01:00.795" v="3684" actId="14100"/>
          <ac:spMkLst>
            <pc:docMk/>
            <pc:sldMk cId="973213631" sldId="805"/>
            <ac:spMk id="119" creationId="{DB7430F9-4505-A26B-4F5E-7E63D19C9A05}"/>
          </ac:spMkLst>
        </pc:spChg>
        <pc:spChg chg="add mod">
          <ac:chgData name="Kaixin Zeng" userId="27805093-4303-4316-9da5-30560062ae6f" providerId="ADAL" clId="{806C275D-D970-45FC-A782-D80B770A9195}" dt="2025-09-29T06:01:50.266" v="3695" actId="207"/>
          <ac:spMkLst>
            <pc:docMk/>
            <pc:sldMk cId="973213631" sldId="805"/>
            <ac:spMk id="121" creationId="{66B94713-48A1-FE94-F686-852D95FAF22C}"/>
          </ac:spMkLst>
        </pc:spChg>
        <pc:spChg chg="add mod">
          <ac:chgData name="Kaixin Zeng" userId="27805093-4303-4316-9da5-30560062ae6f" providerId="ADAL" clId="{806C275D-D970-45FC-A782-D80B770A9195}" dt="2025-09-29T04:47:13.888" v="3089" actId="1076"/>
          <ac:spMkLst>
            <pc:docMk/>
            <pc:sldMk cId="973213631" sldId="805"/>
            <ac:spMk id="122" creationId="{8B623BA1-E0ED-1BE3-6AA5-A7C79D9072B4}"/>
          </ac:spMkLst>
        </pc:spChg>
        <pc:spChg chg="add mod">
          <ac:chgData name="Kaixin Zeng" userId="27805093-4303-4316-9da5-30560062ae6f" providerId="ADAL" clId="{806C275D-D970-45FC-A782-D80B770A9195}" dt="2025-09-29T04:47:19.411" v="3090" actId="1076"/>
          <ac:spMkLst>
            <pc:docMk/>
            <pc:sldMk cId="973213631" sldId="805"/>
            <ac:spMk id="123" creationId="{0293EC09-E4BE-773F-0543-FA385FA755EF}"/>
          </ac:spMkLst>
        </pc:spChg>
        <pc:spChg chg="add mod">
          <ac:chgData name="Kaixin Zeng" userId="27805093-4303-4316-9da5-30560062ae6f" providerId="ADAL" clId="{806C275D-D970-45FC-A782-D80B770A9195}" dt="2025-09-29T04:47:08.301" v="3087" actId="1076"/>
          <ac:spMkLst>
            <pc:docMk/>
            <pc:sldMk cId="973213631" sldId="805"/>
            <ac:spMk id="124" creationId="{0DF9583E-9DDA-08BB-955C-888658B105DE}"/>
          </ac:spMkLst>
        </pc:spChg>
        <pc:spChg chg="add mod">
          <ac:chgData name="Kaixin Zeng" userId="27805093-4303-4316-9da5-30560062ae6f" providerId="ADAL" clId="{806C275D-D970-45FC-A782-D80B770A9195}" dt="2025-09-29T06:04:00.274" v="3711" actId="207"/>
          <ac:spMkLst>
            <pc:docMk/>
            <pc:sldMk cId="973213631" sldId="805"/>
            <ac:spMk id="128" creationId="{1C6289F2-18C2-FEC5-4D7B-67ED85B0EFD0}"/>
          </ac:spMkLst>
        </pc:spChg>
        <pc:spChg chg="add mod ord">
          <ac:chgData name="Kaixin Zeng" userId="27805093-4303-4316-9da5-30560062ae6f" providerId="ADAL" clId="{806C275D-D970-45FC-A782-D80B770A9195}" dt="2025-09-29T06:02:16.004" v="3702" actId="14100"/>
          <ac:spMkLst>
            <pc:docMk/>
            <pc:sldMk cId="973213631" sldId="805"/>
            <ac:spMk id="129" creationId="{81E726C9-57AC-2315-A6A2-566CC78EB2C8}"/>
          </ac:spMkLst>
        </pc:spChg>
        <pc:grpChg chg="mod">
          <ac:chgData name="Kaixin Zeng" userId="27805093-4303-4316-9da5-30560062ae6f" providerId="ADAL" clId="{806C275D-D970-45FC-A782-D80B770A9195}" dt="2025-09-29T04:45:19.036" v="3050" actId="14100"/>
          <ac:grpSpMkLst>
            <pc:docMk/>
            <pc:sldMk cId="973213631" sldId="805"/>
            <ac:grpSpMk id="114" creationId="{29B989A5-5E88-1F7F-06F4-B8DB9DE2F521}"/>
          </ac:grpSpMkLst>
        </pc:grpChg>
        <pc:grpChg chg="add mod">
          <ac:chgData name="Kaixin Zeng" userId="27805093-4303-4316-9da5-30560062ae6f" providerId="ADAL" clId="{806C275D-D970-45FC-A782-D80B770A9195}" dt="2025-09-29T06:02:27.515" v="3706" actId="1076"/>
          <ac:grpSpMkLst>
            <pc:docMk/>
            <pc:sldMk cId="973213631" sldId="805"/>
            <ac:grpSpMk id="117" creationId="{9E1DB96C-8934-4CAB-158A-B9DF33A4C1EA}"/>
          </ac:grpSpMkLst>
        </pc:grpChg>
        <pc:picChg chg="add mod">
          <ac:chgData name="Kaixin Zeng" userId="27805093-4303-4316-9da5-30560062ae6f" providerId="ADAL" clId="{806C275D-D970-45FC-A782-D80B770A9195}" dt="2025-09-29T04:31:38.769" v="2866" actId="1076"/>
          <ac:picMkLst>
            <pc:docMk/>
            <pc:sldMk cId="973213631" sldId="805"/>
            <ac:picMk id="69" creationId="{E5C4E2A4-BFC5-62CE-8916-21BD84A676EC}"/>
          </ac:picMkLst>
        </pc:picChg>
        <pc:picChg chg="add mod">
          <ac:chgData name="Kaixin Zeng" userId="27805093-4303-4316-9da5-30560062ae6f" providerId="ADAL" clId="{806C275D-D970-45FC-A782-D80B770A9195}" dt="2025-09-29T04:31:41.581" v="2867" actId="1076"/>
          <ac:picMkLst>
            <pc:docMk/>
            <pc:sldMk cId="973213631" sldId="805"/>
            <ac:picMk id="71" creationId="{B2C7B244-3CCE-A88B-6E5A-40623BA636EB}"/>
          </ac:picMkLst>
        </pc:picChg>
        <pc:picChg chg="add mod">
          <ac:chgData name="Kaixin Zeng" userId="27805093-4303-4316-9da5-30560062ae6f" providerId="ADAL" clId="{806C275D-D970-45FC-A782-D80B770A9195}" dt="2025-09-29T04:31:12.389" v="2857" actId="1076"/>
          <ac:picMkLst>
            <pc:docMk/>
            <pc:sldMk cId="973213631" sldId="805"/>
            <ac:picMk id="72" creationId="{B7AB62E2-4C79-A22A-16E4-82AB91E85C92}"/>
          </ac:picMkLst>
        </pc:picChg>
        <pc:picChg chg="add mod">
          <ac:chgData name="Kaixin Zeng" userId="27805093-4303-4316-9da5-30560062ae6f" providerId="ADAL" clId="{806C275D-D970-45FC-A782-D80B770A9195}" dt="2025-09-29T04:31:15.701" v="2859" actId="1076"/>
          <ac:picMkLst>
            <pc:docMk/>
            <pc:sldMk cId="973213631" sldId="805"/>
            <ac:picMk id="73" creationId="{4168388D-C98F-9E63-6D47-9767D31EB3F4}"/>
          </ac:picMkLst>
        </pc:picChg>
        <pc:picChg chg="add mod">
          <ac:chgData name="Kaixin Zeng" userId="27805093-4303-4316-9da5-30560062ae6f" providerId="ADAL" clId="{806C275D-D970-45FC-A782-D80B770A9195}" dt="2025-09-29T04:31:18.612" v="2861" actId="1076"/>
          <ac:picMkLst>
            <pc:docMk/>
            <pc:sldMk cId="973213631" sldId="805"/>
            <ac:picMk id="74" creationId="{FF32E93F-291A-A5CA-2C87-2AD5788B7388}"/>
          </ac:picMkLst>
        </pc:picChg>
        <pc:picChg chg="add mod">
          <ac:chgData name="Kaixin Zeng" userId="27805093-4303-4316-9da5-30560062ae6f" providerId="ADAL" clId="{806C275D-D970-45FC-A782-D80B770A9195}" dt="2025-09-29T04:32:18.695" v="2872" actId="1076"/>
          <ac:picMkLst>
            <pc:docMk/>
            <pc:sldMk cId="973213631" sldId="805"/>
            <ac:picMk id="85" creationId="{0591729D-BB8C-967E-4272-7E9338D36486}"/>
          </ac:picMkLst>
        </pc:picChg>
        <pc:picChg chg="add mod">
          <ac:chgData name="Kaixin Zeng" userId="27805093-4303-4316-9da5-30560062ae6f" providerId="ADAL" clId="{806C275D-D970-45FC-A782-D80B770A9195}" dt="2025-09-29T04:32:18.695" v="2872" actId="1076"/>
          <ac:picMkLst>
            <pc:docMk/>
            <pc:sldMk cId="973213631" sldId="805"/>
            <ac:picMk id="86" creationId="{8642470B-9BDA-57A8-4E3B-294905712A8A}"/>
          </ac:picMkLst>
        </pc:picChg>
        <pc:picChg chg="add mod">
          <ac:chgData name="Kaixin Zeng" userId="27805093-4303-4316-9da5-30560062ae6f" providerId="ADAL" clId="{806C275D-D970-45FC-A782-D80B770A9195}" dt="2025-09-29T04:32:18.695" v="2872" actId="1076"/>
          <ac:picMkLst>
            <pc:docMk/>
            <pc:sldMk cId="973213631" sldId="805"/>
            <ac:picMk id="87" creationId="{57ACD7AC-0AC0-77DB-DFC1-CC354C9E99AE}"/>
          </ac:picMkLst>
        </pc:picChg>
        <pc:picChg chg="add mod">
          <ac:chgData name="Kaixin Zeng" userId="27805093-4303-4316-9da5-30560062ae6f" providerId="ADAL" clId="{806C275D-D970-45FC-A782-D80B770A9195}" dt="2025-09-29T04:32:18.695" v="2872" actId="1076"/>
          <ac:picMkLst>
            <pc:docMk/>
            <pc:sldMk cId="973213631" sldId="805"/>
            <ac:picMk id="88" creationId="{85C6F807-E0CE-72F0-2D0E-5F5289266C8B}"/>
          </ac:picMkLst>
        </pc:picChg>
        <pc:picChg chg="add mod">
          <ac:chgData name="Kaixin Zeng" userId="27805093-4303-4316-9da5-30560062ae6f" providerId="ADAL" clId="{806C275D-D970-45FC-A782-D80B770A9195}" dt="2025-09-29T04:32:18.695" v="2872" actId="1076"/>
          <ac:picMkLst>
            <pc:docMk/>
            <pc:sldMk cId="973213631" sldId="805"/>
            <ac:picMk id="89" creationId="{86D27E0D-4F55-5AB4-51A8-8FBE1AB0BDF9}"/>
          </ac:picMkLst>
        </pc:picChg>
        <pc:picChg chg="add mod">
          <ac:chgData name="Kaixin Zeng" userId="27805093-4303-4316-9da5-30560062ae6f" providerId="ADAL" clId="{806C275D-D970-45FC-A782-D80B770A9195}" dt="2025-09-29T04:46:02.834" v="3065" actId="1076"/>
          <ac:picMkLst>
            <pc:docMk/>
            <pc:sldMk cId="973213631" sldId="805"/>
            <ac:picMk id="90" creationId="{119C4EB7-36C6-72D9-9653-0D880C96C8E2}"/>
          </ac:picMkLst>
        </pc:picChg>
        <pc:picChg chg="add mod">
          <ac:chgData name="Kaixin Zeng" userId="27805093-4303-4316-9da5-30560062ae6f" providerId="ADAL" clId="{806C275D-D970-45FC-A782-D80B770A9195}" dt="2025-09-29T04:46:02.834" v="3065" actId="1076"/>
          <ac:picMkLst>
            <pc:docMk/>
            <pc:sldMk cId="973213631" sldId="805"/>
            <ac:picMk id="91" creationId="{1AB89C46-B9AE-C6F9-4A29-F0D9EADA9A31}"/>
          </ac:picMkLst>
        </pc:picChg>
        <pc:picChg chg="add mod">
          <ac:chgData name="Kaixin Zeng" userId="27805093-4303-4316-9da5-30560062ae6f" providerId="ADAL" clId="{806C275D-D970-45FC-A782-D80B770A9195}" dt="2025-09-29T04:46:02.834" v="3065" actId="1076"/>
          <ac:picMkLst>
            <pc:docMk/>
            <pc:sldMk cId="973213631" sldId="805"/>
            <ac:picMk id="92" creationId="{D5097E9C-92CF-A0B4-BA56-E803BF47B283}"/>
          </ac:picMkLst>
        </pc:picChg>
        <pc:picChg chg="add mod">
          <ac:chgData name="Kaixin Zeng" userId="27805093-4303-4316-9da5-30560062ae6f" providerId="ADAL" clId="{806C275D-D970-45FC-A782-D80B770A9195}" dt="2025-09-29T04:46:02.834" v="3065" actId="1076"/>
          <ac:picMkLst>
            <pc:docMk/>
            <pc:sldMk cId="973213631" sldId="805"/>
            <ac:picMk id="93" creationId="{7146EEE9-AB0F-4785-037F-40A2CFF83CEA}"/>
          </ac:picMkLst>
        </pc:picChg>
        <pc:picChg chg="add mod">
          <ac:chgData name="Kaixin Zeng" userId="27805093-4303-4316-9da5-30560062ae6f" providerId="ADAL" clId="{806C275D-D970-45FC-A782-D80B770A9195}" dt="2025-09-29T04:46:45.542" v="3078" actId="1076"/>
          <ac:picMkLst>
            <pc:docMk/>
            <pc:sldMk cId="973213631" sldId="805"/>
            <ac:picMk id="94" creationId="{E315437A-A46A-0ACB-6EF9-7B6AD97BBD43}"/>
          </ac:picMkLst>
        </pc:picChg>
        <pc:picChg chg="add mod">
          <ac:chgData name="Kaixin Zeng" userId="27805093-4303-4316-9da5-30560062ae6f" providerId="ADAL" clId="{806C275D-D970-45FC-A782-D80B770A9195}" dt="2025-09-29T04:46:18.997" v="3069" actId="1076"/>
          <ac:picMkLst>
            <pc:docMk/>
            <pc:sldMk cId="973213631" sldId="805"/>
            <ac:picMk id="95" creationId="{B2849F6E-8165-2EE6-693B-B25938598381}"/>
          </ac:picMkLst>
        </pc:picChg>
        <pc:picChg chg="add mod">
          <ac:chgData name="Kaixin Zeng" userId="27805093-4303-4316-9da5-30560062ae6f" providerId="ADAL" clId="{806C275D-D970-45FC-A782-D80B770A9195}" dt="2025-09-29T04:46:18.997" v="3069" actId="1076"/>
          <ac:picMkLst>
            <pc:docMk/>
            <pc:sldMk cId="973213631" sldId="805"/>
            <ac:picMk id="96" creationId="{3A94DA48-20D5-A4C3-3800-0AB42AB70916}"/>
          </ac:picMkLst>
        </pc:picChg>
        <pc:picChg chg="add mod">
          <ac:chgData name="Kaixin Zeng" userId="27805093-4303-4316-9da5-30560062ae6f" providerId="ADAL" clId="{806C275D-D970-45FC-A782-D80B770A9195}" dt="2025-09-29T04:46:18.997" v="3069" actId="1076"/>
          <ac:picMkLst>
            <pc:docMk/>
            <pc:sldMk cId="973213631" sldId="805"/>
            <ac:picMk id="97" creationId="{183806F9-86F1-E320-DE04-580EC33FBAB6}"/>
          </ac:picMkLst>
        </pc:picChg>
        <pc:picChg chg="add mod">
          <ac:chgData name="Kaixin Zeng" userId="27805093-4303-4316-9da5-30560062ae6f" providerId="ADAL" clId="{806C275D-D970-45FC-A782-D80B770A9195}" dt="2025-09-29T04:46:18.997" v="3069" actId="1076"/>
          <ac:picMkLst>
            <pc:docMk/>
            <pc:sldMk cId="973213631" sldId="805"/>
            <ac:picMk id="98" creationId="{A5D03097-77BB-91F4-BBB8-6EC7FB78BB97}"/>
          </ac:picMkLst>
        </pc:picChg>
        <pc:picChg chg="add mod">
          <ac:chgData name="Kaixin Zeng" userId="27805093-4303-4316-9da5-30560062ae6f" providerId="ADAL" clId="{806C275D-D970-45FC-A782-D80B770A9195}" dt="2025-09-29T04:46:18.997" v="3069" actId="1076"/>
          <ac:picMkLst>
            <pc:docMk/>
            <pc:sldMk cId="973213631" sldId="805"/>
            <ac:picMk id="99" creationId="{4B58B3EC-0D7E-4749-7651-55087BAD9E77}"/>
          </ac:picMkLst>
        </pc:picChg>
        <pc:picChg chg="add mod">
          <ac:chgData name="Kaixin Zeng" userId="27805093-4303-4316-9da5-30560062ae6f" providerId="ADAL" clId="{806C275D-D970-45FC-A782-D80B770A9195}" dt="2025-09-29T04:46:34.861" v="3074" actId="1076"/>
          <ac:picMkLst>
            <pc:docMk/>
            <pc:sldMk cId="973213631" sldId="805"/>
            <ac:picMk id="100" creationId="{A2B31BD8-F761-C534-7F62-24A3A6540B55}"/>
          </ac:picMkLst>
        </pc:picChg>
        <pc:picChg chg="add mod">
          <ac:chgData name="Kaixin Zeng" userId="27805093-4303-4316-9da5-30560062ae6f" providerId="ADAL" clId="{806C275D-D970-45FC-A782-D80B770A9195}" dt="2025-09-29T04:46:34.861" v="3074" actId="1076"/>
          <ac:picMkLst>
            <pc:docMk/>
            <pc:sldMk cId="973213631" sldId="805"/>
            <ac:picMk id="101" creationId="{07789CD8-EC9D-55C5-CFDD-4B8F31AA7379}"/>
          </ac:picMkLst>
        </pc:picChg>
        <pc:picChg chg="add mod">
          <ac:chgData name="Kaixin Zeng" userId="27805093-4303-4316-9da5-30560062ae6f" providerId="ADAL" clId="{806C275D-D970-45FC-A782-D80B770A9195}" dt="2025-09-29T04:46:34.861" v="3074" actId="1076"/>
          <ac:picMkLst>
            <pc:docMk/>
            <pc:sldMk cId="973213631" sldId="805"/>
            <ac:picMk id="102" creationId="{F8E66A86-4774-D1FD-A34B-4EE29BC9F1D8}"/>
          </ac:picMkLst>
        </pc:picChg>
        <pc:picChg chg="add mod">
          <ac:chgData name="Kaixin Zeng" userId="27805093-4303-4316-9da5-30560062ae6f" providerId="ADAL" clId="{806C275D-D970-45FC-A782-D80B770A9195}" dt="2025-09-29T04:46:34.861" v="3074" actId="1076"/>
          <ac:picMkLst>
            <pc:docMk/>
            <pc:sldMk cId="973213631" sldId="805"/>
            <ac:picMk id="103" creationId="{2FA1055F-F987-612E-CE37-31EE7C4B61A7}"/>
          </ac:picMkLst>
        </pc:picChg>
        <pc:picChg chg="add mod">
          <ac:chgData name="Kaixin Zeng" userId="27805093-4303-4316-9da5-30560062ae6f" providerId="ADAL" clId="{806C275D-D970-45FC-A782-D80B770A9195}" dt="2025-09-29T04:46:34.861" v="3074" actId="1076"/>
          <ac:picMkLst>
            <pc:docMk/>
            <pc:sldMk cId="973213631" sldId="805"/>
            <ac:picMk id="104" creationId="{A0949650-B9F6-75B6-E282-4A25C51EDCAD}"/>
          </ac:picMkLst>
        </pc:picChg>
        <pc:cxnChg chg="add mod">
          <ac:chgData name="Kaixin Zeng" userId="27805093-4303-4316-9da5-30560062ae6f" providerId="ADAL" clId="{806C275D-D970-45FC-A782-D80B770A9195}" dt="2025-09-29T04:46:45.542" v="3078" actId="1076"/>
          <ac:cxnSpMkLst>
            <pc:docMk/>
            <pc:sldMk cId="973213631" sldId="805"/>
            <ac:cxnSpMk id="109" creationId="{EE65C5E9-EFC1-C454-5EC3-93B04206BAF3}"/>
          </ac:cxnSpMkLst>
        </pc:cxnChg>
      </pc:sldChg>
      <pc:sldChg chg="add del setBg">
        <pc:chgData name="Kaixin Zeng" userId="27805093-4303-4316-9da5-30560062ae6f" providerId="ADAL" clId="{806C275D-D970-45FC-A782-D80B770A9195}" dt="2025-09-29T03:41:01.895" v="2202" actId="47"/>
        <pc:sldMkLst>
          <pc:docMk/>
          <pc:sldMk cId="1685733012" sldId="805"/>
        </pc:sldMkLst>
      </pc:sldChg>
      <pc:sldChg chg="new del">
        <pc:chgData name="Kaixin Zeng" userId="27805093-4303-4316-9da5-30560062ae6f" providerId="ADAL" clId="{806C275D-D970-45FC-A782-D80B770A9195}" dt="2025-09-29T03:41:07.819" v="2204" actId="680"/>
        <pc:sldMkLst>
          <pc:docMk/>
          <pc:sldMk cId="2902158928" sldId="805"/>
        </pc:sldMkLst>
      </pc:sldChg>
      <pc:sldChg chg="add del mod ord modShow">
        <pc:chgData name="Kaixin Zeng" userId="27805093-4303-4316-9da5-30560062ae6f" providerId="ADAL" clId="{806C275D-D970-45FC-A782-D80B770A9195}" dt="2025-09-30T02:57:15.684" v="4990" actId="47"/>
        <pc:sldMkLst>
          <pc:docMk/>
          <pc:sldMk cId="302359023" sldId="807"/>
        </pc:sldMkLst>
      </pc:sldChg>
      <pc:sldChg chg="delSp modSp add mod ord modShow">
        <pc:chgData name="Kaixin Zeng" userId="27805093-4303-4316-9da5-30560062ae6f" providerId="ADAL" clId="{806C275D-D970-45FC-A782-D80B770A9195}" dt="2025-09-29T18:24:14.567" v="4821" actId="20577"/>
        <pc:sldMkLst>
          <pc:docMk/>
          <pc:sldMk cId="2301230143" sldId="808"/>
        </pc:sldMkLst>
      </pc:sldChg>
      <pc:sldChg chg="addSp delSp modSp add mod ord">
        <pc:chgData name="Kaixin Zeng" userId="27805093-4303-4316-9da5-30560062ae6f" providerId="ADAL" clId="{806C275D-D970-45FC-A782-D80B770A9195}" dt="2025-09-30T06:30:20.323" v="5027" actId="20577"/>
        <pc:sldMkLst>
          <pc:docMk/>
          <pc:sldMk cId="3393850813" sldId="809"/>
        </pc:sldMkLst>
        <pc:spChg chg="add mod ord">
          <ac:chgData name="Kaixin Zeng" userId="27805093-4303-4316-9da5-30560062ae6f" providerId="ADAL" clId="{806C275D-D970-45FC-A782-D80B770A9195}" dt="2025-09-29T05:06:22.070" v="3276" actId="14100"/>
          <ac:spMkLst>
            <pc:docMk/>
            <pc:sldMk cId="3393850813" sldId="809"/>
            <ac:spMk id="3" creationId="{1C052977-5AE8-A4C9-FD10-D3A7C12EF274}"/>
          </ac:spMkLst>
        </pc:spChg>
        <pc:spChg chg="mod">
          <ac:chgData name="Kaixin Zeng" userId="27805093-4303-4316-9da5-30560062ae6f" providerId="ADAL" clId="{806C275D-D970-45FC-A782-D80B770A9195}" dt="2025-09-29T04:57:12.806" v="3153" actId="20577"/>
          <ac:spMkLst>
            <pc:docMk/>
            <pc:sldMk cId="3393850813" sldId="809"/>
            <ac:spMk id="4" creationId="{63C2E575-0A7D-6C80-181C-FF03E73D1B81}"/>
          </ac:spMkLst>
        </pc:spChg>
        <pc:spChg chg="mod">
          <ac:chgData name="Kaixin Zeng" userId="27805093-4303-4316-9da5-30560062ae6f" providerId="ADAL" clId="{806C275D-D970-45FC-A782-D80B770A9195}" dt="2025-09-30T06:30:20.323" v="5027" actId="20577"/>
          <ac:spMkLst>
            <pc:docMk/>
            <pc:sldMk cId="3393850813" sldId="809"/>
            <ac:spMk id="11" creationId="{199DADEA-C9A5-B1A7-DDA6-D8F2F07FD461}"/>
          </ac:spMkLst>
        </pc:spChg>
        <pc:spChg chg="add mod">
          <ac:chgData name="Kaixin Zeng" userId="27805093-4303-4316-9da5-30560062ae6f" providerId="ADAL" clId="{806C275D-D970-45FC-A782-D80B770A9195}" dt="2025-09-29T06:37:58.738" v="3959" actId="113"/>
          <ac:spMkLst>
            <pc:docMk/>
            <pc:sldMk cId="3393850813" sldId="809"/>
            <ac:spMk id="13" creationId="{3C8BF6B5-EC15-02A5-383E-F60F29859EB4}"/>
          </ac:spMkLst>
        </pc:spChg>
        <pc:spChg chg="add mod">
          <ac:chgData name="Kaixin Zeng" userId="27805093-4303-4316-9da5-30560062ae6f" providerId="ADAL" clId="{806C275D-D970-45FC-A782-D80B770A9195}" dt="2025-09-29T05:06:30.221" v="3278" actId="1076"/>
          <ac:spMkLst>
            <pc:docMk/>
            <pc:sldMk cId="3393850813" sldId="809"/>
            <ac:spMk id="18" creationId="{AA0AA07E-5B10-DFAC-363D-3D8CFA0BB13B}"/>
          </ac:spMkLst>
        </pc:spChg>
        <pc:spChg chg="add mod ord">
          <ac:chgData name="Kaixin Zeng" userId="27805093-4303-4316-9da5-30560062ae6f" providerId="ADAL" clId="{806C275D-D970-45FC-A782-D80B770A9195}" dt="2025-09-29T05:06:24.557" v="3277" actId="14100"/>
          <ac:spMkLst>
            <pc:docMk/>
            <pc:sldMk cId="3393850813" sldId="809"/>
            <ac:spMk id="20" creationId="{7D0B1770-C2F6-FF9C-630B-7ADABA597E0C}"/>
          </ac:spMkLst>
        </pc:spChg>
        <pc:spChg chg="add mod ord">
          <ac:chgData name="Kaixin Zeng" userId="27805093-4303-4316-9da5-30560062ae6f" providerId="ADAL" clId="{806C275D-D970-45FC-A782-D80B770A9195}" dt="2025-09-29T05:06:05.226" v="3271" actId="14100"/>
          <ac:spMkLst>
            <pc:docMk/>
            <pc:sldMk cId="3393850813" sldId="809"/>
            <ac:spMk id="30" creationId="{663EE4BA-BE20-1887-EBAA-34E9553BF911}"/>
          </ac:spMkLst>
        </pc:spChg>
        <pc:spChg chg="add mod">
          <ac:chgData name="Kaixin Zeng" userId="27805093-4303-4316-9da5-30560062ae6f" providerId="ADAL" clId="{806C275D-D970-45FC-A782-D80B770A9195}" dt="2025-09-29T06:38:22.006" v="3961" actId="1076"/>
          <ac:spMkLst>
            <pc:docMk/>
            <pc:sldMk cId="3393850813" sldId="809"/>
            <ac:spMk id="32" creationId="{CCEC243D-B868-6908-97CB-8EE2CD6069A5}"/>
          </ac:spMkLst>
        </pc:spChg>
        <pc:spChg chg="add mod">
          <ac:chgData name="Kaixin Zeng" userId="27805093-4303-4316-9da5-30560062ae6f" providerId="ADAL" clId="{806C275D-D970-45FC-A782-D80B770A9195}" dt="2025-09-29T05:11:52.470" v="3338" actId="1076"/>
          <ac:spMkLst>
            <pc:docMk/>
            <pc:sldMk cId="3393850813" sldId="809"/>
            <ac:spMk id="42" creationId="{074F5127-3F8C-66A2-7107-7022C5A93B0E}"/>
          </ac:spMkLst>
        </pc:spChg>
        <pc:spChg chg="add mod">
          <ac:chgData name="Kaixin Zeng" userId="27805093-4303-4316-9da5-30560062ae6f" providerId="ADAL" clId="{806C275D-D970-45FC-A782-D80B770A9195}" dt="2025-09-30T00:00:58.237" v="4965" actId="20577"/>
          <ac:spMkLst>
            <pc:docMk/>
            <pc:sldMk cId="3393850813" sldId="809"/>
            <ac:spMk id="43" creationId="{8C2CFECC-79FF-66BB-C8E1-59860BF03328}"/>
          </ac:spMkLst>
        </pc:spChg>
        <pc:spChg chg="add mod">
          <ac:chgData name="Kaixin Zeng" userId="27805093-4303-4316-9da5-30560062ae6f" providerId="ADAL" clId="{806C275D-D970-45FC-A782-D80B770A9195}" dt="2025-09-29T05:11:52.470" v="3338" actId="1076"/>
          <ac:spMkLst>
            <pc:docMk/>
            <pc:sldMk cId="3393850813" sldId="809"/>
            <ac:spMk id="44" creationId="{464AFFDA-B929-DF22-1090-FB61978892D4}"/>
          </ac:spMkLst>
        </pc:spChg>
        <pc:spChg chg="add mod">
          <ac:chgData name="Kaixin Zeng" userId="27805093-4303-4316-9da5-30560062ae6f" providerId="ADAL" clId="{806C275D-D970-45FC-A782-D80B770A9195}" dt="2025-09-29T05:11:52.470" v="3338" actId="1076"/>
          <ac:spMkLst>
            <pc:docMk/>
            <pc:sldMk cId="3393850813" sldId="809"/>
            <ac:spMk id="45" creationId="{B9457A88-435B-3796-898F-3CECF0965470}"/>
          </ac:spMkLst>
        </pc:spChg>
        <pc:spChg chg="add mod">
          <ac:chgData name="Kaixin Zeng" userId="27805093-4303-4316-9da5-30560062ae6f" providerId="ADAL" clId="{806C275D-D970-45FC-A782-D80B770A9195}" dt="2025-09-29T22:04:24.521" v="4958" actId="14100"/>
          <ac:spMkLst>
            <pc:docMk/>
            <pc:sldMk cId="3393850813" sldId="809"/>
            <ac:spMk id="47" creationId="{C10B05B6-252B-EA4A-9039-03368B8AA7A4}"/>
          </ac:spMkLst>
        </pc:spChg>
        <pc:spChg chg="add mod">
          <ac:chgData name="Kaixin Zeng" userId="27805093-4303-4316-9da5-30560062ae6f" providerId="ADAL" clId="{806C275D-D970-45FC-A782-D80B770A9195}" dt="2025-09-29T22:04:19.734" v="4957" actId="14100"/>
          <ac:spMkLst>
            <pc:docMk/>
            <pc:sldMk cId="3393850813" sldId="809"/>
            <ac:spMk id="48" creationId="{064CA1A6-8389-5B31-A016-04282D0C2621}"/>
          </ac:spMkLst>
        </pc:spChg>
        <pc:spChg chg="add mod">
          <ac:chgData name="Kaixin Zeng" userId="27805093-4303-4316-9da5-30560062ae6f" providerId="ADAL" clId="{806C275D-D970-45FC-A782-D80B770A9195}" dt="2025-09-29T06:26:54.317" v="3888" actId="1076"/>
          <ac:spMkLst>
            <pc:docMk/>
            <pc:sldMk cId="3393850813" sldId="809"/>
            <ac:spMk id="49" creationId="{F0E27124-6F76-D5F2-3ED6-FA78796C1E73}"/>
          </ac:spMkLst>
        </pc:spChg>
        <pc:spChg chg="add mod">
          <ac:chgData name="Kaixin Zeng" userId="27805093-4303-4316-9da5-30560062ae6f" providerId="ADAL" clId="{806C275D-D970-45FC-A782-D80B770A9195}" dt="2025-09-29T11:25:40.856" v="4232" actId="20577"/>
          <ac:spMkLst>
            <pc:docMk/>
            <pc:sldMk cId="3393850813" sldId="809"/>
            <ac:spMk id="51" creationId="{86F2A247-EE6B-DF3B-B93C-08443767DDEE}"/>
          </ac:spMkLst>
        </pc:spChg>
        <pc:spChg chg="add mod">
          <ac:chgData name="Kaixin Zeng" userId="27805093-4303-4316-9da5-30560062ae6f" providerId="ADAL" clId="{806C275D-D970-45FC-A782-D80B770A9195}" dt="2025-09-29T22:04:29.756" v="4959" actId="1076"/>
          <ac:spMkLst>
            <pc:docMk/>
            <pc:sldMk cId="3393850813" sldId="809"/>
            <ac:spMk id="53" creationId="{4B828013-CE25-DE63-2CD6-CA425A9EFEB3}"/>
          </ac:spMkLst>
        </pc:spChg>
        <pc:spChg chg="add mod">
          <ac:chgData name="Kaixin Zeng" userId="27805093-4303-4316-9da5-30560062ae6f" providerId="ADAL" clId="{806C275D-D970-45FC-A782-D80B770A9195}" dt="2025-09-29T22:04:15.985" v="4956" actId="1076"/>
          <ac:spMkLst>
            <pc:docMk/>
            <pc:sldMk cId="3393850813" sldId="809"/>
            <ac:spMk id="56" creationId="{48CE8A8E-4E5C-0322-6EEA-0FC60D686DE4}"/>
          </ac:spMkLst>
        </pc:spChg>
        <pc:picChg chg="add mod">
          <ac:chgData name="Kaixin Zeng" userId="27805093-4303-4316-9da5-30560062ae6f" providerId="ADAL" clId="{806C275D-D970-45FC-A782-D80B770A9195}" dt="2025-09-29T05:11:52.470" v="3338" actId="1076"/>
          <ac:picMkLst>
            <pc:docMk/>
            <pc:sldMk cId="3393850813" sldId="809"/>
            <ac:picMk id="46" creationId="{99FF28A4-93B0-52E6-8FF9-C5747527C450}"/>
          </ac:picMkLst>
        </pc:picChg>
      </pc:sldChg>
      <pc:sldChg chg="addSp delSp modSp add mod ord">
        <pc:chgData name="Kaixin Zeng" userId="27805093-4303-4316-9da5-30560062ae6f" providerId="ADAL" clId="{806C275D-D970-45FC-A782-D80B770A9195}" dt="2025-09-29T18:24:50.998" v="4845" actId="20577"/>
        <pc:sldMkLst>
          <pc:docMk/>
          <pc:sldMk cId="1777811139" sldId="810"/>
        </pc:sldMkLst>
        <pc:spChg chg="add mod">
          <ac:chgData name="Kaixin Zeng" userId="27805093-4303-4316-9da5-30560062ae6f" providerId="ADAL" clId="{806C275D-D970-45FC-A782-D80B770A9195}" dt="2025-09-29T17:51:10.927" v="4545" actId="207"/>
          <ac:spMkLst>
            <pc:docMk/>
            <pc:sldMk cId="1777811139" sldId="810"/>
            <ac:spMk id="19" creationId="{41D03C24-45A6-5084-BCD9-CF5941DA8212}"/>
          </ac:spMkLst>
        </pc:spChg>
        <pc:spChg chg="mod">
          <ac:chgData name="Kaixin Zeng" userId="27805093-4303-4316-9da5-30560062ae6f" providerId="ADAL" clId="{806C275D-D970-45FC-A782-D80B770A9195}" dt="2025-09-29T14:12:24.026" v="4473" actId="1076"/>
          <ac:spMkLst>
            <pc:docMk/>
            <pc:sldMk cId="1777811139" sldId="810"/>
            <ac:spMk id="22" creationId="{C50CD61A-B57D-6D20-F35F-D295C352F8D9}"/>
          </ac:spMkLst>
        </pc:spChg>
        <pc:spChg chg="add mod">
          <ac:chgData name="Kaixin Zeng" userId="27805093-4303-4316-9da5-30560062ae6f" providerId="ADAL" clId="{806C275D-D970-45FC-A782-D80B770A9195}" dt="2025-09-29T18:20:05.085" v="4766" actId="1076"/>
          <ac:spMkLst>
            <pc:docMk/>
            <pc:sldMk cId="1777811139" sldId="810"/>
            <ac:spMk id="24" creationId="{A33ACEE1-61EB-21A5-A347-D94729D71452}"/>
          </ac:spMkLst>
        </pc:spChg>
        <pc:spChg chg="add mod">
          <ac:chgData name="Kaixin Zeng" userId="27805093-4303-4316-9da5-30560062ae6f" providerId="ADAL" clId="{806C275D-D970-45FC-A782-D80B770A9195}" dt="2025-09-29T18:19:58.047" v="4764" actId="1076"/>
          <ac:spMkLst>
            <pc:docMk/>
            <pc:sldMk cId="1777811139" sldId="810"/>
            <ac:spMk id="28" creationId="{E3F621DC-B733-A08C-2CCB-1DC7CED29CF7}"/>
          </ac:spMkLst>
        </pc:spChg>
        <pc:spChg chg="add mod">
          <ac:chgData name="Kaixin Zeng" userId="27805093-4303-4316-9da5-30560062ae6f" providerId="ADAL" clId="{806C275D-D970-45FC-A782-D80B770A9195}" dt="2025-09-29T17:52:04.467" v="4549" actId="1076"/>
          <ac:spMkLst>
            <pc:docMk/>
            <pc:sldMk cId="1777811139" sldId="810"/>
            <ac:spMk id="31" creationId="{FB94F55C-C37A-FD48-79B2-173477F3BEB2}"/>
          </ac:spMkLst>
        </pc:spChg>
        <pc:spChg chg="add mod">
          <ac:chgData name="Kaixin Zeng" userId="27805093-4303-4316-9da5-30560062ae6f" providerId="ADAL" clId="{806C275D-D970-45FC-A782-D80B770A9195}" dt="2025-09-29T17:52:04.467" v="4549" actId="1076"/>
          <ac:spMkLst>
            <pc:docMk/>
            <pc:sldMk cId="1777811139" sldId="810"/>
            <ac:spMk id="32" creationId="{71FAADCA-4C41-6D3A-53C2-CB95E2E242F0}"/>
          </ac:spMkLst>
        </pc:spChg>
        <pc:spChg chg="add mod">
          <ac:chgData name="Kaixin Zeng" userId="27805093-4303-4316-9da5-30560062ae6f" providerId="ADAL" clId="{806C275D-D970-45FC-A782-D80B770A9195}" dt="2025-09-29T18:18:44.855" v="4757" actId="207"/>
          <ac:spMkLst>
            <pc:docMk/>
            <pc:sldMk cId="1777811139" sldId="810"/>
            <ac:spMk id="34" creationId="{2A776FFC-5040-0098-3F3F-1832B5EDF2F5}"/>
          </ac:spMkLst>
        </pc:spChg>
        <pc:spChg chg="add mod">
          <ac:chgData name="Kaixin Zeng" userId="27805093-4303-4316-9da5-30560062ae6f" providerId="ADAL" clId="{806C275D-D970-45FC-A782-D80B770A9195}" dt="2025-09-29T14:13:20.330" v="4476" actId="1076"/>
          <ac:spMkLst>
            <pc:docMk/>
            <pc:sldMk cId="1777811139" sldId="810"/>
            <ac:spMk id="35" creationId="{75A5D4F0-3589-1052-8AAF-81BD997E6127}"/>
          </ac:spMkLst>
        </pc:spChg>
        <pc:spChg chg="add mod ord">
          <ac:chgData name="Kaixin Zeng" userId="27805093-4303-4316-9da5-30560062ae6f" providerId="ADAL" clId="{806C275D-D970-45FC-A782-D80B770A9195}" dt="2025-09-29T18:13:55.331" v="4631" actId="1076"/>
          <ac:spMkLst>
            <pc:docMk/>
            <pc:sldMk cId="1777811139" sldId="810"/>
            <ac:spMk id="40" creationId="{BA093C38-66CB-54F8-CF5C-2D340F3AC49E}"/>
          </ac:spMkLst>
        </pc:spChg>
      </pc:sldChg>
      <pc:sldChg chg="delSp modSp add mod ord modShow">
        <pc:chgData name="Kaixin Zeng" userId="27805093-4303-4316-9da5-30560062ae6f" providerId="ADAL" clId="{806C275D-D970-45FC-A782-D80B770A9195}" dt="2025-09-29T06:26:28.071" v="3886" actId="729"/>
        <pc:sldMkLst>
          <pc:docMk/>
          <pc:sldMk cId="1428957505" sldId="811"/>
        </pc:sldMkLst>
      </pc:sldChg>
      <pc:sldChg chg="delSp modSp add mod ord">
        <pc:chgData name="Kaixin Zeng" userId="27805093-4303-4316-9da5-30560062ae6f" providerId="ADAL" clId="{806C275D-D970-45FC-A782-D80B770A9195}" dt="2025-09-30T06:55:27.189" v="5065" actId="1076"/>
        <pc:sldMkLst>
          <pc:docMk/>
          <pc:sldMk cId="3010621544" sldId="813"/>
        </pc:sldMkLst>
        <pc:spChg chg="mod">
          <ac:chgData name="Kaixin Zeng" userId="27805093-4303-4316-9da5-30560062ae6f" providerId="ADAL" clId="{806C275D-D970-45FC-A782-D80B770A9195}" dt="2025-09-29T06:18:53.342" v="3841" actId="1076"/>
          <ac:spMkLst>
            <pc:docMk/>
            <pc:sldMk cId="3010621544" sldId="813"/>
            <ac:spMk id="8" creationId="{1F7A7D2D-2461-C8B1-1DC8-202F2304A1D6}"/>
          </ac:spMkLst>
        </pc:spChg>
        <pc:spChg chg="mod">
          <ac:chgData name="Kaixin Zeng" userId="27805093-4303-4316-9da5-30560062ae6f" providerId="ADAL" clId="{806C275D-D970-45FC-A782-D80B770A9195}" dt="2025-09-30T06:53:56.805" v="5047" actId="14100"/>
          <ac:spMkLst>
            <pc:docMk/>
            <pc:sldMk cId="3010621544" sldId="813"/>
            <ac:spMk id="10" creationId="{20E3AA97-0747-0875-E0C3-81E4A3C16C7F}"/>
          </ac:spMkLst>
        </pc:spChg>
        <pc:spChg chg="mod">
          <ac:chgData name="Kaixin Zeng" userId="27805093-4303-4316-9da5-30560062ae6f" providerId="ADAL" clId="{806C275D-D970-45FC-A782-D80B770A9195}" dt="2025-09-30T06:55:02.723" v="5062" actId="1076"/>
          <ac:spMkLst>
            <pc:docMk/>
            <pc:sldMk cId="3010621544" sldId="813"/>
            <ac:spMk id="12" creationId="{CD937616-86B6-3C74-BA95-35262621C4C7}"/>
          </ac:spMkLst>
        </pc:spChg>
        <pc:spChg chg="mod">
          <ac:chgData name="Kaixin Zeng" userId="27805093-4303-4316-9da5-30560062ae6f" providerId="ADAL" clId="{806C275D-D970-45FC-A782-D80B770A9195}" dt="2025-09-30T06:54:38.092" v="5056" actId="1076"/>
          <ac:spMkLst>
            <pc:docMk/>
            <pc:sldMk cId="3010621544" sldId="813"/>
            <ac:spMk id="15" creationId="{66BE12E5-D167-F015-FE46-77F3705C8121}"/>
          </ac:spMkLst>
        </pc:spChg>
        <pc:spChg chg="mod">
          <ac:chgData name="Kaixin Zeng" userId="27805093-4303-4316-9da5-30560062ae6f" providerId="ADAL" clId="{806C275D-D970-45FC-A782-D80B770A9195}" dt="2025-09-30T06:54:53.885" v="5059" actId="1076"/>
          <ac:spMkLst>
            <pc:docMk/>
            <pc:sldMk cId="3010621544" sldId="813"/>
            <ac:spMk id="16" creationId="{91E1596C-8285-1820-B44A-6F52C2619D1C}"/>
          </ac:spMkLst>
        </pc:spChg>
        <pc:spChg chg="mod">
          <ac:chgData name="Kaixin Zeng" userId="27805093-4303-4316-9da5-30560062ae6f" providerId="ADAL" clId="{806C275D-D970-45FC-A782-D80B770A9195}" dt="2025-09-29T06:19:15.049" v="3847" actId="1076"/>
          <ac:spMkLst>
            <pc:docMk/>
            <pc:sldMk cId="3010621544" sldId="813"/>
            <ac:spMk id="18" creationId="{6F7C0003-21F5-B3A9-B963-2D77C1261F92}"/>
          </ac:spMkLst>
        </pc:spChg>
        <pc:spChg chg="mod">
          <ac:chgData name="Kaixin Zeng" userId="27805093-4303-4316-9da5-30560062ae6f" providerId="ADAL" clId="{806C275D-D970-45FC-A782-D80B770A9195}" dt="2025-09-29T18:23:33.443" v="4810" actId="20577"/>
          <ac:spMkLst>
            <pc:docMk/>
            <pc:sldMk cId="3010621544" sldId="813"/>
            <ac:spMk id="21" creationId="{0AA081BA-203A-463E-1663-640CA8E636CA}"/>
          </ac:spMkLst>
        </pc:spChg>
        <pc:spChg chg="mod">
          <ac:chgData name="Kaixin Zeng" userId="27805093-4303-4316-9da5-30560062ae6f" providerId="ADAL" clId="{806C275D-D970-45FC-A782-D80B770A9195}" dt="2025-09-30T06:55:13.482" v="5063" actId="1076"/>
          <ac:spMkLst>
            <pc:docMk/>
            <pc:sldMk cId="3010621544" sldId="813"/>
            <ac:spMk id="22" creationId="{5B37DFE4-9587-E368-F28B-B37888B7BBFD}"/>
          </ac:spMkLst>
        </pc:spChg>
        <pc:grpChg chg="mod">
          <ac:chgData name="Kaixin Zeng" userId="27805093-4303-4316-9da5-30560062ae6f" providerId="ADAL" clId="{806C275D-D970-45FC-A782-D80B770A9195}" dt="2025-09-30T06:54:58.048" v="5061" actId="1076"/>
          <ac:grpSpMkLst>
            <pc:docMk/>
            <pc:sldMk cId="3010621544" sldId="813"/>
            <ac:grpSpMk id="3" creationId="{AF9A46E2-A30C-68DD-4905-A0BCCDDD8EBA}"/>
          </ac:grpSpMkLst>
        </pc:grpChg>
      </pc:sldChg>
      <pc:sldChg chg="addSp delSp modSp add del mod">
        <pc:chgData name="Kaixin Zeng" userId="27805093-4303-4316-9da5-30560062ae6f" providerId="ADAL" clId="{806C275D-D970-45FC-A782-D80B770A9195}" dt="2025-09-29T18:50:15.027" v="4941" actId="403"/>
        <pc:sldMkLst>
          <pc:docMk/>
          <pc:sldMk cId="3128222152" sldId="822"/>
        </pc:sldMkLst>
      </pc:sldChg>
      <pc:sldChg chg="modSp mod">
        <pc:chgData name="Kaixin Zeng" userId="27805093-4303-4316-9da5-30560062ae6f" providerId="ADAL" clId="{806C275D-D970-45FC-A782-D80B770A9195}" dt="2025-10-12T19:39:40.122" v="5099" actId="1076"/>
        <pc:sldMkLst>
          <pc:docMk/>
          <pc:sldMk cId="1098690757" sldId="833"/>
        </pc:sldMkLst>
        <pc:graphicFrameChg chg="mod">
          <ac:chgData name="Kaixin Zeng" userId="27805093-4303-4316-9da5-30560062ae6f" providerId="ADAL" clId="{806C275D-D970-45FC-A782-D80B770A9195}" dt="2025-10-12T19:39:40.122" v="5099" actId="1076"/>
          <ac:graphicFrameMkLst>
            <pc:docMk/>
            <pc:sldMk cId="1098690757" sldId="833"/>
            <ac:graphicFrameMk id="8" creationId="{1955749F-2C01-0815-BD6B-A42A36E3FE9D}"/>
          </ac:graphicFrameMkLst>
        </pc:graphicFrameChg>
      </pc:sldChg>
      <pc:sldChg chg="modSp mod">
        <pc:chgData name="Kaixin Zeng" userId="27805093-4303-4316-9da5-30560062ae6f" providerId="ADAL" clId="{806C275D-D970-45FC-A782-D80B770A9195}" dt="2025-10-11T17:10:14.381" v="5090" actId="1076"/>
        <pc:sldMkLst>
          <pc:docMk/>
          <pc:sldMk cId="3520502562" sldId="834"/>
        </pc:sldMkLst>
        <pc:graphicFrameChg chg="mod">
          <ac:chgData name="Kaixin Zeng" userId="27805093-4303-4316-9da5-30560062ae6f" providerId="ADAL" clId="{806C275D-D970-45FC-A782-D80B770A9195}" dt="2025-10-11T17:10:14.381" v="5090" actId="1076"/>
          <ac:graphicFrameMkLst>
            <pc:docMk/>
            <pc:sldMk cId="3520502562" sldId="834"/>
            <ac:graphicFrameMk id="13" creationId="{8277A61B-74F3-5270-C1EB-71C7EABC1DED}"/>
          </ac:graphicFrameMkLst>
        </pc:graphicFrameChg>
      </pc:sldChg>
      <pc:sldChg chg="modSp mod">
        <pc:chgData name="Kaixin Zeng" userId="27805093-4303-4316-9da5-30560062ae6f" providerId="ADAL" clId="{806C275D-D970-45FC-A782-D80B770A9195}" dt="2025-10-13T00:14:32.702" v="5100" actId="1076"/>
        <pc:sldMkLst>
          <pc:docMk/>
          <pc:sldMk cId="2353976996" sldId="836"/>
        </pc:sldMkLst>
        <pc:picChg chg="mod">
          <ac:chgData name="Kaixin Zeng" userId="27805093-4303-4316-9da5-30560062ae6f" providerId="ADAL" clId="{806C275D-D970-45FC-A782-D80B770A9195}" dt="2025-10-11T14:10:56.203" v="5072" actId="1076"/>
          <ac:picMkLst>
            <pc:docMk/>
            <pc:sldMk cId="2353976996" sldId="836"/>
            <ac:picMk id="6" creationId="{2598BD43-D415-C20D-3BF8-8D7A792EB0B0}"/>
          </ac:picMkLst>
        </pc:picChg>
        <pc:picChg chg="mod">
          <ac:chgData name="Kaixin Zeng" userId="27805093-4303-4316-9da5-30560062ae6f" providerId="ADAL" clId="{806C275D-D970-45FC-A782-D80B770A9195}" dt="2025-10-13T00:14:32.702" v="5100" actId="1076"/>
          <ac:picMkLst>
            <pc:docMk/>
            <pc:sldMk cId="2353976996" sldId="836"/>
            <ac:picMk id="8" creationId="{BE3CE826-812F-63F6-8374-386450745CE4}"/>
          </ac:picMkLst>
        </pc:picChg>
      </pc:sldChg>
      <pc:sldChg chg="modSp mod">
        <pc:chgData name="Kaixin Zeng" userId="27805093-4303-4316-9da5-30560062ae6f" providerId="ADAL" clId="{806C275D-D970-45FC-A782-D80B770A9195}" dt="2025-09-30T06:30:34.346" v="5028" actId="20577"/>
        <pc:sldMkLst>
          <pc:docMk/>
          <pc:sldMk cId="529426314" sldId="837"/>
        </pc:sldMkLst>
      </pc:sldChg>
      <pc:sldChg chg="modSp mod">
        <pc:chgData name="Kaixin Zeng" userId="27805093-4303-4316-9da5-30560062ae6f" providerId="ADAL" clId="{806C275D-D970-45FC-A782-D80B770A9195}" dt="2025-10-11T16:53:00.084" v="5089" actId="1076"/>
        <pc:sldMkLst>
          <pc:docMk/>
          <pc:sldMk cId="597389141" sldId="838"/>
        </pc:sldMkLst>
        <pc:picChg chg="mod">
          <ac:chgData name="Kaixin Zeng" userId="27805093-4303-4316-9da5-30560062ae6f" providerId="ADAL" clId="{806C275D-D970-45FC-A782-D80B770A9195}" dt="2025-10-11T16:52:54.055" v="5086" actId="1076"/>
          <ac:picMkLst>
            <pc:docMk/>
            <pc:sldMk cId="597389141" sldId="838"/>
            <ac:picMk id="7" creationId="{98A80EA7-D121-49DF-EEAD-6990924B31E8}"/>
          </ac:picMkLst>
        </pc:picChg>
        <pc:picChg chg="mod">
          <ac:chgData name="Kaixin Zeng" userId="27805093-4303-4316-9da5-30560062ae6f" providerId="ADAL" clId="{806C275D-D970-45FC-A782-D80B770A9195}" dt="2025-10-11T16:53:00.084" v="5089" actId="1076"/>
          <ac:picMkLst>
            <pc:docMk/>
            <pc:sldMk cId="597389141" sldId="838"/>
            <ac:picMk id="9" creationId="{EF6596FE-23D2-58DE-5CB5-25A02564A98B}"/>
          </ac:picMkLst>
        </pc:picChg>
      </pc:sldChg>
    </pc:docChg>
  </pc:docChgLst>
  <pc:docChgLst>
    <pc:chgData name="Shreyas Mahendra Patil" userId="S::spatil20@jh.edu::c5607be1-707f-4ee4-b3d6-760ec4e96f6f" providerId="AD" clId="Web-{D35FCC00-9B84-00CE-3B34-A554663F3605}"/>
    <pc:docChg chg="mod">
      <pc:chgData name="Shreyas Mahendra Patil" userId="S::spatil20@jh.edu::c5607be1-707f-4ee4-b3d6-760ec4e96f6f" providerId="AD" clId="Web-{D35FCC00-9B84-00CE-3B34-A554663F3605}" dt="2025-09-28T17:03:57.840" v="0"/>
      <pc:docMkLst>
        <pc:docMk/>
      </pc:docMkLst>
    </pc:docChg>
  </pc:docChgLst>
  <pc:docChgLst>
    <pc:chgData name="Enoch Kweku Amo Appiah" userId="a6b940a1-a7d6-4531-9cc9-f2cf449f1c38" providerId="ADAL" clId="{8BDDC8E3-27FB-5622-B8A4-10DB7A35FCEA}"/>
    <pc:docChg chg="undo redo custSel addSld delSld modSld sldOrd modMainMaster">
      <pc:chgData name="Enoch Kweku Amo Appiah" userId="a6b940a1-a7d6-4531-9cc9-f2cf449f1c38" providerId="ADAL" clId="{8BDDC8E3-27FB-5622-B8A4-10DB7A35FCEA}" dt="2025-09-30T17:12:56.595" v="10640" actId="2696"/>
      <pc:docMkLst>
        <pc:docMk/>
      </pc:docMkLst>
      <pc:sldChg chg="modSp mod modTransition">
        <pc:chgData name="Enoch Kweku Amo Appiah" userId="a6b940a1-a7d6-4531-9cc9-f2cf449f1c38" providerId="ADAL" clId="{8BDDC8E3-27FB-5622-B8A4-10DB7A35FCEA}" dt="2025-09-30T16:39:19.978" v="8847"/>
        <pc:sldMkLst>
          <pc:docMk/>
          <pc:sldMk cId="0" sldId="256"/>
        </pc:sldMkLst>
        <pc:spChg chg="mod">
          <ac:chgData name="Enoch Kweku Amo Appiah" userId="a6b940a1-a7d6-4531-9cc9-f2cf449f1c38" providerId="ADAL" clId="{8BDDC8E3-27FB-5622-B8A4-10DB7A35FCEA}" dt="2025-09-29T17:08:36.541" v="2228" actId="313"/>
          <ac:spMkLst>
            <pc:docMk/>
            <pc:sldMk cId="0" sldId="256"/>
            <ac:spMk id="6" creationId="{6D130159-B629-0CDB-F251-F2B3B522790E}"/>
          </ac:spMkLst>
        </pc:spChg>
      </pc:sldChg>
      <pc:sldChg chg="del">
        <pc:chgData name="Enoch Kweku Amo Appiah" userId="a6b940a1-a7d6-4531-9cc9-f2cf449f1c38" providerId="ADAL" clId="{8BDDC8E3-27FB-5622-B8A4-10DB7A35FCEA}" dt="2025-09-28T22:51:04.953" v="1512" actId="2696"/>
        <pc:sldMkLst>
          <pc:docMk/>
          <pc:sldMk cId="4173264437" sldId="779"/>
        </pc:sldMkLst>
      </pc:sldChg>
      <pc:sldChg chg="del">
        <pc:chgData name="Enoch Kweku Amo Appiah" userId="a6b940a1-a7d6-4531-9cc9-f2cf449f1c38" providerId="ADAL" clId="{8BDDC8E3-27FB-5622-B8A4-10DB7A35FCEA}" dt="2025-09-28T22:51:04.953" v="1512" actId="2696"/>
        <pc:sldMkLst>
          <pc:docMk/>
          <pc:sldMk cId="3671960557" sldId="780"/>
        </pc:sldMkLst>
      </pc:sldChg>
      <pc:sldChg chg="modSp del mod modNotesTx">
        <pc:chgData name="Enoch Kweku Amo Appiah" userId="a6b940a1-a7d6-4531-9cc9-f2cf449f1c38" providerId="ADAL" clId="{8BDDC8E3-27FB-5622-B8A4-10DB7A35FCEA}" dt="2025-09-30T01:14:36.697" v="5633" actId="2696"/>
        <pc:sldMkLst>
          <pc:docMk/>
          <pc:sldMk cId="2325644402" sldId="781"/>
        </pc:sldMkLst>
      </pc:sldChg>
      <pc:sldChg chg="addSp delSp modSp mod modTransition modNotesTx">
        <pc:chgData name="Enoch Kweku Amo Appiah" userId="a6b940a1-a7d6-4531-9cc9-f2cf449f1c38" providerId="ADAL" clId="{8BDDC8E3-27FB-5622-B8A4-10DB7A35FCEA}" dt="2025-09-30T16:39:19.978" v="8847"/>
        <pc:sldMkLst>
          <pc:docMk/>
          <pc:sldMk cId="461684972" sldId="783"/>
        </pc:sldMkLst>
        <pc:spChg chg="mod">
          <ac:chgData name="Enoch Kweku Amo Appiah" userId="a6b940a1-a7d6-4531-9cc9-f2cf449f1c38" providerId="ADAL" clId="{8BDDC8E3-27FB-5622-B8A4-10DB7A35FCEA}" dt="2025-09-30T02:18:56.928" v="6225" actId="313"/>
          <ac:spMkLst>
            <pc:docMk/>
            <pc:sldMk cId="461684972" sldId="783"/>
            <ac:spMk id="3" creationId="{9B0DF12D-58BF-2CCA-C4F2-058F57C4F835}"/>
          </ac:spMkLst>
        </pc:spChg>
        <pc:spChg chg="mod">
          <ac:chgData name="Enoch Kweku Amo Appiah" userId="a6b940a1-a7d6-4531-9cc9-f2cf449f1c38" providerId="ADAL" clId="{8BDDC8E3-27FB-5622-B8A4-10DB7A35FCEA}" dt="2025-09-28T00:28:31.621" v="472"/>
          <ac:spMkLst>
            <pc:docMk/>
            <pc:sldMk cId="461684972" sldId="783"/>
            <ac:spMk id="7" creationId="{70C3C1F5-DD09-41BC-DEDE-54B2B6805748}"/>
          </ac:spMkLst>
        </pc:spChg>
        <pc:spChg chg="add del mod">
          <ac:chgData name="Enoch Kweku Amo Appiah" userId="a6b940a1-a7d6-4531-9cc9-f2cf449f1c38" providerId="ADAL" clId="{8BDDC8E3-27FB-5622-B8A4-10DB7A35FCEA}" dt="2025-09-28T00:28:25.660" v="471"/>
          <ac:spMkLst>
            <pc:docMk/>
            <pc:sldMk cId="461684972" sldId="783"/>
            <ac:spMk id="18" creationId="{0A220399-A027-683D-1940-653D6DFDB172}"/>
          </ac:spMkLst>
        </pc:spChg>
        <pc:spChg chg="mod">
          <ac:chgData name="Enoch Kweku Amo Appiah" userId="a6b940a1-a7d6-4531-9cc9-f2cf449f1c38" providerId="ADAL" clId="{8BDDC8E3-27FB-5622-B8A4-10DB7A35FCEA}" dt="2025-09-28T00:26:00.797" v="441" actId="164"/>
          <ac:spMkLst>
            <pc:docMk/>
            <pc:sldMk cId="461684972" sldId="783"/>
            <ac:spMk id="26" creationId="{6787BA6B-6C86-4DE6-1811-E2497581E63B}"/>
          </ac:spMkLst>
        </pc:spChg>
        <pc:spChg chg="mod">
          <ac:chgData name="Enoch Kweku Amo Appiah" userId="a6b940a1-a7d6-4531-9cc9-f2cf449f1c38" providerId="ADAL" clId="{8BDDC8E3-27FB-5622-B8A4-10DB7A35FCEA}" dt="2025-09-28T00:26:00.797" v="441" actId="164"/>
          <ac:spMkLst>
            <pc:docMk/>
            <pc:sldMk cId="461684972" sldId="783"/>
            <ac:spMk id="27" creationId="{952F0811-47F1-EC48-AD6E-E2B878D5588A}"/>
          </ac:spMkLst>
        </pc:spChg>
        <pc:spChg chg="mod">
          <ac:chgData name="Enoch Kweku Amo Appiah" userId="a6b940a1-a7d6-4531-9cc9-f2cf449f1c38" providerId="ADAL" clId="{8BDDC8E3-27FB-5622-B8A4-10DB7A35FCEA}" dt="2025-09-28T00:31:19.310" v="501" actId="20577"/>
          <ac:spMkLst>
            <pc:docMk/>
            <pc:sldMk cId="461684972" sldId="783"/>
            <ac:spMk id="28" creationId="{C3632615-4136-0491-2879-9E8B68A8642A}"/>
          </ac:spMkLst>
        </pc:spChg>
        <pc:spChg chg="mod">
          <ac:chgData name="Enoch Kweku Amo Appiah" userId="a6b940a1-a7d6-4531-9cc9-f2cf449f1c38" providerId="ADAL" clId="{8BDDC8E3-27FB-5622-B8A4-10DB7A35FCEA}" dt="2025-09-30T01:21:47.836" v="5638" actId="122"/>
          <ac:spMkLst>
            <pc:docMk/>
            <pc:sldMk cId="461684972" sldId="783"/>
            <ac:spMk id="41" creationId="{31EE9605-CCA4-A8FF-16BF-BD9B7CC27834}"/>
          </ac:spMkLst>
        </pc:spChg>
      </pc:sldChg>
      <pc:sldChg chg="addSp delSp modSp add del mod">
        <pc:chgData name="Enoch Kweku Amo Appiah" userId="a6b940a1-a7d6-4531-9cc9-f2cf449f1c38" providerId="ADAL" clId="{8BDDC8E3-27FB-5622-B8A4-10DB7A35FCEA}" dt="2025-09-30T01:14:42.857" v="5634" actId="2696"/>
        <pc:sldMkLst>
          <pc:docMk/>
          <pc:sldMk cId="176874399" sldId="785"/>
        </pc:sldMkLst>
      </pc:sldChg>
      <pc:sldChg chg="addSp delSp modSp add mod ord modTransition modAnim">
        <pc:chgData name="Enoch Kweku Amo Appiah" userId="a6b940a1-a7d6-4531-9cc9-f2cf449f1c38" providerId="ADAL" clId="{8BDDC8E3-27FB-5622-B8A4-10DB7A35FCEA}" dt="2025-09-30T17:02:15.173" v="10013"/>
        <pc:sldMkLst>
          <pc:docMk/>
          <pc:sldMk cId="2094521" sldId="786"/>
        </pc:sldMkLst>
        <pc:spChg chg="mod">
          <ac:chgData name="Enoch Kweku Amo Appiah" userId="a6b940a1-a7d6-4531-9cc9-f2cf449f1c38" providerId="ADAL" clId="{8BDDC8E3-27FB-5622-B8A4-10DB7A35FCEA}" dt="2025-09-27T23:29:08.175" v="50" actId="20577"/>
          <ac:spMkLst>
            <pc:docMk/>
            <pc:sldMk cId="2094521" sldId="786"/>
            <ac:spMk id="3" creationId="{821978CE-0DC9-3B92-B818-052199AB4CA6}"/>
          </ac:spMkLst>
        </pc:spChg>
        <pc:graphicFrameChg chg="add mod modGraphic">
          <ac:chgData name="Enoch Kweku Amo Appiah" userId="a6b940a1-a7d6-4531-9cc9-f2cf449f1c38" providerId="ADAL" clId="{8BDDC8E3-27FB-5622-B8A4-10DB7A35FCEA}" dt="2025-09-30T17:02:15.173" v="10013"/>
          <ac:graphicFrameMkLst>
            <pc:docMk/>
            <pc:sldMk cId="2094521" sldId="786"/>
            <ac:graphicFrameMk id="7" creationId="{DF722DB1-6C74-EDD9-3860-94EB9C9BFDD2}"/>
          </ac:graphicFrameMkLst>
        </pc:graphicFrameChg>
      </pc:sldChg>
      <pc:sldChg chg="new del">
        <pc:chgData name="Enoch Kweku Amo Appiah" userId="a6b940a1-a7d6-4531-9cc9-f2cf449f1c38" providerId="ADAL" clId="{8BDDC8E3-27FB-5622-B8A4-10DB7A35FCEA}" dt="2025-09-27T23:17:33.409" v="29" actId="2696"/>
        <pc:sldMkLst>
          <pc:docMk/>
          <pc:sldMk cId="2790728663" sldId="786"/>
        </pc:sldMkLst>
      </pc:sldChg>
      <pc:sldChg chg="addSp delSp modSp mo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3084358915" sldId="787"/>
        </pc:sldMkLst>
        <pc:spChg chg="mod">
          <ac:chgData name="Enoch Kweku Amo Appiah" userId="a6b940a1-a7d6-4531-9cc9-f2cf449f1c38" providerId="ADAL" clId="{8BDDC8E3-27FB-5622-B8A4-10DB7A35FCEA}" dt="2025-09-30T09:13:10.515" v="8542" actId="164"/>
          <ac:spMkLst>
            <pc:docMk/>
            <pc:sldMk cId="3084358915" sldId="787"/>
            <ac:spMk id="18" creationId="{087BE301-5986-9ACA-D937-772CD40384CF}"/>
          </ac:spMkLst>
        </pc:spChg>
        <pc:spChg chg="mod">
          <ac:chgData name="Enoch Kweku Amo Appiah" userId="a6b940a1-a7d6-4531-9cc9-f2cf449f1c38" providerId="ADAL" clId="{8BDDC8E3-27FB-5622-B8A4-10DB7A35FCEA}" dt="2025-09-30T09:13:10.515" v="8542" actId="164"/>
          <ac:spMkLst>
            <pc:docMk/>
            <pc:sldMk cId="3084358915" sldId="787"/>
            <ac:spMk id="23" creationId="{FF6E91F9-E1AC-0308-B521-3CFA4333D0F3}"/>
          </ac:spMkLst>
        </pc:spChg>
        <pc:spChg chg="mod">
          <ac:chgData name="Enoch Kweku Amo Appiah" userId="a6b940a1-a7d6-4531-9cc9-f2cf449f1c38" providerId="ADAL" clId="{8BDDC8E3-27FB-5622-B8A4-10DB7A35FCEA}" dt="2025-09-30T09:13:14.403" v="8543" actId="164"/>
          <ac:spMkLst>
            <pc:docMk/>
            <pc:sldMk cId="3084358915" sldId="787"/>
            <ac:spMk id="24" creationId="{B49D882E-D23F-0607-5A50-6FF5A6887394}"/>
          </ac:spMkLst>
        </pc:spChg>
        <pc:spChg chg="mod">
          <ac:chgData name="Enoch Kweku Amo Appiah" userId="a6b940a1-a7d6-4531-9cc9-f2cf449f1c38" providerId="ADAL" clId="{8BDDC8E3-27FB-5622-B8A4-10DB7A35FCEA}" dt="2025-09-30T09:13:18.262" v="8544" actId="164"/>
          <ac:spMkLst>
            <pc:docMk/>
            <pc:sldMk cId="3084358915" sldId="787"/>
            <ac:spMk id="26" creationId="{8200A04A-F248-8EB1-3584-7557315AB79D}"/>
          </ac:spMkLst>
        </pc:spChg>
        <pc:spChg chg="mod">
          <ac:chgData name="Enoch Kweku Amo Appiah" userId="a6b940a1-a7d6-4531-9cc9-f2cf449f1c38" providerId="ADAL" clId="{8BDDC8E3-27FB-5622-B8A4-10DB7A35FCEA}" dt="2025-09-30T09:13:34.721" v="8545" actId="164"/>
          <ac:spMkLst>
            <pc:docMk/>
            <pc:sldMk cId="3084358915" sldId="787"/>
            <ac:spMk id="27" creationId="{B11CD3BC-B035-ECE9-2A77-B1A50B7517CC}"/>
          </ac:spMkLst>
        </pc:spChg>
        <pc:spChg chg="mod">
          <ac:chgData name="Enoch Kweku Amo Appiah" userId="a6b940a1-a7d6-4531-9cc9-f2cf449f1c38" providerId="ADAL" clId="{8BDDC8E3-27FB-5622-B8A4-10DB7A35FCEA}" dt="2025-09-30T09:13:14.403" v="8543" actId="164"/>
          <ac:spMkLst>
            <pc:docMk/>
            <pc:sldMk cId="3084358915" sldId="787"/>
            <ac:spMk id="28" creationId="{48A9BDC0-7046-2843-5391-3FBA749F2CFC}"/>
          </ac:spMkLst>
        </pc:spChg>
        <pc:spChg chg="mod">
          <ac:chgData name="Enoch Kweku Amo Appiah" userId="a6b940a1-a7d6-4531-9cc9-f2cf449f1c38" providerId="ADAL" clId="{8BDDC8E3-27FB-5622-B8A4-10DB7A35FCEA}" dt="2025-09-30T09:13:18.262" v="8544" actId="164"/>
          <ac:spMkLst>
            <pc:docMk/>
            <pc:sldMk cId="3084358915" sldId="787"/>
            <ac:spMk id="32" creationId="{8E488744-19E2-517C-D8D5-DD03BBF7A69B}"/>
          </ac:spMkLst>
        </pc:spChg>
        <pc:spChg chg="mod">
          <ac:chgData name="Enoch Kweku Amo Appiah" userId="a6b940a1-a7d6-4531-9cc9-f2cf449f1c38" providerId="ADAL" clId="{8BDDC8E3-27FB-5622-B8A4-10DB7A35FCEA}" dt="2025-09-30T09:13:34.721" v="8545" actId="164"/>
          <ac:spMkLst>
            <pc:docMk/>
            <pc:sldMk cId="3084358915" sldId="787"/>
            <ac:spMk id="33" creationId="{8A6C69DA-E233-7269-52BC-E0F1AF1B0D1B}"/>
          </ac:spMkLst>
        </pc:spChg>
        <pc:grpChg chg="add mod">
          <ac:chgData name="Enoch Kweku Amo Appiah" userId="a6b940a1-a7d6-4531-9cc9-f2cf449f1c38" providerId="ADAL" clId="{8BDDC8E3-27FB-5622-B8A4-10DB7A35FCEA}" dt="2025-09-30T13:42:37.335" v="8845" actId="1076"/>
          <ac:grpSpMkLst>
            <pc:docMk/>
            <pc:sldMk cId="3084358915" sldId="787"/>
            <ac:grpSpMk id="4" creationId="{F313E716-3477-F444-F66D-1DEE604A8A7C}"/>
          </ac:grpSpMkLst>
        </pc:grpChg>
        <pc:grpChg chg="add mod">
          <ac:chgData name="Enoch Kweku Amo Appiah" userId="a6b940a1-a7d6-4531-9cc9-f2cf449f1c38" providerId="ADAL" clId="{8BDDC8E3-27FB-5622-B8A4-10DB7A35FCEA}" dt="2025-09-30T13:42:37.335" v="8845" actId="1076"/>
          <ac:grpSpMkLst>
            <pc:docMk/>
            <pc:sldMk cId="3084358915" sldId="787"/>
            <ac:grpSpMk id="5" creationId="{AF71DDC0-9FB3-BC29-050B-AE02979A5297}"/>
          </ac:grpSpMkLst>
        </pc:grpChg>
        <pc:grpChg chg="add mod">
          <ac:chgData name="Enoch Kweku Amo Appiah" userId="a6b940a1-a7d6-4531-9cc9-f2cf449f1c38" providerId="ADAL" clId="{8BDDC8E3-27FB-5622-B8A4-10DB7A35FCEA}" dt="2025-09-30T13:42:37.335" v="8845" actId="1076"/>
          <ac:grpSpMkLst>
            <pc:docMk/>
            <pc:sldMk cId="3084358915" sldId="787"/>
            <ac:grpSpMk id="6" creationId="{45E19CE7-C44C-EA7E-0E30-06A077E215DF}"/>
          </ac:grpSpMkLst>
        </pc:grpChg>
        <pc:grpChg chg="add mod">
          <ac:chgData name="Enoch Kweku Amo Appiah" userId="a6b940a1-a7d6-4531-9cc9-f2cf449f1c38" providerId="ADAL" clId="{8BDDC8E3-27FB-5622-B8A4-10DB7A35FCEA}" dt="2025-09-30T13:42:37.335" v="8845" actId="1076"/>
          <ac:grpSpMkLst>
            <pc:docMk/>
            <pc:sldMk cId="3084358915" sldId="787"/>
            <ac:grpSpMk id="7" creationId="{0C42789A-2B83-152B-3752-33D8B6BC0011}"/>
          </ac:grpSpMkLst>
        </pc:grpChg>
      </pc:sldChg>
      <pc:sldChg chg="del mod modShow modNotesTx">
        <pc:chgData name="Enoch Kweku Amo Appiah" userId="a6b940a1-a7d6-4531-9cc9-f2cf449f1c38" providerId="ADAL" clId="{8BDDC8E3-27FB-5622-B8A4-10DB7A35FCEA}" dt="2025-09-30T01:25:34.115" v="5654" actId="2696"/>
        <pc:sldMkLst>
          <pc:docMk/>
          <pc:sldMk cId="1686534976" sldId="788"/>
        </pc:sldMkLst>
      </pc:sldChg>
      <pc:sldChg chg="addSp delSp modSp add del mod ord">
        <pc:chgData name="Enoch Kweku Amo Appiah" userId="a6b940a1-a7d6-4531-9cc9-f2cf449f1c38" providerId="ADAL" clId="{8BDDC8E3-27FB-5622-B8A4-10DB7A35FCEA}" dt="2025-09-30T07:36:06.528" v="8405" actId="2696"/>
        <pc:sldMkLst>
          <pc:docMk/>
          <pc:sldMk cId="4267611300" sldId="789"/>
        </pc:sldMkLst>
      </pc:sldChg>
      <pc:sldChg chg="addSp delSp modSp add mod modTransition delAnim modAnim">
        <pc:chgData name="Enoch Kweku Amo Appiah" userId="a6b940a1-a7d6-4531-9cc9-f2cf449f1c38" providerId="ADAL" clId="{8BDDC8E3-27FB-5622-B8A4-10DB7A35FCEA}" dt="2025-09-30T17:01:26.582" v="10009" actId="20577"/>
        <pc:sldMkLst>
          <pc:docMk/>
          <pc:sldMk cId="3403845015" sldId="790"/>
        </pc:sldMkLst>
        <pc:spChg chg="mod">
          <ac:chgData name="Enoch Kweku Amo Appiah" userId="a6b940a1-a7d6-4531-9cc9-f2cf449f1c38" providerId="ADAL" clId="{8BDDC8E3-27FB-5622-B8A4-10DB7A35FCEA}" dt="2025-09-30T17:01:26.582" v="10009" actId="20577"/>
          <ac:spMkLst>
            <pc:docMk/>
            <pc:sldMk cId="3403845015" sldId="790"/>
            <ac:spMk id="3" creationId="{34D5B01E-3C1A-FF82-71D2-EB4FB1A1ADA4}"/>
          </ac:spMkLst>
        </pc:spChg>
        <pc:spChg chg="add mod">
          <ac:chgData name="Enoch Kweku Amo Appiah" userId="a6b940a1-a7d6-4531-9cc9-f2cf449f1c38" providerId="ADAL" clId="{8BDDC8E3-27FB-5622-B8A4-10DB7A35FCEA}" dt="2025-09-30T16:59:04.677" v="9928" actId="1076"/>
          <ac:spMkLst>
            <pc:docMk/>
            <pc:sldMk cId="3403845015" sldId="790"/>
            <ac:spMk id="4" creationId="{CA20E57E-1958-9117-7715-DB906E1A0598}"/>
          </ac:spMkLst>
        </pc:spChg>
        <pc:spChg chg="mod">
          <ac:chgData name="Enoch Kweku Amo Appiah" userId="a6b940a1-a7d6-4531-9cc9-f2cf449f1c38" providerId="ADAL" clId="{8BDDC8E3-27FB-5622-B8A4-10DB7A35FCEA}" dt="2025-09-28T00:46:07.460" v="611"/>
          <ac:spMkLst>
            <pc:docMk/>
            <pc:sldMk cId="3403845015" sldId="790"/>
            <ac:spMk id="20" creationId="{671CD75B-8B24-B092-48BE-1FFAE327ABD5}"/>
          </ac:spMkLst>
        </pc:spChg>
        <pc:spChg chg="mod">
          <ac:chgData name="Enoch Kweku Amo Appiah" userId="a6b940a1-a7d6-4531-9cc9-f2cf449f1c38" providerId="ADAL" clId="{8BDDC8E3-27FB-5622-B8A4-10DB7A35FCEA}" dt="2025-09-28T00:46:07.460" v="611"/>
          <ac:spMkLst>
            <pc:docMk/>
            <pc:sldMk cId="3403845015" sldId="790"/>
            <ac:spMk id="21" creationId="{BD632D80-099E-A46A-1758-E157F3BA13B4}"/>
          </ac:spMkLst>
        </pc:spChg>
        <pc:spChg chg="mod">
          <ac:chgData name="Enoch Kweku Amo Appiah" userId="a6b940a1-a7d6-4531-9cc9-f2cf449f1c38" providerId="ADAL" clId="{8BDDC8E3-27FB-5622-B8A4-10DB7A35FCEA}" dt="2025-09-28T00:46:07.460" v="611"/>
          <ac:spMkLst>
            <pc:docMk/>
            <pc:sldMk cId="3403845015" sldId="790"/>
            <ac:spMk id="22" creationId="{80C6F443-E84A-C1F2-EABF-6CE3A898D8EF}"/>
          </ac:spMkLst>
        </pc:spChg>
        <pc:spChg chg="mod">
          <ac:chgData name="Enoch Kweku Amo Appiah" userId="a6b940a1-a7d6-4531-9cc9-f2cf449f1c38" providerId="ADAL" clId="{8BDDC8E3-27FB-5622-B8A4-10DB7A35FCEA}" dt="2025-09-28T02:36:40.795" v="694" actId="13822"/>
          <ac:spMkLst>
            <pc:docMk/>
            <pc:sldMk cId="3403845015" sldId="790"/>
            <ac:spMk id="23" creationId="{FA833424-C85E-7FD2-F402-0BFF6802E4A2}"/>
          </ac:spMkLst>
        </pc:spChg>
        <pc:spChg chg="mod">
          <ac:chgData name="Enoch Kweku Amo Appiah" userId="a6b940a1-a7d6-4531-9cc9-f2cf449f1c38" providerId="ADAL" clId="{8BDDC8E3-27FB-5622-B8A4-10DB7A35FCEA}" dt="2025-09-28T02:36:31.597" v="693" actId="13822"/>
          <ac:spMkLst>
            <pc:docMk/>
            <pc:sldMk cId="3403845015" sldId="790"/>
            <ac:spMk id="24" creationId="{6A7FB6F7-B223-FCA6-B4E4-350DCA15035F}"/>
          </ac:spMkLst>
        </pc:spChg>
        <pc:grpChg chg="add mod">
          <ac:chgData name="Enoch Kweku Amo Appiah" userId="a6b940a1-a7d6-4531-9cc9-f2cf449f1c38" providerId="ADAL" clId="{8BDDC8E3-27FB-5622-B8A4-10DB7A35FCEA}" dt="2025-09-28T00:46:07.460" v="611"/>
          <ac:grpSpMkLst>
            <pc:docMk/>
            <pc:sldMk cId="3403845015" sldId="790"/>
            <ac:grpSpMk id="19" creationId="{1CE73B20-39CF-25AD-001C-71DCD52AB531}"/>
          </ac:grpSpMkLst>
        </pc:grpChg>
        <pc:graphicFrameChg chg="add mod modGraphic">
          <ac:chgData name="Enoch Kweku Amo Appiah" userId="a6b940a1-a7d6-4531-9cc9-f2cf449f1c38" providerId="ADAL" clId="{8BDDC8E3-27FB-5622-B8A4-10DB7A35FCEA}" dt="2025-09-30T17:01:16.360" v="9993" actId="20577"/>
          <ac:graphicFrameMkLst>
            <pc:docMk/>
            <pc:sldMk cId="3403845015" sldId="790"/>
            <ac:graphicFrameMk id="18" creationId="{0218DE83-BD1E-A80C-E11C-5789F78F3374}"/>
          </ac:graphicFrameMkLst>
        </pc:graphicFrameChg>
      </pc:sldChg>
      <pc:sldChg chg="modSp add del mod ord modAnim">
        <pc:chgData name="Enoch Kweku Amo Appiah" userId="a6b940a1-a7d6-4531-9cc9-f2cf449f1c38" providerId="ADAL" clId="{8BDDC8E3-27FB-5622-B8A4-10DB7A35FCEA}" dt="2025-09-28T00:31:57.352" v="507" actId="2696"/>
        <pc:sldMkLst>
          <pc:docMk/>
          <pc:sldMk cId="1888375377" sldId="791"/>
        </pc:sldMkLst>
      </pc:sldChg>
      <pc:sldChg chg="addSp delSp modSp add del mod ord modTransition modNotesTx">
        <pc:chgData name="Enoch Kweku Amo Appiah" userId="a6b940a1-a7d6-4531-9cc9-f2cf449f1c38" providerId="ADAL" clId="{8BDDC8E3-27FB-5622-B8A4-10DB7A35FCEA}" dt="2025-09-30T17:09:50.302" v="10556" actId="2696"/>
        <pc:sldMkLst>
          <pc:docMk/>
          <pc:sldMk cId="3338544911" sldId="794"/>
        </pc:sldMkLst>
      </pc:sldChg>
      <pc:sldChg chg="addSp delSp modSp add mod ord modTransition modAnim">
        <pc:chgData name="Enoch Kweku Amo Appiah" userId="a6b940a1-a7d6-4531-9cc9-f2cf449f1c38" providerId="ADAL" clId="{8BDDC8E3-27FB-5622-B8A4-10DB7A35FCEA}" dt="2025-09-30T17:12:41.801" v="10639" actId="1076"/>
        <pc:sldMkLst>
          <pc:docMk/>
          <pc:sldMk cId="3581747348" sldId="795"/>
        </pc:sldMkLst>
        <pc:spChg chg="mod">
          <ac:chgData name="Enoch Kweku Amo Appiah" userId="a6b940a1-a7d6-4531-9cc9-f2cf449f1c38" providerId="ADAL" clId="{8BDDC8E3-27FB-5622-B8A4-10DB7A35FCEA}" dt="2025-09-30T16:42:14.010" v="9083" actId="20577"/>
          <ac:spMkLst>
            <pc:docMk/>
            <pc:sldMk cId="3581747348" sldId="795"/>
            <ac:spMk id="3" creationId="{58635B45-AA9E-62EC-7D91-A8012EECA20C}"/>
          </ac:spMkLst>
        </pc:spChg>
        <pc:spChg chg="mod">
          <ac:chgData name="Enoch Kweku Amo Appiah" userId="a6b940a1-a7d6-4531-9cc9-f2cf449f1c38" providerId="ADAL" clId="{8BDDC8E3-27FB-5622-B8A4-10DB7A35FCEA}" dt="2025-09-28T02:37:00.023" v="695" actId="13822"/>
          <ac:spMkLst>
            <pc:docMk/>
            <pc:sldMk cId="3581747348" sldId="795"/>
            <ac:spMk id="5" creationId="{076A99A6-138E-251A-5713-108E91E3023B}"/>
          </ac:spMkLst>
        </pc:spChg>
        <pc:spChg chg="mod">
          <ac:chgData name="Enoch Kweku Amo Appiah" userId="a6b940a1-a7d6-4531-9cc9-f2cf449f1c38" providerId="ADAL" clId="{8BDDC8E3-27FB-5622-B8A4-10DB7A35FCEA}" dt="2025-09-28T00:46:12.875" v="613"/>
          <ac:spMkLst>
            <pc:docMk/>
            <pc:sldMk cId="3581747348" sldId="795"/>
            <ac:spMk id="6" creationId="{D5DA8E3B-F350-6799-D859-B70CE7B66A43}"/>
          </ac:spMkLst>
        </pc:spChg>
        <pc:spChg chg="mod">
          <ac:chgData name="Enoch Kweku Amo Appiah" userId="a6b940a1-a7d6-4531-9cc9-f2cf449f1c38" providerId="ADAL" clId="{8BDDC8E3-27FB-5622-B8A4-10DB7A35FCEA}" dt="2025-09-28T00:46:12.875" v="613"/>
          <ac:spMkLst>
            <pc:docMk/>
            <pc:sldMk cId="3581747348" sldId="795"/>
            <ac:spMk id="8" creationId="{4DD6D176-2B8E-E1FF-F637-74E6123F6A8D}"/>
          </ac:spMkLst>
        </pc:spChg>
        <pc:spChg chg="mod">
          <ac:chgData name="Enoch Kweku Amo Appiah" userId="a6b940a1-a7d6-4531-9cc9-f2cf449f1c38" providerId="ADAL" clId="{8BDDC8E3-27FB-5622-B8A4-10DB7A35FCEA}" dt="2025-09-28T00:46:12.875" v="613"/>
          <ac:spMkLst>
            <pc:docMk/>
            <pc:sldMk cId="3581747348" sldId="795"/>
            <ac:spMk id="9" creationId="{B183714F-779F-9DEA-F633-D5058F855D06}"/>
          </ac:spMkLst>
        </pc:spChg>
        <pc:spChg chg="mod">
          <ac:chgData name="Enoch Kweku Amo Appiah" userId="a6b940a1-a7d6-4531-9cc9-f2cf449f1c38" providerId="ADAL" clId="{8BDDC8E3-27FB-5622-B8A4-10DB7A35FCEA}" dt="2025-09-28T02:37:05.545" v="696" actId="13822"/>
          <ac:spMkLst>
            <pc:docMk/>
            <pc:sldMk cId="3581747348" sldId="795"/>
            <ac:spMk id="10" creationId="{E7CE733E-8489-608E-B8BE-8E24C05B2E91}"/>
          </ac:spMkLst>
        </pc:spChg>
        <pc:spChg chg="add mod">
          <ac:chgData name="Enoch Kweku Amo Appiah" userId="a6b940a1-a7d6-4531-9cc9-f2cf449f1c38" providerId="ADAL" clId="{8BDDC8E3-27FB-5622-B8A4-10DB7A35FCEA}" dt="2025-09-30T16:50:11.288" v="9515" actId="113"/>
          <ac:spMkLst>
            <pc:docMk/>
            <pc:sldMk cId="3581747348" sldId="795"/>
            <ac:spMk id="11" creationId="{5CFE4FBC-42B2-8462-4B0E-3E3715198790}"/>
          </ac:spMkLst>
        </pc:spChg>
        <pc:grpChg chg="add mod">
          <ac:chgData name="Enoch Kweku Amo Appiah" userId="a6b940a1-a7d6-4531-9cc9-f2cf449f1c38" providerId="ADAL" clId="{8BDDC8E3-27FB-5622-B8A4-10DB7A35FCEA}" dt="2025-09-28T00:46:12.875" v="613"/>
          <ac:grpSpMkLst>
            <pc:docMk/>
            <pc:sldMk cId="3581747348" sldId="795"/>
            <ac:grpSpMk id="4" creationId="{56B18197-6A7E-2851-1412-3F92BE4CE06E}"/>
          </ac:grpSpMkLst>
        </pc:grpChg>
        <pc:graphicFrameChg chg="add mod">
          <ac:chgData name="Enoch Kweku Amo Appiah" userId="a6b940a1-a7d6-4531-9cc9-f2cf449f1c38" providerId="ADAL" clId="{8BDDC8E3-27FB-5622-B8A4-10DB7A35FCEA}" dt="2025-09-30T17:12:41.801" v="10639" actId="1076"/>
          <ac:graphicFrameMkLst>
            <pc:docMk/>
            <pc:sldMk cId="3581747348" sldId="795"/>
            <ac:graphicFrameMk id="12" creationId="{08B46743-7056-F0F7-FD1D-1DDE89A7A9C1}"/>
          </ac:graphicFrameMkLst>
        </pc:graphicFrameChg>
      </pc:sldChg>
      <pc:sldChg chg="addSp delSp modSp add mod modTransition modShow">
        <pc:chgData name="Enoch Kweku Amo Appiah" userId="a6b940a1-a7d6-4531-9cc9-f2cf449f1c38" providerId="ADAL" clId="{8BDDC8E3-27FB-5622-B8A4-10DB7A35FCEA}" dt="2025-09-30T16:41:02.556" v="9003" actId="14100"/>
        <pc:sldMkLst>
          <pc:docMk/>
          <pc:sldMk cId="1613149243" sldId="796"/>
        </pc:sldMkLst>
        <pc:spChg chg="add del mod">
          <ac:chgData name="Enoch Kweku Amo Appiah" userId="a6b940a1-a7d6-4531-9cc9-f2cf449f1c38" providerId="ADAL" clId="{8BDDC8E3-27FB-5622-B8A4-10DB7A35FCEA}" dt="2025-09-29T05:56:20.139" v="1722" actId="20577"/>
          <ac:spMkLst>
            <pc:docMk/>
            <pc:sldMk cId="1613149243" sldId="796"/>
            <ac:spMk id="3" creationId="{681AB9D0-9A50-4519-8C02-04C2466F8237}"/>
          </ac:spMkLst>
        </pc:spChg>
        <pc:spChg chg="add mod">
          <ac:chgData name="Enoch Kweku Amo Appiah" userId="a6b940a1-a7d6-4531-9cc9-f2cf449f1c38" providerId="ADAL" clId="{8BDDC8E3-27FB-5622-B8A4-10DB7A35FCEA}" dt="2025-09-30T09:07:47.821" v="8430" actId="404"/>
          <ac:spMkLst>
            <pc:docMk/>
            <pc:sldMk cId="1613149243" sldId="796"/>
            <ac:spMk id="4" creationId="{7E461D81-1E9E-B403-D902-7C536232F49C}"/>
          </ac:spMkLst>
        </pc:spChg>
        <pc:spChg chg="add mod">
          <ac:chgData name="Enoch Kweku Amo Appiah" userId="a6b940a1-a7d6-4531-9cc9-f2cf449f1c38" providerId="ADAL" clId="{8BDDC8E3-27FB-5622-B8A4-10DB7A35FCEA}" dt="2025-09-30T16:41:02.556" v="9003" actId="14100"/>
          <ac:spMkLst>
            <pc:docMk/>
            <pc:sldMk cId="1613149243" sldId="796"/>
            <ac:spMk id="5" creationId="{3C5B5D28-4D46-5C87-02D2-D21D2677B8BA}"/>
          </ac:spMkLst>
        </pc:spChg>
        <pc:spChg chg="add mod">
          <ac:chgData name="Enoch Kweku Amo Appiah" userId="a6b940a1-a7d6-4531-9cc9-f2cf449f1c38" providerId="ADAL" clId="{8BDDC8E3-27FB-5622-B8A4-10DB7A35FCEA}" dt="2025-09-30T09:17:27.087" v="8780" actId="1076"/>
          <ac:spMkLst>
            <pc:docMk/>
            <pc:sldMk cId="1613149243" sldId="796"/>
            <ac:spMk id="7" creationId="{0E8223CA-4A46-A9F6-584E-16C9AEB08B42}"/>
          </ac:spMkLst>
        </pc:spChg>
        <pc:graphicFrameChg chg="add mod modGraphic">
          <ac:chgData name="Enoch Kweku Amo Appiah" userId="a6b940a1-a7d6-4531-9cc9-f2cf449f1c38" providerId="ADAL" clId="{8BDDC8E3-27FB-5622-B8A4-10DB7A35FCEA}" dt="2025-09-29T06:56:27.190" v="2109" actId="1076"/>
          <ac:graphicFrameMkLst>
            <pc:docMk/>
            <pc:sldMk cId="1613149243" sldId="796"/>
            <ac:graphicFrameMk id="6" creationId="{255D8D87-AC58-9904-A2C8-6C374544C954}"/>
          </ac:graphicFrameMkLst>
        </pc:graphicFrameChg>
        <pc:graphicFrameChg chg="add mod modGraphic">
          <ac:chgData name="Enoch Kweku Amo Appiah" userId="a6b940a1-a7d6-4531-9cc9-f2cf449f1c38" providerId="ADAL" clId="{8BDDC8E3-27FB-5622-B8A4-10DB7A35FCEA}" dt="2025-09-30T09:17:36.525" v="8782" actId="14100"/>
          <ac:graphicFrameMkLst>
            <pc:docMk/>
            <pc:sldMk cId="1613149243" sldId="796"/>
            <ac:graphicFrameMk id="8" creationId="{7F86AFBC-3BDA-2394-ADA2-FA50ADCB580F}"/>
          </ac:graphicFrameMkLst>
        </pc:graphicFrameChg>
      </pc:sldChg>
      <pc:sldChg chg="del">
        <pc:chgData name="Enoch Kweku Amo Appiah" userId="a6b940a1-a7d6-4531-9cc9-f2cf449f1c38" providerId="ADAL" clId="{8BDDC8E3-27FB-5622-B8A4-10DB7A35FCEA}" dt="2025-09-28T00:54:10.640" v="654" actId="2696"/>
        <pc:sldMkLst>
          <pc:docMk/>
          <pc:sldMk cId="2018227876" sldId="796"/>
        </pc:sldMkLst>
      </pc:sldChg>
      <pc:sldChg chg="new del">
        <pc:chgData name="Enoch Kweku Amo Appiah" userId="a6b940a1-a7d6-4531-9cc9-f2cf449f1c38" providerId="ADAL" clId="{8BDDC8E3-27FB-5622-B8A4-10DB7A35FCEA}" dt="2025-09-28T00:54:26.364" v="656" actId="2696"/>
        <pc:sldMkLst>
          <pc:docMk/>
          <pc:sldMk cId="2983036698" sldId="796"/>
        </pc:sldMkLst>
      </pc:sldChg>
      <pc:sldChg chg="del modNotesTx">
        <pc:chgData name="Enoch Kweku Amo Appiah" userId="a6b940a1-a7d6-4531-9cc9-f2cf449f1c38" providerId="ADAL" clId="{8BDDC8E3-27FB-5622-B8A4-10DB7A35FCEA}" dt="2025-09-30T01:14:29.196" v="5632" actId="2696"/>
        <pc:sldMkLst>
          <pc:docMk/>
          <pc:sldMk cId="1355514770" sldId="798"/>
        </pc:sldMkLst>
      </pc:sldChg>
      <pc:sldChg chg="del">
        <pc:chgData name="Enoch Kweku Amo Appiah" userId="a6b940a1-a7d6-4531-9cc9-f2cf449f1c38" providerId="ADAL" clId="{8BDDC8E3-27FB-5622-B8A4-10DB7A35FCEA}" dt="2025-09-30T01:25:25.533" v="5653" actId="2696"/>
        <pc:sldMkLst>
          <pc:docMk/>
          <pc:sldMk cId="1523004230" sldId="799"/>
        </pc:sldMkLst>
      </pc:sldChg>
      <pc:sldChg chg="del">
        <pc:chgData name="Enoch Kweku Amo Appiah" userId="a6b940a1-a7d6-4531-9cc9-f2cf449f1c38" providerId="ADAL" clId="{8BDDC8E3-27FB-5622-B8A4-10DB7A35FCEA}" dt="2025-09-30T01:24:10.078" v="5650" actId="2696"/>
        <pc:sldMkLst>
          <pc:docMk/>
          <pc:sldMk cId="441438487" sldId="800"/>
        </pc:sldMkLst>
      </pc:sldChg>
      <pc:sldChg chg="addSp delSp modSp mod or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2442641573" sldId="803"/>
        </pc:sldMkLst>
        <pc:spChg chg="mod">
          <ac:chgData name="Enoch Kweku Amo Appiah" userId="a6b940a1-a7d6-4531-9cc9-f2cf449f1c38" providerId="ADAL" clId="{8BDDC8E3-27FB-5622-B8A4-10DB7A35FCEA}" dt="2025-09-29T22:52:03.876" v="4676" actId="20577"/>
          <ac:spMkLst>
            <pc:docMk/>
            <pc:sldMk cId="2442641573" sldId="803"/>
            <ac:spMk id="3" creationId="{10CDC78C-33F9-F2B7-BFA3-01484DDFEFB8}"/>
          </ac:spMkLst>
        </pc:spChg>
        <pc:graphicFrameChg chg="add mod">
          <ac:chgData name="Enoch Kweku Amo Appiah" userId="a6b940a1-a7d6-4531-9cc9-f2cf449f1c38" providerId="ADAL" clId="{8BDDC8E3-27FB-5622-B8A4-10DB7A35FCEA}" dt="2025-09-29T23:26:31.342" v="5310" actId="1076"/>
          <ac:graphicFrameMkLst>
            <pc:docMk/>
            <pc:sldMk cId="2442641573" sldId="803"/>
            <ac:graphicFrameMk id="2" creationId="{DC641099-6346-B979-A9FE-0DEAF8FD1A69}"/>
          </ac:graphicFrameMkLst>
        </pc:graphicFrameChg>
        <pc:graphicFrameChg chg="mod">
          <ac:chgData name="Enoch Kweku Amo Appiah" userId="a6b940a1-a7d6-4531-9cc9-f2cf449f1c38" providerId="ADAL" clId="{8BDDC8E3-27FB-5622-B8A4-10DB7A35FCEA}" dt="2025-09-29T23:26:40.925" v="5311" actId="14100"/>
          <ac:graphicFrameMkLst>
            <pc:docMk/>
            <pc:sldMk cId="2442641573" sldId="803"/>
            <ac:graphicFrameMk id="10" creationId="{C2CA8B11-E8B5-FF82-600C-12E6F005CEB6}"/>
          </ac:graphicFrameMkLst>
        </pc:graphicFrameChg>
      </pc:sldChg>
      <pc:sldChg chg="modSp del ord">
        <pc:chgData name="Enoch Kweku Amo Appiah" userId="a6b940a1-a7d6-4531-9cc9-f2cf449f1c38" providerId="ADAL" clId="{8BDDC8E3-27FB-5622-B8A4-10DB7A35FCEA}" dt="2025-09-30T06:58:26.945" v="8167" actId="2696"/>
        <pc:sldMkLst>
          <pc:docMk/>
          <pc:sldMk cId="2364051319" sldId="804"/>
        </pc:sldMkLst>
      </pc:sldChg>
      <pc:sldChg chg="addSp delSp modSp mod modTransition">
        <pc:chgData name="Enoch Kweku Amo Appiah" userId="a6b940a1-a7d6-4531-9cc9-f2cf449f1c38" providerId="ADAL" clId="{8BDDC8E3-27FB-5622-B8A4-10DB7A35FCEA}" dt="2025-09-30T16:39:19.978" v="8847"/>
        <pc:sldMkLst>
          <pc:docMk/>
          <pc:sldMk cId="973213631" sldId="805"/>
        </pc:sldMkLst>
        <pc:spChg chg="add mod">
          <ac:chgData name="Enoch Kweku Amo Appiah" userId="a6b940a1-a7d6-4531-9cc9-f2cf449f1c38" providerId="ADAL" clId="{8BDDC8E3-27FB-5622-B8A4-10DB7A35FCEA}" dt="2025-09-30T07:01:58.793" v="8240" actId="113"/>
          <ac:spMkLst>
            <pc:docMk/>
            <pc:sldMk cId="973213631" sldId="805"/>
            <ac:spMk id="3" creationId="{0371E88C-2A5E-C658-872C-A9CD33663A65}"/>
          </ac:spMkLst>
        </pc:spChg>
        <pc:spChg chg="mod">
          <ac:chgData name="Enoch Kweku Amo Appiah" userId="a6b940a1-a7d6-4531-9cc9-f2cf449f1c38" providerId="ADAL" clId="{8BDDC8E3-27FB-5622-B8A4-10DB7A35FCEA}" dt="2025-09-30T06:14:20.130" v="7725" actId="20577"/>
          <ac:spMkLst>
            <pc:docMk/>
            <pc:sldMk cId="973213631" sldId="805"/>
            <ac:spMk id="4" creationId="{3F77FBCE-36F4-FFD5-3D80-7729753705EA}"/>
          </ac:spMkLst>
        </pc:spChg>
        <pc:spChg chg="mod">
          <ac:chgData name="Enoch Kweku Amo Appiah" userId="a6b940a1-a7d6-4531-9cc9-f2cf449f1c38" providerId="ADAL" clId="{8BDDC8E3-27FB-5622-B8A4-10DB7A35FCEA}" dt="2025-09-30T07:02:29.689" v="8254" actId="20577"/>
          <ac:spMkLst>
            <pc:docMk/>
            <pc:sldMk cId="973213631" sldId="805"/>
            <ac:spMk id="62" creationId="{9A58548E-D960-5ACB-0160-D661819A4D8F}"/>
          </ac:spMkLst>
        </pc:spChg>
        <pc:spChg chg="mod">
          <ac:chgData name="Enoch Kweku Amo Appiah" userId="a6b940a1-a7d6-4531-9cc9-f2cf449f1c38" providerId="ADAL" clId="{8BDDC8E3-27FB-5622-B8A4-10DB7A35FCEA}" dt="2025-09-30T07:02:17.635" v="8243" actId="20577"/>
          <ac:spMkLst>
            <pc:docMk/>
            <pc:sldMk cId="973213631" sldId="805"/>
            <ac:spMk id="111" creationId="{FE66066A-64A2-49DF-DD81-E3FA0E741DEB}"/>
          </ac:spMkLst>
        </pc:spChg>
        <pc:spChg chg="mod">
          <ac:chgData name="Enoch Kweku Amo Appiah" userId="a6b940a1-a7d6-4531-9cc9-f2cf449f1c38" providerId="ADAL" clId="{8BDDC8E3-27FB-5622-B8A4-10DB7A35FCEA}" dt="2025-09-30T06:11:13.473" v="7677" actId="1076"/>
          <ac:spMkLst>
            <pc:docMk/>
            <pc:sldMk cId="973213631" sldId="805"/>
            <ac:spMk id="115" creationId="{800B113C-4480-0336-7DDA-64BA13FA455A}"/>
          </ac:spMkLst>
        </pc:spChg>
        <pc:spChg chg="mod">
          <ac:chgData name="Enoch Kweku Amo Appiah" userId="a6b940a1-a7d6-4531-9cc9-f2cf449f1c38" providerId="ADAL" clId="{8BDDC8E3-27FB-5622-B8A4-10DB7A35FCEA}" dt="2025-09-30T09:14:20.519" v="8554" actId="207"/>
          <ac:spMkLst>
            <pc:docMk/>
            <pc:sldMk cId="973213631" sldId="805"/>
            <ac:spMk id="121" creationId="{66B94713-48A1-FE94-F686-852D95FAF22C}"/>
          </ac:spMkLst>
        </pc:spChg>
        <pc:spChg chg="mod">
          <ac:chgData name="Enoch Kweku Amo Appiah" userId="a6b940a1-a7d6-4531-9cc9-f2cf449f1c38" providerId="ADAL" clId="{8BDDC8E3-27FB-5622-B8A4-10DB7A35FCEA}" dt="2025-09-30T06:11:02.570" v="7676" actId="1076"/>
          <ac:spMkLst>
            <pc:docMk/>
            <pc:sldMk cId="973213631" sldId="805"/>
            <ac:spMk id="124" creationId="{0DF9583E-9DDA-08BB-955C-888658B105DE}"/>
          </ac:spMkLst>
        </pc:spChg>
        <pc:spChg chg="mod">
          <ac:chgData name="Enoch Kweku Amo Appiah" userId="a6b940a1-a7d6-4531-9cc9-f2cf449f1c38" providerId="ADAL" clId="{8BDDC8E3-27FB-5622-B8A4-10DB7A35FCEA}" dt="2025-09-30T07:02:09.448" v="8242" actId="113"/>
          <ac:spMkLst>
            <pc:docMk/>
            <pc:sldMk cId="973213631" sldId="805"/>
            <ac:spMk id="128" creationId="{1C6289F2-18C2-FEC5-4D7B-67ED85B0EFD0}"/>
          </ac:spMkLst>
        </pc:spChg>
      </pc:sldChg>
      <pc:sldChg chg="del">
        <pc:chgData name="Enoch Kweku Amo Appiah" userId="a6b940a1-a7d6-4531-9cc9-f2cf449f1c38" providerId="ADAL" clId="{8BDDC8E3-27FB-5622-B8A4-10DB7A35FCEA}" dt="2025-09-30T01:51:29.220" v="6073" actId="2696"/>
        <pc:sldMkLst>
          <pc:docMk/>
          <pc:sldMk cId="1307908169" sldId="806"/>
        </pc:sldMkLst>
      </pc:sldChg>
      <pc:sldChg chg="modSp del mod">
        <pc:chgData name="Enoch Kweku Amo Appiah" userId="a6b940a1-a7d6-4531-9cc9-f2cf449f1c38" providerId="ADAL" clId="{8BDDC8E3-27FB-5622-B8A4-10DB7A35FCEA}" dt="2025-09-30T06:14:30.255" v="7726" actId="2696"/>
        <pc:sldMkLst>
          <pc:docMk/>
          <pc:sldMk cId="2301230143" sldId="808"/>
        </pc:sldMkLst>
      </pc:sldChg>
      <pc:sldChg chg="addSp delSp modSp mod modTransition modAnim">
        <pc:chgData name="Enoch Kweku Amo Appiah" userId="a6b940a1-a7d6-4531-9cc9-f2cf449f1c38" providerId="ADAL" clId="{8BDDC8E3-27FB-5622-B8A4-10DB7A35FCEA}" dt="2025-09-30T16:45:13.649" v="9251" actId="5793"/>
        <pc:sldMkLst>
          <pc:docMk/>
          <pc:sldMk cId="3393850813" sldId="809"/>
        </pc:sldMkLst>
        <pc:spChg chg="mod">
          <ac:chgData name="Enoch Kweku Amo Appiah" userId="a6b940a1-a7d6-4531-9cc9-f2cf449f1c38" providerId="ADAL" clId="{8BDDC8E3-27FB-5622-B8A4-10DB7A35FCEA}" dt="2025-09-30T07:16:47.244" v="8398" actId="20577"/>
          <ac:spMkLst>
            <pc:docMk/>
            <pc:sldMk cId="3393850813" sldId="809"/>
            <ac:spMk id="4" creationId="{63C2E575-0A7D-6C80-181C-FF03E73D1B81}"/>
          </ac:spMkLst>
        </pc:spChg>
        <pc:spChg chg="mod">
          <ac:chgData name="Enoch Kweku Amo Appiah" userId="a6b940a1-a7d6-4531-9cc9-f2cf449f1c38" providerId="ADAL" clId="{8BDDC8E3-27FB-5622-B8A4-10DB7A35FCEA}" dt="2025-09-30T06:36:48.001" v="8000"/>
          <ac:spMkLst>
            <pc:docMk/>
            <pc:sldMk cId="3393850813" sldId="809"/>
            <ac:spMk id="11" creationId="{199DADEA-C9A5-B1A7-DDA6-D8F2F07FD461}"/>
          </ac:spMkLst>
        </pc:spChg>
        <pc:spChg chg="mod">
          <ac:chgData name="Enoch Kweku Amo Appiah" userId="a6b940a1-a7d6-4531-9cc9-f2cf449f1c38" providerId="ADAL" clId="{8BDDC8E3-27FB-5622-B8A4-10DB7A35FCEA}" dt="2025-09-30T07:15:57.869" v="8353" actId="113"/>
          <ac:spMkLst>
            <pc:docMk/>
            <pc:sldMk cId="3393850813" sldId="809"/>
            <ac:spMk id="13" creationId="{3C8BF6B5-EC15-02A5-383E-F60F29859EB4}"/>
          </ac:spMkLst>
        </pc:spChg>
        <pc:spChg chg="mod">
          <ac:chgData name="Enoch Kweku Amo Appiah" userId="a6b940a1-a7d6-4531-9cc9-f2cf449f1c38" providerId="ADAL" clId="{8BDDC8E3-27FB-5622-B8A4-10DB7A35FCEA}" dt="2025-09-30T06:25:46.872" v="7838" actId="1076"/>
          <ac:spMkLst>
            <pc:docMk/>
            <pc:sldMk cId="3393850813" sldId="809"/>
            <ac:spMk id="18" creationId="{AA0AA07E-5B10-DFAC-363D-3D8CFA0BB13B}"/>
          </ac:spMkLst>
        </pc:spChg>
        <pc:spChg chg="mod">
          <ac:chgData name="Enoch Kweku Amo Appiah" userId="a6b940a1-a7d6-4531-9cc9-f2cf449f1c38" providerId="ADAL" clId="{8BDDC8E3-27FB-5622-B8A4-10DB7A35FCEA}" dt="2025-09-30T06:25:18.853" v="7823" actId="20577"/>
          <ac:spMkLst>
            <pc:docMk/>
            <pc:sldMk cId="3393850813" sldId="809"/>
            <ac:spMk id="43" creationId="{8C2CFECC-79FF-66BB-C8E1-59860BF03328}"/>
          </ac:spMkLst>
        </pc:spChg>
        <pc:spChg chg="mod">
          <ac:chgData name="Enoch Kweku Amo Appiah" userId="a6b940a1-a7d6-4531-9cc9-f2cf449f1c38" providerId="ADAL" clId="{8BDDC8E3-27FB-5622-B8A4-10DB7A35FCEA}" dt="2025-09-30T06:29:33.267" v="7857" actId="33524"/>
          <ac:spMkLst>
            <pc:docMk/>
            <pc:sldMk cId="3393850813" sldId="809"/>
            <ac:spMk id="51" creationId="{86F2A247-EE6B-DF3B-B93C-08443767DDEE}"/>
          </ac:spMkLst>
        </pc:spChg>
        <pc:spChg chg="mod">
          <ac:chgData name="Enoch Kweku Amo Appiah" userId="a6b940a1-a7d6-4531-9cc9-f2cf449f1c38" providerId="ADAL" clId="{8BDDC8E3-27FB-5622-B8A4-10DB7A35FCEA}" dt="2025-09-30T07:14:49.842" v="8346" actId="113"/>
          <ac:spMkLst>
            <pc:docMk/>
            <pc:sldMk cId="3393850813" sldId="809"/>
            <ac:spMk id="53" creationId="{4B828013-CE25-DE63-2CD6-CA425A9EFEB3}"/>
          </ac:spMkLst>
        </pc:spChg>
        <pc:spChg chg="mod">
          <ac:chgData name="Enoch Kweku Amo Appiah" userId="a6b940a1-a7d6-4531-9cc9-f2cf449f1c38" providerId="ADAL" clId="{8BDDC8E3-27FB-5622-B8A4-10DB7A35FCEA}" dt="2025-09-30T16:45:13.649" v="9251" actId="5793"/>
          <ac:spMkLst>
            <pc:docMk/>
            <pc:sldMk cId="3393850813" sldId="809"/>
            <ac:spMk id="56" creationId="{48CE8A8E-4E5C-0322-6EEA-0FC60D686DE4}"/>
          </ac:spMkLst>
        </pc:spChg>
        <pc:graphicFrameChg chg="add mod">
          <ac:chgData name="Enoch Kweku Amo Appiah" userId="a6b940a1-a7d6-4531-9cc9-f2cf449f1c38" providerId="ADAL" clId="{8BDDC8E3-27FB-5622-B8A4-10DB7A35FCEA}" dt="2025-09-30T06:29:08.407" v="7853" actId="1076"/>
          <ac:graphicFrameMkLst>
            <pc:docMk/>
            <pc:sldMk cId="3393850813" sldId="809"/>
            <ac:graphicFrameMk id="5" creationId="{554FF1D7-C361-DBBE-CE8A-31DCD0EB9F24}"/>
          </ac:graphicFrameMkLst>
        </pc:graphicFrameChg>
      </pc:sldChg>
      <pc:sldChg chg="delSp modSp mod ord modTransition">
        <pc:chgData name="Enoch Kweku Amo Appiah" userId="a6b940a1-a7d6-4531-9cc9-f2cf449f1c38" providerId="ADAL" clId="{8BDDC8E3-27FB-5622-B8A4-10DB7A35FCEA}" dt="2025-09-30T16:39:19.978" v="8847"/>
        <pc:sldMkLst>
          <pc:docMk/>
          <pc:sldMk cId="1777811139" sldId="810"/>
        </pc:sldMkLst>
        <pc:spChg chg="mod">
          <ac:chgData name="Enoch Kweku Amo Appiah" userId="a6b940a1-a7d6-4531-9cc9-f2cf449f1c38" providerId="ADAL" clId="{8BDDC8E3-27FB-5622-B8A4-10DB7A35FCEA}" dt="2025-09-30T07:06:21.347" v="8296" actId="20577"/>
          <ac:spMkLst>
            <pc:docMk/>
            <pc:sldMk cId="1777811139" sldId="810"/>
            <ac:spMk id="4" creationId="{7AFEFA76-1D57-7883-4711-C71C445B6A87}"/>
          </ac:spMkLst>
        </pc:spChg>
        <pc:spChg chg="mod">
          <ac:chgData name="Enoch Kweku Amo Appiah" userId="a6b940a1-a7d6-4531-9cc9-f2cf449f1c38" providerId="ADAL" clId="{8BDDC8E3-27FB-5622-B8A4-10DB7A35FCEA}" dt="2025-09-30T06:57:00.691" v="8159" actId="207"/>
          <ac:spMkLst>
            <pc:docMk/>
            <pc:sldMk cId="1777811139" sldId="810"/>
            <ac:spMk id="19" creationId="{41D03C24-45A6-5084-BCD9-CF5941DA8212}"/>
          </ac:spMkLst>
        </pc:spChg>
        <pc:spChg chg="mod">
          <ac:chgData name="Enoch Kweku Amo Appiah" userId="a6b940a1-a7d6-4531-9cc9-f2cf449f1c38" providerId="ADAL" clId="{8BDDC8E3-27FB-5622-B8A4-10DB7A35FCEA}" dt="2025-09-30T06:56:55.654" v="8158" actId="207"/>
          <ac:spMkLst>
            <pc:docMk/>
            <pc:sldMk cId="1777811139" sldId="810"/>
            <ac:spMk id="22" creationId="{C50CD61A-B57D-6D20-F35F-D295C352F8D9}"/>
          </ac:spMkLst>
        </pc:spChg>
        <pc:spChg chg="mod">
          <ac:chgData name="Enoch Kweku Amo Appiah" userId="a6b940a1-a7d6-4531-9cc9-f2cf449f1c38" providerId="ADAL" clId="{8BDDC8E3-27FB-5622-B8A4-10DB7A35FCEA}" dt="2025-09-30T06:55:26.677" v="8132" actId="122"/>
          <ac:spMkLst>
            <pc:docMk/>
            <pc:sldMk cId="1777811139" sldId="810"/>
            <ac:spMk id="24" creationId="{A33ACEE1-61EB-21A5-A347-D94729D71452}"/>
          </ac:spMkLst>
        </pc:spChg>
        <pc:spChg chg="mod">
          <ac:chgData name="Enoch Kweku Amo Appiah" userId="a6b940a1-a7d6-4531-9cc9-f2cf449f1c38" providerId="ADAL" clId="{8BDDC8E3-27FB-5622-B8A4-10DB7A35FCEA}" dt="2025-09-30T09:18:50.855" v="8798" actId="20577"/>
          <ac:spMkLst>
            <pc:docMk/>
            <pc:sldMk cId="1777811139" sldId="810"/>
            <ac:spMk id="34" creationId="{2A776FFC-5040-0098-3F3F-1832B5EDF2F5}"/>
          </ac:spMkLst>
        </pc:spChg>
        <pc:spChg chg="mod">
          <ac:chgData name="Enoch Kweku Amo Appiah" userId="a6b940a1-a7d6-4531-9cc9-f2cf449f1c38" providerId="ADAL" clId="{8BDDC8E3-27FB-5622-B8A4-10DB7A35FCEA}" dt="2025-09-30T06:46:28.102" v="8021" actId="1076"/>
          <ac:spMkLst>
            <pc:docMk/>
            <pc:sldMk cId="1777811139" sldId="810"/>
            <ac:spMk id="35" creationId="{75A5D4F0-3589-1052-8AAF-81BD997E6127}"/>
          </ac:spMkLst>
        </pc:spChg>
        <pc:spChg chg="mod">
          <ac:chgData name="Enoch Kweku Amo Appiah" userId="a6b940a1-a7d6-4531-9cc9-f2cf449f1c38" providerId="ADAL" clId="{8BDDC8E3-27FB-5622-B8A4-10DB7A35FCEA}" dt="2025-09-30T06:51:58.326" v="8116" actId="20577"/>
          <ac:spMkLst>
            <pc:docMk/>
            <pc:sldMk cId="1777811139" sldId="810"/>
            <ac:spMk id="40" creationId="{BA093C38-66CB-54F8-CF5C-2D340F3AC49E}"/>
          </ac:spMkLst>
        </pc:spChg>
      </pc:sldChg>
      <pc:sldChg chg="delSp modSp add del mod">
        <pc:chgData name="Enoch Kweku Amo Appiah" userId="a6b940a1-a7d6-4531-9cc9-f2cf449f1c38" providerId="ADAL" clId="{8BDDC8E3-27FB-5622-B8A4-10DB7A35FCEA}" dt="2025-09-30T07:32:01.751" v="8404" actId="2696"/>
        <pc:sldMkLst>
          <pc:docMk/>
          <pc:sldMk cId="2947752962" sldId="812"/>
        </pc:sldMkLst>
      </pc:sldChg>
      <pc:sldChg chg="delSp modSp mod modTransition">
        <pc:chgData name="Enoch Kweku Amo Appiah" userId="a6b940a1-a7d6-4531-9cc9-f2cf449f1c38" providerId="ADAL" clId="{8BDDC8E3-27FB-5622-B8A4-10DB7A35FCEA}" dt="2025-09-30T16:39:19.978" v="8847"/>
        <pc:sldMkLst>
          <pc:docMk/>
          <pc:sldMk cId="3010621544" sldId="813"/>
        </pc:sldMkLst>
        <pc:spChg chg="mod">
          <ac:chgData name="Enoch Kweku Amo Appiah" userId="a6b940a1-a7d6-4531-9cc9-f2cf449f1c38" providerId="ADAL" clId="{8BDDC8E3-27FB-5622-B8A4-10DB7A35FCEA}" dt="2025-09-30T07:06:01.710" v="8279" actId="20577"/>
          <ac:spMkLst>
            <pc:docMk/>
            <pc:sldMk cId="3010621544" sldId="813"/>
            <ac:spMk id="4" creationId="{F63E44EB-096A-627E-8B91-A54152B03687}"/>
          </ac:spMkLst>
        </pc:spChg>
        <pc:spChg chg="mod">
          <ac:chgData name="Enoch Kweku Amo Appiah" userId="a6b940a1-a7d6-4531-9cc9-f2cf449f1c38" providerId="ADAL" clId="{8BDDC8E3-27FB-5622-B8A4-10DB7A35FCEA}" dt="2025-09-30T07:11:47.089" v="8332" actId="14100"/>
          <ac:spMkLst>
            <pc:docMk/>
            <pc:sldMk cId="3010621544" sldId="813"/>
            <ac:spMk id="10" creationId="{20E3AA97-0747-0875-E0C3-81E4A3C16C7F}"/>
          </ac:spMkLst>
        </pc:spChg>
        <pc:spChg chg="mod">
          <ac:chgData name="Enoch Kweku Amo Appiah" userId="a6b940a1-a7d6-4531-9cc9-f2cf449f1c38" providerId="ADAL" clId="{8BDDC8E3-27FB-5622-B8A4-10DB7A35FCEA}" dt="2025-09-30T07:14:23.350" v="8344" actId="1076"/>
          <ac:spMkLst>
            <pc:docMk/>
            <pc:sldMk cId="3010621544" sldId="813"/>
            <ac:spMk id="21" creationId="{0AA081BA-203A-463E-1663-640CA8E636CA}"/>
          </ac:spMkLst>
        </pc:spChg>
        <pc:spChg chg="mod">
          <ac:chgData name="Enoch Kweku Amo Appiah" userId="a6b940a1-a7d6-4531-9cc9-f2cf449f1c38" providerId="ADAL" clId="{8BDDC8E3-27FB-5622-B8A4-10DB7A35FCEA}" dt="2025-09-30T07:12:04.999" v="8335" actId="207"/>
          <ac:spMkLst>
            <pc:docMk/>
            <pc:sldMk cId="3010621544" sldId="813"/>
            <ac:spMk id="22" creationId="{5B37DFE4-9587-E368-F28B-B37888B7BBFD}"/>
          </ac:spMkLst>
        </pc:spChg>
        <pc:spChg chg="mod">
          <ac:chgData name="Enoch Kweku Amo Appiah" userId="a6b940a1-a7d6-4531-9cc9-f2cf449f1c38" providerId="ADAL" clId="{8BDDC8E3-27FB-5622-B8A4-10DB7A35FCEA}" dt="2025-09-30T07:11:16.925" v="8327" actId="1076"/>
          <ac:spMkLst>
            <pc:docMk/>
            <pc:sldMk cId="3010621544" sldId="813"/>
            <ac:spMk id="31" creationId="{826E26DC-E006-12AE-BE03-5E19253E14A1}"/>
          </ac:spMkLst>
        </pc:spChg>
        <pc:spChg chg="mod">
          <ac:chgData name="Enoch Kweku Amo Appiah" userId="a6b940a1-a7d6-4531-9cc9-f2cf449f1c38" providerId="ADAL" clId="{8BDDC8E3-27FB-5622-B8A4-10DB7A35FCEA}" dt="2025-09-30T07:11:08.577" v="8326" actId="1076"/>
          <ac:spMkLst>
            <pc:docMk/>
            <pc:sldMk cId="3010621544" sldId="813"/>
            <ac:spMk id="32" creationId="{773087B5-18CA-F929-66E9-2F7678DF59CA}"/>
          </ac:spMkLst>
        </pc:spChg>
      </pc:sldChg>
      <pc:sldChg chg="addSp delSp modSp add mod modTransition">
        <pc:chgData name="Enoch Kweku Amo Appiah" userId="a6b940a1-a7d6-4531-9cc9-f2cf449f1c38" providerId="ADAL" clId="{8BDDC8E3-27FB-5622-B8A4-10DB7A35FCEA}" dt="2025-09-30T16:41:10.635" v="9005" actId="14100"/>
        <pc:sldMkLst>
          <pc:docMk/>
          <pc:sldMk cId="2669520734" sldId="814"/>
        </pc:sldMkLst>
        <pc:spChg chg="mod">
          <ac:chgData name="Enoch Kweku Amo Appiah" userId="a6b940a1-a7d6-4531-9cc9-f2cf449f1c38" providerId="ADAL" clId="{8BDDC8E3-27FB-5622-B8A4-10DB7A35FCEA}" dt="2025-09-30T09:08:07.356" v="8438" actId="1076"/>
          <ac:spMkLst>
            <pc:docMk/>
            <pc:sldMk cId="2669520734" sldId="814"/>
            <ac:spMk id="4" creationId="{4B72A45D-6974-D0A7-298C-7D0FDD4CE307}"/>
          </ac:spMkLst>
        </pc:spChg>
        <pc:spChg chg="add mod">
          <ac:chgData name="Enoch Kweku Amo Appiah" userId="a6b940a1-a7d6-4531-9cc9-f2cf449f1c38" providerId="ADAL" clId="{8BDDC8E3-27FB-5622-B8A4-10DB7A35FCEA}" dt="2025-09-30T16:41:10.635" v="9005" actId="14100"/>
          <ac:spMkLst>
            <pc:docMk/>
            <pc:sldMk cId="2669520734" sldId="814"/>
            <ac:spMk id="5" creationId="{5347B0EA-1193-1E5A-9021-A4EF20A3F264}"/>
          </ac:spMkLst>
        </pc:spChg>
        <pc:spChg chg="mod">
          <ac:chgData name="Enoch Kweku Amo Appiah" userId="a6b940a1-a7d6-4531-9cc9-f2cf449f1c38" providerId="ADAL" clId="{8BDDC8E3-27FB-5622-B8A4-10DB7A35FCEA}" dt="2025-09-29T06:56:02.940" v="2105" actId="14100"/>
          <ac:spMkLst>
            <pc:docMk/>
            <pc:sldMk cId="2669520734" sldId="814"/>
            <ac:spMk id="7" creationId="{02BB837A-E950-A286-5F82-9D3A58898482}"/>
          </ac:spMkLst>
        </pc:spChg>
        <pc:graphicFrameChg chg="mod modGraphic">
          <ac:chgData name="Enoch Kweku Amo Appiah" userId="a6b940a1-a7d6-4531-9cc9-f2cf449f1c38" providerId="ADAL" clId="{8BDDC8E3-27FB-5622-B8A4-10DB7A35FCEA}" dt="2025-09-29T06:56:14.102" v="2106" actId="1076"/>
          <ac:graphicFrameMkLst>
            <pc:docMk/>
            <pc:sldMk cId="2669520734" sldId="814"/>
            <ac:graphicFrameMk id="6" creationId="{434DDBC9-41B7-7812-EEB9-9D47FBE45B44}"/>
          </ac:graphicFrameMkLst>
        </pc:graphicFrameChg>
        <pc:graphicFrameChg chg="mod modGraphic">
          <ac:chgData name="Enoch Kweku Amo Appiah" userId="a6b940a1-a7d6-4531-9cc9-f2cf449f1c38" providerId="ADAL" clId="{8BDDC8E3-27FB-5622-B8A4-10DB7A35FCEA}" dt="2025-09-29T06:55:08.160" v="2104" actId="20577"/>
          <ac:graphicFrameMkLst>
            <pc:docMk/>
            <pc:sldMk cId="2669520734" sldId="814"/>
            <ac:graphicFrameMk id="8" creationId="{902547B3-9664-4022-530B-12F99333776B}"/>
          </ac:graphicFrameMkLst>
        </pc:graphicFrameChg>
      </pc:sldChg>
      <pc:sldChg chg="del ord">
        <pc:chgData name="Enoch Kweku Amo Appiah" userId="a6b940a1-a7d6-4531-9cc9-f2cf449f1c38" providerId="ADAL" clId="{8BDDC8E3-27FB-5622-B8A4-10DB7A35FCEA}" dt="2025-09-30T01:21:25.384" v="5636" actId="2696"/>
        <pc:sldMkLst>
          <pc:docMk/>
          <pc:sldMk cId="1515718384" sldId="816"/>
        </pc:sldMkLst>
      </pc:sldChg>
      <pc:sldChg chg="delSp modSp add mo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1568014841" sldId="817"/>
        </pc:sldMkLst>
        <pc:spChg chg="mod">
          <ac:chgData name="Enoch Kweku Amo Appiah" userId="a6b940a1-a7d6-4531-9cc9-f2cf449f1c38" providerId="ADAL" clId="{8BDDC8E3-27FB-5622-B8A4-10DB7A35FCEA}" dt="2025-09-29T17:09:58.036" v="2238" actId="20577"/>
          <ac:spMkLst>
            <pc:docMk/>
            <pc:sldMk cId="1568014841" sldId="817"/>
            <ac:spMk id="3" creationId="{157EF23D-DECA-8CC0-28AA-D0BD643A721C}"/>
          </ac:spMkLst>
        </pc:spChg>
        <pc:spChg chg="mod">
          <ac:chgData name="Enoch Kweku Amo Appiah" userId="a6b940a1-a7d6-4531-9cc9-f2cf449f1c38" providerId="ADAL" clId="{8BDDC8E3-27FB-5622-B8A4-10DB7A35FCEA}" dt="2025-09-29T17:12:35.619" v="2274" actId="20577"/>
          <ac:spMkLst>
            <pc:docMk/>
            <pc:sldMk cId="1568014841" sldId="817"/>
            <ac:spMk id="20" creationId="{61563D1C-EBA7-19C8-90A1-3A3848440018}"/>
          </ac:spMkLst>
        </pc:spChg>
        <pc:spChg chg="mod">
          <ac:chgData name="Enoch Kweku Amo Appiah" userId="a6b940a1-a7d6-4531-9cc9-f2cf449f1c38" providerId="ADAL" clId="{8BDDC8E3-27FB-5622-B8A4-10DB7A35FCEA}" dt="2025-09-29T17:13:41.357" v="2368" actId="122"/>
          <ac:spMkLst>
            <pc:docMk/>
            <pc:sldMk cId="1568014841" sldId="817"/>
            <ac:spMk id="21" creationId="{9C83A53E-39EF-489B-55D1-7693CA1B9FBA}"/>
          </ac:spMkLst>
        </pc:spChg>
        <pc:spChg chg="mod">
          <ac:chgData name="Enoch Kweku Amo Appiah" userId="a6b940a1-a7d6-4531-9cc9-f2cf449f1c38" providerId="ADAL" clId="{8BDDC8E3-27FB-5622-B8A4-10DB7A35FCEA}" dt="2025-09-29T17:27:51.123" v="2523"/>
          <ac:spMkLst>
            <pc:docMk/>
            <pc:sldMk cId="1568014841" sldId="817"/>
            <ac:spMk id="22" creationId="{12FA9612-C788-4A7C-B36C-A5D80118DCD3}"/>
          </ac:spMkLst>
        </pc:spChg>
        <pc:spChg chg="mod">
          <ac:chgData name="Enoch Kweku Amo Appiah" userId="a6b940a1-a7d6-4531-9cc9-f2cf449f1c38" providerId="ADAL" clId="{8BDDC8E3-27FB-5622-B8A4-10DB7A35FCEA}" dt="2025-09-29T17:29:01.128" v="2622" actId="20577"/>
          <ac:spMkLst>
            <pc:docMk/>
            <pc:sldMk cId="1568014841" sldId="817"/>
            <ac:spMk id="23" creationId="{FCA63076-495A-E422-3522-9DB060F11940}"/>
          </ac:spMkLst>
        </pc:spChg>
      </pc:sldChg>
      <pc:sldChg chg="new del">
        <pc:chgData name="Enoch Kweku Amo Appiah" userId="a6b940a1-a7d6-4531-9cc9-f2cf449f1c38" providerId="ADAL" clId="{8BDDC8E3-27FB-5622-B8A4-10DB7A35FCEA}" dt="2025-09-29T17:09:42.925" v="2230" actId="2696"/>
        <pc:sldMkLst>
          <pc:docMk/>
          <pc:sldMk cId="4200933064" sldId="817"/>
        </pc:sldMkLst>
      </pc:sldChg>
      <pc:sldChg chg="addSp delSp modSp add mod modTransition delAnim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4235119667" sldId="818"/>
        </pc:sldMkLst>
        <pc:spChg chg="mod">
          <ac:chgData name="Enoch Kweku Amo Appiah" userId="a6b940a1-a7d6-4531-9cc9-f2cf449f1c38" providerId="ADAL" clId="{8BDDC8E3-27FB-5622-B8A4-10DB7A35FCEA}" dt="2025-09-29T18:15:39.963" v="3473" actId="1076"/>
          <ac:spMkLst>
            <pc:docMk/>
            <pc:sldMk cId="4235119667" sldId="818"/>
            <ac:spMk id="3" creationId="{BC110B79-86E8-C52E-28E8-FB07CC3AB9AF}"/>
          </ac:spMkLst>
        </pc:spChg>
        <pc:spChg chg="mod">
          <ac:chgData name="Enoch Kweku Amo Appiah" userId="a6b940a1-a7d6-4531-9cc9-f2cf449f1c38" providerId="ADAL" clId="{8BDDC8E3-27FB-5622-B8A4-10DB7A35FCEA}" dt="2025-09-29T22:37:15.628" v="4637" actId="403"/>
          <ac:spMkLst>
            <pc:docMk/>
            <pc:sldMk cId="4235119667" sldId="818"/>
            <ac:spMk id="20" creationId="{E252639A-66CB-B8C9-2D83-A3846BA69E29}"/>
          </ac:spMkLst>
        </pc:spChg>
        <pc:graphicFrameChg chg="add mod modGraphic">
          <ac:chgData name="Enoch Kweku Amo Appiah" userId="a6b940a1-a7d6-4531-9cc9-f2cf449f1c38" providerId="ADAL" clId="{8BDDC8E3-27FB-5622-B8A4-10DB7A35FCEA}" dt="2025-09-29T18:15:49.352" v="3475" actId="1076"/>
          <ac:graphicFrameMkLst>
            <pc:docMk/>
            <pc:sldMk cId="4235119667" sldId="818"/>
            <ac:graphicFrameMk id="4" creationId="{12AB2C8D-4267-F5CD-38B1-D1DA38E896C0}"/>
          </ac:graphicFrameMkLst>
        </pc:graphicFrameChg>
      </pc:sldChg>
      <pc:sldChg chg="addSp delSp modSp add mo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1360780347" sldId="819"/>
        </pc:sldMkLst>
        <pc:spChg chg="mod">
          <ac:chgData name="Enoch Kweku Amo Appiah" userId="a6b940a1-a7d6-4531-9cc9-f2cf449f1c38" providerId="ADAL" clId="{8BDDC8E3-27FB-5622-B8A4-10DB7A35FCEA}" dt="2025-09-29T18:12:33.659" v="3404" actId="1076"/>
          <ac:spMkLst>
            <pc:docMk/>
            <pc:sldMk cId="1360780347" sldId="819"/>
            <ac:spMk id="3" creationId="{DDAC7140-5016-64EF-DC17-F6D2BAE537B1}"/>
          </ac:spMkLst>
        </pc:spChg>
        <pc:graphicFrameChg chg="add mod modGraphic">
          <ac:chgData name="Enoch Kweku Amo Appiah" userId="a6b940a1-a7d6-4531-9cc9-f2cf449f1c38" providerId="ADAL" clId="{8BDDC8E3-27FB-5622-B8A4-10DB7A35FCEA}" dt="2025-09-29T18:11:55.477" v="3397" actId="11530"/>
          <ac:graphicFrameMkLst>
            <pc:docMk/>
            <pc:sldMk cId="1360780347" sldId="819"/>
            <ac:graphicFrameMk id="5" creationId="{DC08B631-B338-6E78-D6B8-1260813854C6}"/>
          </ac:graphicFrameMkLst>
        </pc:graphicFrameChg>
      </pc:sldChg>
      <pc:sldChg chg="addSp delSp modSp add mod modTransition modAnim modShow">
        <pc:chgData name="Enoch Kweku Amo Appiah" userId="a6b940a1-a7d6-4531-9cc9-f2cf449f1c38" providerId="ADAL" clId="{8BDDC8E3-27FB-5622-B8A4-10DB7A35FCEA}" dt="2025-09-30T16:39:19.978" v="8847"/>
        <pc:sldMkLst>
          <pc:docMk/>
          <pc:sldMk cId="3826087942" sldId="820"/>
        </pc:sldMkLst>
        <pc:spChg chg="mod">
          <ac:chgData name="Enoch Kweku Amo Appiah" userId="a6b940a1-a7d6-4531-9cc9-f2cf449f1c38" providerId="ADAL" clId="{8BDDC8E3-27FB-5622-B8A4-10DB7A35FCEA}" dt="2025-09-29T18:14:09.734" v="3467" actId="20577"/>
          <ac:spMkLst>
            <pc:docMk/>
            <pc:sldMk cId="3826087942" sldId="820"/>
            <ac:spMk id="3" creationId="{7B570219-AA16-86D9-3D30-6E6936BC07C8}"/>
          </ac:spMkLst>
        </pc:spChg>
        <pc:graphicFrameChg chg="add mod modGraphic">
          <ac:chgData name="Enoch Kweku Amo Appiah" userId="a6b940a1-a7d6-4531-9cc9-f2cf449f1c38" providerId="ADAL" clId="{8BDDC8E3-27FB-5622-B8A4-10DB7A35FCEA}" dt="2025-09-29T18:22:25.896" v="3668" actId="20577"/>
          <ac:graphicFrameMkLst>
            <pc:docMk/>
            <pc:sldMk cId="3826087942" sldId="820"/>
            <ac:graphicFrameMk id="7" creationId="{674CAAE1-54A2-7F87-F728-1FABC730211F}"/>
          </ac:graphicFrameMkLst>
        </pc:graphicFrameChg>
      </pc:sldChg>
      <pc:sldChg chg="addSp delSp modSp add del mod ord modAnim modShow">
        <pc:chgData name="Enoch Kweku Amo Appiah" userId="a6b940a1-a7d6-4531-9cc9-f2cf449f1c38" providerId="ADAL" clId="{8BDDC8E3-27FB-5622-B8A4-10DB7A35FCEA}" dt="2025-09-30T01:51:23.698" v="6072" actId="2696"/>
        <pc:sldMkLst>
          <pc:docMk/>
          <pc:sldMk cId="3589550156" sldId="821"/>
        </pc:sldMkLst>
      </pc:sldChg>
      <pc:sldChg chg="addSp delSp modSp del mod modAnim modShow">
        <pc:chgData name="Enoch Kweku Amo Appiah" userId="a6b940a1-a7d6-4531-9cc9-f2cf449f1c38" providerId="ADAL" clId="{8BDDC8E3-27FB-5622-B8A4-10DB7A35FCEA}" dt="2025-09-30T01:25:42.507" v="5655" actId="2696"/>
        <pc:sldMkLst>
          <pc:docMk/>
          <pc:sldMk cId="3128222152" sldId="822"/>
        </pc:sldMkLst>
      </pc:sldChg>
      <pc:sldChg chg="addSp delSp modSp add mod modTransition addAnim delAnim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409906379" sldId="823"/>
        </pc:sldMkLst>
        <pc:spChg chg="mod">
          <ac:chgData name="Enoch Kweku Amo Appiah" userId="a6b940a1-a7d6-4531-9cc9-f2cf449f1c38" providerId="ADAL" clId="{8BDDC8E3-27FB-5622-B8A4-10DB7A35FCEA}" dt="2025-09-30T09:18:59.252" v="8799" actId="113"/>
          <ac:spMkLst>
            <pc:docMk/>
            <pc:sldMk cId="409906379" sldId="823"/>
            <ac:spMk id="5" creationId="{180E8978-28C0-89CC-45C8-8BE0C0E21531}"/>
          </ac:spMkLst>
        </pc:spChg>
        <pc:spChg chg="mod">
          <ac:chgData name="Enoch Kweku Amo Appiah" userId="a6b940a1-a7d6-4531-9cc9-f2cf449f1c38" providerId="ADAL" clId="{8BDDC8E3-27FB-5622-B8A4-10DB7A35FCEA}" dt="2025-09-30T09:14:41.337" v="8570" actId="20577"/>
          <ac:spMkLst>
            <pc:docMk/>
            <pc:sldMk cId="409906379" sldId="823"/>
            <ac:spMk id="12" creationId="{FE8D975B-2B95-7C84-B631-7CAF13AF5536}"/>
          </ac:spMkLst>
        </pc:spChg>
        <pc:spChg chg="add mod">
          <ac:chgData name="Enoch Kweku Amo Appiah" userId="a6b940a1-a7d6-4531-9cc9-f2cf449f1c38" providerId="ADAL" clId="{8BDDC8E3-27FB-5622-B8A4-10DB7A35FCEA}" dt="2025-09-29T21:09:56.716" v="4077" actId="14100"/>
          <ac:spMkLst>
            <pc:docMk/>
            <pc:sldMk cId="409906379" sldId="823"/>
            <ac:spMk id="14" creationId="{9C8390A4-6C3B-D0FF-CA1A-EE7EFE062CB2}"/>
          </ac:spMkLst>
        </pc:spChg>
        <pc:spChg chg="add mod">
          <ac:chgData name="Enoch Kweku Amo Appiah" userId="a6b940a1-a7d6-4531-9cc9-f2cf449f1c38" providerId="ADAL" clId="{8BDDC8E3-27FB-5622-B8A4-10DB7A35FCEA}" dt="2025-09-30T02:54:01.251" v="6323" actId="14100"/>
          <ac:spMkLst>
            <pc:docMk/>
            <pc:sldMk cId="409906379" sldId="823"/>
            <ac:spMk id="15" creationId="{9ECD960E-4C8B-536D-25B9-A1CB10E68792}"/>
          </ac:spMkLst>
        </pc:spChg>
        <pc:spChg chg="add mod">
          <ac:chgData name="Enoch Kweku Amo Appiah" userId="a6b940a1-a7d6-4531-9cc9-f2cf449f1c38" providerId="ADAL" clId="{8BDDC8E3-27FB-5622-B8A4-10DB7A35FCEA}" dt="2025-09-29T21:08:21.994" v="4068" actId="1076"/>
          <ac:spMkLst>
            <pc:docMk/>
            <pc:sldMk cId="409906379" sldId="823"/>
            <ac:spMk id="16" creationId="{2C601C48-FB57-49C3-A691-28BB21362EAE}"/>
          </ac:spMkLst>
        </pc:spChg>
        <pc:spChg chg="add mod">
          <ac:chgData name="Enoch Kweku Amo Appiah" userId="a6b940a1-a7d6-4531-9cc9-f2cf449f1c38" providerId="ADAL" clId="{8BDDC8E3-27FB-5622-B8A4-10DB7A35FCEA}" dt="2025-09-29T21:14:29.853" v="4103" actId="14100"/>
          <ac:spMkLst>
            <pc:docMk/>
            <pc:sldMk cId="409906379" sldId="823"/>
            <ac:spMk id="17" creationId="{60429647-4D26-30CA-1155-6303C80C3CFE}"/>
          </ac:spMkLst>
        </pc:spChg>
        <pc:spChg chg="add mod">
          <ac:chgData name="Enoch Kweku Amo Appiah" userId="a6b940a1-a7d6-4531-9cc9-f2cf449f1c38" providerId="ADAL" clId="{8BDDC8E3-27FB-5622-B8A4-10DB7A35FCEA}" dt="2025-09-29T21:14:07.018" v="4100" actId="20577"/>
          <ac:spMkLst>
            <pc:docMk/>
            <pc:sldMk cId="409906379" sldId="823"/>
            <ac:spMk id="18" creationId="{C748AA8A-1B55-B417-FAD0-26E63E679C7E}"/>
          </ac:spMkLst>
        </pc:spChg>
        <pc:graphicFrameChg chg="add mod">
          <ac:chgData name="Enoch Kweku Amo Appiah" userId="a6b940a1-a7d6-4531-9cc9-f2cf449f1c38" providerId="ADAL" clId="{8BDDC8E3-27FB-5622-B8A4-10DB7A35FCEA}" dt="2025-09-29T21:06:30.625" v="4057"/>
          <ac:graphicFrameMkLst>
            <pc:docMk/>
            <pc:sldMk cId="409906379" sldId="823"/>
            <ac:graphicFrameMk id="10" creationId="{A5D4B5D7-CBC1-9B1C-760A-722A8A78DAC8}"/>
          </ac:graphicFrameMkLst>
        </pc:graphicFrameChg>
      </pc:sldChg>
      <pc:sldChg chg="modSp add del mod ord modShow">
        <pc:chgData name="Enoch Kweku Amo Appiah" userId="a6b940a1-a7d6-4531-9cc9-f2cf449f1c38" providerId="ADAL" clId="{8BDDC8E3-27FB-5622-B8A4-10DB7A35FCEA}" dt="2025-09-30T01:20:40.584" v="5635" actId="2696"/>
        <pc:sldMkLst>
          <pc:docMk/>
          <pc:sldMk cId="3334214987" sldId="824"/>
        </pc:sldMkLst>
      </pc:sldChg>
      <pc:sldChg chg="add del setBg">
        <pc:chgData name="Enoch Kweku Amo Appiah" userId="a6b940a1-a7d6-4531-9cc9-f2cf449f1c38" providerId="ADAL" clId="{8BDDC8E3-27FB-5622-B8A4-10DB7A35FCEA}" dt="2025-09-29T22:03:41.321" v="4569" actId="2696"/>
        <pc:sldMkLst>
          <pc:docMk/>
          <pc:sldMk cId="2448575742" sldId="825"/>
        </pc:sldMkLst>
      </pc:sldChg>
      <pc:sldChg chg="modSp add mod or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637411294" sldId="826"/>
        </pc:sldMkLst>
        <pc:spChg chg="mod">
          <ac:chgData name="Enoch Kweku Amo Appiah" userId="a6b940a1-a7d6-4531-9cc9-f2cf449f1c38" providerId="ADAL" clId="{8BDDC8E3-27FB-5622-B8A4-10DB7A35FCEA}" dt="2025-09-29T22:03:50.245" v="4580" actId="20577"/>
          <ac:spMkLst>
            <pc:docMk/>
            <pc:sldMk cId="637411294" sldId="826"/>
            <ac:spMk id="3" creationId="{054D5133-E7A6-17D3-98FE-A12EE97E8BCB}"/>
          </ac:spMkLst>
        </pc:spChg>
        <pc:graphicFrameChg chg="mod">
          <ac:chgData name="Enoch Kweku Amo Appiah" userId="a6b940a1-a7d6-4531-9cc9-f2cf449f1c38" providerId="ADAL" clId="{8BDDC8E3-27FB-5622-B8A4-10DB7A35FCEA}" dt="2025-09-30T09:21:33.747" v="8810"/>
          <ac:graphicFrameMkLst>
            <pc:docMk/>
            <pc:sldMk cId="637411294" sldId="826"/>
            <ac:graphicFrameMk id="5" creationId="{6FA1985C-83DE-7F5C-92D3-E13E27DEBEB2}"/>
          </ac:graphicFrameMkLst>
        </pc:graphicFrameChg>
      </pc:sldChg>
      <pc:sldChg chg="modSp add del modTransition">
        <pc:chgData name="Enoch Kweku Amo Appiah" userId="a6b940a1-a7d6-4531-9cc9-f2cf449f1c38" providerId="ADAL" clId="{8BDDC8E3-27FB-5622-B8A4-10DB7A35FCEA}" dt="2025-09-30T13:36:29.416" v="8830" actId="2696"/>
        <pc:sldMkLst>
          <pc:docMk/>
          <pc:sldMk cId="1390265791" sldId="827"/>
        </pc:sldMkLst>
      </pc:sldChg>
      <pc:sldChg chg="modSp add del mod">
        <pc:chgData name="Enoch Kweku Amo Appiah" userId="a6b940a1-a7d6-4531-9cc9-f2cf449f1c38" providerId="ADAL" clId="{8BDDC8E3-27FB-5622-B8A4-10DB7A35FCEA}" dt="2025-09-29T22:51:52.032" v="4665" actId="2696"/>
        <pc:sldMkLst>
          <pc:docMk/>
          <pc:sldMk cId="2588144040" sldId="827"/>
        </pc:sldMkLst>
      </pc:sldChg>
      <pc:sldChg chg="modSp add del mod">
        <pc:chgData name="Enoch Kweku Amo Appiah" userId="a6b940a1-a7d6-4531-9cc9-f2cf449f1c38" providerId="ADAL" clId="{8BDDC8E3-27FB-5622-B8A4-10DB7A35FCEA}" dt="2025-09-29T22:51:52.032" v="4665" actId="2696"/>
        <pc:sldMkLst>
          <pc:docMk/>
          <pc:sldMk cId="1525497762" sldId="828"/>
        </pc:sldMkLst>
      </pc:sldChg>
      <pc:sldChg chg="add del ord">
        <pc:chgData name="Enoch Kweku Amo Appiah" userId="a6b940a1-a7d6-4531-9cc9-f2cf449f1c38" providerId="ADAL" clId="{8BDDC8E3-27FB-5622-B8A4-10DB7A35FCEA}" dt="2025-09-29T23:30:03.702" v="5321" actId="2696"/>
        <pc:sldMkLst>
          <pc:docMk/>
          <pc:sldMk cId="3596546399" sldId="828"/>
        </pc:sldMkLst>
      </pc:sldChg>
      <pc:sldChg chg="addSp modSp add mo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581107930" sldId="829"/>
        </pc:sldMkLst>
        <pc:graphicFrameChg chg="add mod modGraphic">
          <ac:chgData name="Enoch Kweku Amo Appiah" userId="a6b940a1-a7d6-4531-9cc9-f2cf449f1c38" providerId="ADAL" clId="{8BDDC8E3-27FB-5622-B8A4-10DB7A35FCEA}" dt="2025-09-29T23:36:01.243" v="5344"/>
          <ac:graphicFrameMkLst>
            <pc:docMk/>
            <pc:sldMk cId="581107930" sldId="829"/>
            <ac:graphicFrameMk id="2" creationId="{AB2E577B-1F25-36B1-DF86-9145FCFFFFAA}"/>
          </ac:graphicFrameMkLst>
        </pc:graphicFrameChg>
        <pc:graphicFrameChg chg="mod">
          <ac:chgData name="Enoch Kweku Amo Appiah" userId="a6b940a1-a7d6-4531-9cc9-f2cf449f1c38" providerId="ADAL" clId="{8BDDC8E3-27FB-5622-B8A4-10DB7A35FCEA}" dt="2025-09-30T01:32:41.386" v="5732"/>
          <ac:graphicFrameMkLst>
            <pc:docMk/>
            <pc:sldMk cId="581107930" sldId="829"/>
            <ac:graphicFrameMk id="10" creationId="{A659A7FD-E960-4FFF-8387-E7DA9C10C679}"/>
          </ac:graphicFrameMkLst>
        </pc:graphicFrameChg>
      </pc:sldChg>
      <pc:sldChg chg="addSp delSp modSp add del mod ord delAnim modAnim modShow">
        <pc:chgData name="Enoch Kweku Amo Appiah" userId="a6b940a1-a7d6-4531-9cc9-f2cf449f1c38" providerId="ADAL" clId="{8BDDC8E3-27FB-5622-B8A4-10DB7A35FCEA}" dt="2025-09-30T04:59:43.706" v="6955" actId="2696"/>
        <pc:sldMkLst>
          <pc:docMk/>
          <pc:sldMk cId="3295868092" sldId="830"/>
        </pc:sldMkLst>
      </pc:sldChg>
      <pc:sldChg chg="addSp delSp modSp add mod modTransition">
        <pc:chgData name="Enoch Kweku Amo Appiah" userId="a6b940a1-a7d6-4531-9cc9-f2cf449f1c38" providerId="ADAL" clId="{8BDDC8E3-27FB-5622-B8A4-10DB7A35FCEA}" dt="2025-09-30T16:39:19.978" v="8847"/>
        <pc:sldMkLst>
          <pc:docMk/>
          <pc:sldMk cId="1992170110" sldId="831"/>
        </pc:sldMkLst>
        <pc:spChg chg="mod">
          <ac:chgData name="Enoch Kweku Amo Appiah" userId="a6b940a1-a7d6-4531-9cc9-f2cf449f1c38" providerId="ADAL" clId="{8BDDC8E3-27FB-5622-B8A4-10DB7A35FCEA}" dt="2025-09-30T02:19:53.260" v="6226" actId="20577"/>
          <ac:spMkLst>
            <pc:docMk/>
            <pc:sldMk cId="1992170110" sldId="831"/>
            <ac:spMk id="3" creationId="{583861F3-6A9B-1D24-F294-D33E70E72B7B}"/>
          </ac:spMkLst>
        </pc:spChg>
        <pc:spChg chg="mod">
          <ac:chgData name="Enoch Kweku Amo Appiah" userId="a6b940a1-a7d6-4531-9cc9-f2cf449f1c38" providerId="ADAL" clId="{8BDDC8E3-27FB-5622-B8A4-10DB7A35FCEA}" dt="2025-09-30T01:22:34.480" v="5642" actId="164"/>
          <ac:spMkLst>
            <pc:docMk/>
            <pc:sldMk cId="1992170110" sldId="831"/>
            <ac:spMk id="7" creationId="{98C17E76-48A6-B094-E5B4-E2FC47BC8B83}"/>
          </ac:spMkLst>
        </pc:spChg>
        <pc:spChg chg="mod">
          <ac:chgData name="Enoch Kweku Amo Appiah" userId="a6b940a1-a7d6-4531-9cc9-f2cf449f1c38" providerId="ADAL" clId="{8BDDC8E3-27FB-5622-B8A4-10DB7A35FCEA}" dt="2025-09-30T01:22:34.480" v="5642" actId="164"/>
          <ac:spMkLst>
            <pc:docMk/>
            <pc:sldMk cId="1992170110" sldId="831"/>
            <ac:spMk id="18" creationId="{2FF92D7D-37D6-68B7-545A-A82CEFBA79AD}"/>
          </ac:spMkLst>
        </pc:spChg>
        <pc:spChg chg="mod">
          <ac:chgData name="Enoch Kweku Amo Appiah" userId="a6b940a1-a7d6-4531-9cc9-f2cf449f1c38" providerId="ADAL" clId="{8BDDC8E3-27FB-5622-B8A4-10DB7A35FCEA}" dt="2025-09-30T01:22:34.480" v="5642" actId="164"/>
          <ac:spMkLst>
            <pc:docMk/>
            <pc:sldMk cId="1992170110" sldId="831"/>
            <ac:spMk id="26" creationId="{11AD0A68-16EA-EFEE-7DC5-54F3FCC91E47}"/>
          </ac:spMkLst>
        </pc:spChg>
        <pc:spChg chg="mod">
          <ac:chgData name="Enoch Kweku Amo Appiah" userId="a6b940a1-a7d6-4531-9cc9-f2cf449f1c38" providerId="ADAL" clId="{8BDDC8E3-27FB-5622-B8A4-10DB7A35FCEA}" dt="2025-09-30T01:22:34.480" v="5642" actId="164"/>
          <ac:spMkLst>
            <pc:docMk/>
            <pc:sldMk cId="1992170110" sldId="831"/>
            <ac:spMk id="27" creationId="{858FECB1-5DA9-72EF-D594-281B74815C8C}"/>
          </ac:spMkLst>
        </pc:spChg>
        <pc:spChg chg="mod">
          <ac:chgData name="Enoch Kweku Amo Appiah" userId="a6b940a1-a7d6-4531-9cc9-f2cf449f1c38" providerId="ADAL" clId="{8BDDC8E3-27FB-5622-B8A4-10DB7A35FCEA}" dt="2025-09-30T01:22:34.480" v="5642" actId="164"/>
          <ac:spMkLst>
            <pc:docMk/>
            <pc:sldMk cId="1992170110" sldId="831"/>
            <ac:spMk id="28" creationId="{48948362-B0C8-C8DF-1C34-9263F218E774}"/>
          </ac:spMkLst>
        </pc:spChg>
        <pc:grpChg chg="add mod">
          <ac:chgData name="Enoch Kweku Amo Appiah" userId="a6b940a1-a7d6-4531-9cc9-f2cf449f1c38" providerId="ADAL" clId="{8BDDC8E3-27FB-5622-B8A4-10DB7A35FCEA}" dt="2025-09-30T01:22:52.835" v="5644" actId="1076"/>
          <ac:grpSpMkLst>
            <pc:docMk/>
            <pc:sldMk cId="1992170110" sldId="831"/>
            <ac:grpSpMk id="4" creationId="{27E4E444-E8E6-9902-365D-A02AD83833D4}"/>
          </ac:grpSpMkLst>
        </pc:grpChg>
      </pc:sldChg>
      <pc:sldChg chg="delSp modSp add mod modTransition">
        <pc:chgData name="Enoch Kweku Amo Appiah" userId="a6b940a1-a7d6-4531-9cc9-f2cf449f1c38" providerId="ADAL" clId="{8BDDC8E3-27FB-5622-B8A4-10DB7A35FCEA}" dt="2025-09-30T16:39:19.978" v="8847"/>
        <pc:sldMkLst>
          <pc:docMk/>
          <pc:sldMk cId="2720659581" sldId="832"/>
        </pc:sldMkLst>
        <pc:spChg chg="mod">
          <ac:chgData name="Enoch Kweku Amo Appiah" userId="a6b940a1-a7d6-4531-9cc9-f2cf449f1c38" providerId="ADAL" clId="{8BDDC8E3-27FB-5622-B8A4-10DB7A35FCEA}" dt="2025-09-30T01:33:34.743" v="5746" actId="20577"/>
          <ac:spMkLst>
            <pc:docMk/>
            <pc:sldMk cId="2720659581" sldId="832"/>
            <ac:spMk id="3" creationId="{0DEAD178-6355-A126-0A9B-52216B73DCF7}"/>
          </ac:spMkLst>
        </pc:spChg>
        <pc:graphicFrameChg chg="mod">
          <ac:chgData name="Enoch Kweku Amo Appiah" userId="a6b940a1-a7d6-4531-9cc9-f2cf449f1c38" providerId="ADAL" clId="{8BDDC8E3-27FB-5622-B8A4-10DB7A35FCEA}" dt="2025-09-30T01:50:41.762" v="6071"/>
          <ac:graphicFrameMkLst>
            <pc:docMk/>
            <pc:sldMk cId="2720659581" sldId="832"/>
            <ac:graphicFrameMk id="10" creationId="{BF9C2555-788E-3B06-B1C5-F55BEFBD6B81}"/>
          </ac:graphicFrameMkLst>
        </pc:graphicFrameChg>
      </pc:sldChg>
      <pc:sldChg chg="modSp add del mod">
        <pc:chgData name="Enoch Kweku Amo Appiah" userId="a6b940a1-a7d6-4531-9cc9-f2cf449f1c38" providerId="ADAL" clId="{8BDDC8E3-27FB-5622-B8A4-10DB7A35FCEA}" dt="2025-09-30T01:27:55.093" v="5658" actId="2696"/>
        <pc:sldMkLst>
          <pc:docMk/>
          <pc:sldMk cId="3653740617" sldId="832"/>
        </pc:sldMkLst>
      </pc:sldChg>
      <pc:sldChg chg="addSp delSp modSp add mo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1098690757" sldId="833"/>
        </pc:sldMkLst>
        <pc:spChg chg="mod">
          <ac:chgData name="Enoch Kweku Amo Appiah" userId="a6b940a1-a7d6-4531-9cc9-f2cf449f1c38" providerId="ADAL" clId="{8BDDC8E3-27FB-5622-B8A4-10DB7A35FCEA}" dt="2025-09-30T09:16:31.357" v="8749" actId="20577"/>
          <ac:spMkLst>
            <pc:docMk/>
            <pc:sldMk cId="1098690757" sldId="833"/>
            <ac:spMk id="3" creationId="{651E52D6-3308-9508-FDB5-D572BA49518F}"/>
          </ac:spMkLst>
        </pc:spChg>
        <pc:spChg chg="add mod">
          <ac:chgData name="Enoch Kweku Amo Appiah" userId="a6b940a1-a7d6-4531-9cc9-f2cf449f1c38" providerId="ADAL" clId="{8BDDC8E3-27FB-5622-B8A4-10DB7A35FCEA}" dt="2025-09-30T05:47:50.408" v="7320" actId="1076"/>
          <ac:spMkLst>
            <pc:docMk/>
            <pc:sldMk cId="1098690757" sldId="833"/>
            <ac:spMk id="5" creationId="{0F1DFA04-F13A-ABC0-6B00-C7B4BEBBB8B8}"/>
          </ac:spMkLst>
        </pc:spChg>
        <pc:graphicFrameChg chg="add mod modGraphic">
          <ac:chgData name="Enoch Kweku Amo Appiah" userId="a6b940a1-a7d6-4531-9cc9-f2cf449f1c38" providerId="ADAL" clId="{8BDDC8E3-27FB-5622-B8A4-10DB7A35FCEA}" dt="2025-09-30T04:39:37.629" v="6758" actId="20577"/>
          <ac:graphicFrameMkLst>
            <pc:docMk/>
            <pc:sldMk cId="1098690757" sldId="833"/>
            <ac:graphicFrameMk id="4" creationId="{04B10BE2-2985-67A0-705E-B69155FF3F40}"/>
          </ac:graphicFrameMkLst>
        </pc:graphicFrameChg>
        <pc:graphicFrameChg chg="add mod modGraphic">
          <ac:chgData name="Enoch Kweku Amo Appiah" userId="a6b940a1-a7d6-4531-9cc9-f2cf449f1c38" providerId="ADAL" clId="{8BDDC8E3-27FB-5622-B8A4-10DB7A35FCEA}" dt="2025-09-30T13:39:10.636" v="8842"/>
          <ac:graphicFrameMkLst>
            <pc:docMk/>
            <pc:sldMk cId="1098690757" sldId="833"/>
            <ac:graphicFrameMk id="8" creationId="{1955749F-2C01-0815-BD6B-A42A36E3FE9D}"/>
          </ac:graphicFrameMkLst>
        </pc:graphicFrameChg>
      </pc:sldChg>
      <pc:sldChg chg="add del">
        <pc:chgData name="Enoch Kweku Amo Appiah" userId="a6b940a1-a7d6-4531-9cc9-f2cf449f1c38" providerId="ADAL" clId="{8BDDC8E3-27FB-5622-B8A4-10DB7A35FCEA}" dt="2025-09-30T01:27:55.077" v="5657" actId="2696"/>
        <pc:sldMkLst>
          <pc:docMk/>
          <pc:sldMk cId="2627490225" sldId="833"/>
        </pc:sldMkLst>
      </pc:sldChg>
      <pc:sldChg chg="addSp delSp modSp add mo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3520502562" sldId="834"/>
        </pc:sldMkLst>
        <pc:spChg chg="mod">
          <ac:chgData name="Enoch Kweku Amo Appiah" userId="a6b940a1-a7d6-4531-9cc9-f2cf449f1c38" providerId="ADAL" clId="{8BDDC8E3-27FB-5622-B8A4-10DB7A35FCEA}" dt="2025-09-30T09:15:57.132" v="8679" actId="20577"/>
          <ac:spMkLst>
            <pc:docMk/>
            <pc:sldMk cId="3520502562" sldId="834"/>
            <ac:spMk id="3" creationId="{0EF91F67-1A25-D733-F3D9-C1D72B85410F}"/>
          </ac:spMkLst>
        </pc:spChg>
        <pc:spChg chg="add mod">
          <ac:chgData name="Enoch Kweku Amo Appiah" userId="a6b940a1-a7d6-4531-9cc9-f2cf449f1c38" providerId="ADAL" clId="{8BDDC8E3-27FB-5622-B8A4-10DB7A35FCEA}" dt="2025-09-30T04:45:24.170" v="6887" actId="208"/>
          <ac:spMkLst>
            <pc:docMk/>
            <pc:sldMk cId="3520502562" sldId="834"/>
            <ac:spMk id="11" creationId="{E8DD1BA0-4C06-CCDF-C889-A9FEA828A617}"/>
          </ac:spMkLst>
        </pc:spChg>
        <pc:spChg chg="add mod">
          <ac:chgData name="Enoch Kweku Amo Appiah" userId="a6b940a1-a7d6-4531-9cc9-f2cf449f1c38" providerId="ADAL" clId="{8BDDC8E3-27FB-5622-B8A4-10DB7A35FCEA}" dt="2025-09-30T04:45:46.765" v="6889" actId="1076"/>
          <ac:spMkLst>
            <pc:docMk/>
            <pc:sldMk cId="3520502562" sldId="834"/>
            <ac:spMk id="12" creationId="{A7121198-90FB-A684-DD19-DE3B87963A0C}"/>
          </ac:spMkLst>
        </pc:spChg>
        <pc:spChg chg="add mod">
          <ac:chgData name="Enoch Kweku Amo Appiah" userId="a6b940a1-a7d6-4531-9cc9-f2cf449f1c38" providerId="ADAL" clId="{8BDDC8E3-27FB-5622-B8A4-10DB7A35FCEA}" dt="2025-09-30T05:47:44.246" v="7319" actId="1076"/>
          <ac:spMkLst>
            <pc:docMk/>
            <pc:sldMk cId="3520502562" sldId="834"/>
            <ac:spMk id="14" creationId="{59729350-E12F-D568-1168-27EC19BF741D}"/>
          </ac:spMkLst>
        </pc:spChg>
        <pc:graphicFrameChg chg="add mod">
          <ac:chgData name="Enoch Kweku Amo Appiah" userId="a6b940a1-a7d6-4531-9cc9-f2cf449f1c38" providerId="ADAL" clId="{8BDDC8E3-27FB-5622-B8A4-10DB7A35FCEA}" dt="2025-09-30T05:51:37.567" v="7345" actId="1076"/>
          <ac:graphicFrameMkLst>
            <pc:docMk/>
            <pc:sldMk cId="3520502562" sldId="834"/>
            <ac:graphicFrameMk id="13" creationId="{8277A61B-74F3-5270-C1EB-71C7EABC1DED}"/>
          </ac:graphicFrameMkLst>
        </pc:graphicFrameChg>
        <pc:picChg chg="add mod">
          <ac:chgData name="Enoch Kweku Amo Appiah" userId="a6b940a1-a7d6-4531-9cc9-f2cf449f1c38" providerId="ADAL" clId="{8BDDC8E3-27FB-5622-B8A4-10DB7A35FCEA}" dt="2025-09-30T04:44:47.364" v="6884" actId="1076"/>
          <ac:picMkLst>
            <pc:docMk/>
            <pc:sldMk cId="3520502562" sldId="834"/>
            <ac:picMk id="10" creationId="{320B2910-A30A-7CC0-84CC-A5F73F77628B}"/>
          </ac:picMkLst>
        </pc:picChg>
      </pc:sldChg>
      <pc:sldChg chg="addSp delSp modSp add del mod delAnim modAnim">
        <pc:chgData name="Enoch Kweku Amo Appiah" userId="a6b940a1-a7d6-4531-9cc9-f2cf449f1c38" providerId="ADAL" clId="{8BDDC8E3-27FB-5622-B8A4-10DB7A35FCEA}" dt="2025-09-30T05:52:17.828" v="7350" actId="2696"/>
        <pc:sldMkLst>
          <pc:docMk/>
          <pc:sldMk cId="2080174454" sldId="835"/>
        </pc:sldMkLst>
      </pc:sldChg>
      <pc:sldChg chg="addSp modSp add mo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2353976996" sldId="836"/>
        </pc:sldMkLst>
        <pc:spChg chg="mod">
          <ac:chgData name="Enoch Kweku Amo Appiah" userId="a6b940a1-a7d6-4531-9cc9-f2cf449f1c38" providerId="ADAL" clId="{8BDDC8E3-27FB-5622-B8A4-10DB7A35FCEA}" dt="2025-09-30T09:16:19.420" v="8727" actId="20577"/>
          <ac:spMkLst>
            <pc:docMk/>
            <pc:sldMk cId="2353976996" sldId="836"/>
            <ac:spMk id="3" creationId="{44F32051-59B1-E8B6-C88F-DBB502269246}"/>
          </ac:spMkLst>
        </pc:spChg>
        <pc:spChg chg="mod">
          <ac:chgData name="Enoch Kweku Amo Appiah" userId="a6b940a1-a7d6-4531-9cc9-f2cf449f1c38" providerId="ADAL" clId="{8BDDC8E3-27FB-5622-B8A4-10DB7A35FCEA}" dt="2025-09-30T05:54:30.756" v="7370" actId="1076"/>
          <ac:spMkLst>
            <pc:docMk/>
            <pc:sldMk cId="2353976996" sldId="836"/>
            <ac:spMk id="5" creationId="{A9AE6D3B-C066-1789-B6C3-FA302C83C0BA}"/>
          </ac:spMkLst>
        </pc:spChg>
        <pc:picChg chg="add mod">
          <ac:chgData name="Enoch Kweku Amo Appiah" userId="a6b940a1-a7d6-4531-9cc9-f2cf449f1c38" providerId="ADAL" clId="{8BDDC8E3-27FB-5622-B8A4-10DB7A35FCEA}" dt="2025-09-30T05:54:42.698" v="7371" actId="1076"/>
          <ac:picMkLst>
            <pc:docMk/>
            <pc:sldMk cId="2353976996" sldId="836"/>
            <ac:picMk id="6" creationId="{2598BD43-D415-C20D-3BF8-8D7A792EB0B0}"/>
          </ac:picMkLst>
        </pc:picChg>
        <pc:picChg chg="add mod">
          <ac:chgData name="Enoch Kweku Amo Appiah" userId="a6b940a1-a7d6-4531-9cc9-f2cf449f1c38" providerId="ADAL" clId="{8BDDC8E3-27FB-5622-B8A4-10DB7A35FCEA}" dt="2025-09-30T05:54:45.802" v="7372" actId="1076"/>
          <ac:picMkLst>
            <pc:docMk/>
            <pc:sldMk cId="2353976996" sldId="836"/>
            <ac:picMk id="8" creationId="{BE3CE826-812F-63F6-8374-386450745CE4}"/>
          </ac:picMkLst>
        </pc:picChg>
      </pc:sldChg>
      <pc:sldChg chg="delSp modSp mod modTransition">
        <pc:chgData name="Enoch Kweku Amo Appiah" userId="a6b940a1-a7d6-4531-9cc9-f2cf449f1c38" providerId="ADAL" clId="{8BDDC8E3-27FB-5622-B8A4-10DB7A35FCEA}" dt="2025-09-30T16:39:19.978" v="8847"/>
        <pc:sldMkLst>
          <pc:docMk/>
          <pc:sldMk cId="529426314" sldId="837"/>
        </pc:sldMkLst>
        <pc:spChg chg="mod">
          <ac:chgData name="Enoch Kweku Amo Appiah" userId="a6b940a1-a7d6-4531-9cc9-f2cf449f1c38" providerId="ADAL" clId="{8BDDC8E3-27FB-5622-B8A4-10DB7A35FCEA}" dt="2025-09-30T09:11:38.524" v="8519" actId="1076"/>
          <ac:spMkLst>
            <pc:docMk/>
            <pc:sldMk cId="529426314" sldId="837"/>
            <ac:spMk id="5" creationId="{AE97BC4A-181D-7390-087B-9A201F7AD836}"/>
          </ac:spMkLst>
        </pc:spChg>
      </pc:sldChg>
      <pc:sldChg chg="addSp delSp modSp add mod modTransition modAnim">
        <pc:chgData name="Enoch Kweku Amo Appiah" userId="a6b940a1-a7d6-4531-9cc9-f2cf449f1c38" providerId="ADAL" clId="{8BDDC8E3-27FB-5622-B8A4-10DB7A35FCEA}" dt="2025-09-30T16:39:19.978" v="8847"/>
        <pc:sldMkLst>
          <pc:docMk/>
          <pc:sldMk cId="597389141" sldId="838"/>
        </pc:sldMkLst>
        <pc:spChg chg="mod">
          <ac:chgData name="Enoch Kweku Amo Appiah" userId="a6b940a1-a7d6-4531-9cc9-f2cf449f1c38" providerId="ADAL" clId="{8BDDC8E3-27FB-5622-B8A4-10DB7A35FCEA}" dt="2025-09-30T09:16:58.553" v="8779" actId="20577"/>
          <ac:spMkLst>
            <pc:docMk/>
            <pc:sldMk cId="597389141" sldId="838"/>
            <ac:spMk id="3" creationId="{026B296B-D960-7874-D2C4-9D4511DAD057}"/>
          </ac:spMkLst>
        </pc:spChg>
        <pc:spChg chg="mod">
          <ac:chgData name="Enoch Kweku Amo Appiah" userId="a6b940a1-a7d6-4531-9cc9-f2cf449f1c38" providerId="ADAL" clId="{8BDDC8E3-27FB-5622-B8A4-10DB7A35FCEA}" dt="2025-09-30T05:55:46.488" v="7380" actId="1076"/>
          <ac:spMkLst>
            <pc:docMk/>
            <pc:sldMk cId="597389141" sldId="838"/>
            <ac:spMk id="5" creationId="{6BA61FC0-2084-9A30-997E-80C8555A7079}"/>
          </ac:spMkLst>
        </pc:spChg>
        <pc:picChg chg="add mod">
          <ac:chgData name="Enoch Kweku Amo Appiah" userId="a6b940a1-a7d6-4531-9cc9-f2cf449f1c38" providerId="ADAL" clId="{8BDDC8E3-27FB-5622-B8A4-10DB7A35FCEA}" dt="2025-09-30T05:39:02.780" v="7147" actId="1076"/>
          <ac:picMkLst>
            <pc:docMk/>
            <pc:sldMk cId="597389141" sldId="838"/>
            <ac:picMk id="7" creationId="{98A80EA7-D121-49DF-EEAD-6990924B31E8}"/>
          </ac:picMkLst>
        </pc:picChg>
        <pc:picChg chg="add mod">
          <ac:chgData name="Enoch Kweku Amo Appiah" userId="a6b940a1-a7d6-4531-9cc9-f2cf449f1c38" providerId="ADAL" clId="{8BDDC8E3-27FB-5622-B8A4-10DB7A35FCEA}" dt="2025-09-30T05:41:53.917" v="7150" actId="1076"/>
          <ac:picMkLst>
            <pc:docMk/>
            <pc:sldMk cId="597389141" sldId="838"/>
            <ac:picMk id="9" creationId="{EF6596FE-23D2-58DE-5CB5-25A02564A98B}"/>
          </ac:picMkLst>
        </pc:picChg>
      </pc:sldChg>
      <pc:sldChg chg="delSp add mod modTransition">
        <pc:chgData name="Enoch Kweku Amo Appiah" userId="a6b940a1-a7d6-4531-9cc9-f2cf449f1c38" providerId="ADAL" clId="{8BDDC8E3-27FB-5622-B8A4-10DB7A35FCEA}" dt="2025-09-30T16:39:19.978" v="8847"/>
        <pc:sldMkLst>
          <pc:docMk/>
          <pc:sldMk cId="918802371" sldId="839"/>
        </pc:sldMkLst>
      </pc:sldChg>
      <pc:sldChg chg="addSp delSp modSp add del mod">
        <pc:chgData name="Enoch Kweku Amo Appiah" userId="a6b940a1-a7d6-4531-9cc9-f2cf449f1c38" providerId="ADAL" clId="{8BDDC8E3-27FB-5622-B8A4-10DB7A35FCEA}" dt="2025-09-30T06:59:27.026" v="8171" actId="2696"/>
        <pc:sldMkLst>
          <pc:docMk/>
          <pc:sldMk cId="1398090235" sldId="839"/>
        </pc:sldMkLst>
      </pc:sldChg>
      <pc:sldChg chg="addSp delSp modSp add mod ord delAnim modAnim">
        <pc:chgData name="Enoch Kweku Amo Appiah" userId="a6b940a1-a7d6-4531-9cc9-f2cf449f1c38" providerId="ADAL" clId="{8BDDC8E3-27FB-5622-B8A4-10DB7A35FCEA}" dt="2025-09-30T17:02:26.464" v="10014" actId="20578"/>
        <pc:sldMkLst>
          <pc:docMk/>
          <pc:sldMk cId="1264678854" sldId="840"/>
        </pc:sldMkLst>
        <pc:spChg chg="mod">
          <ac:chgData name="Enoch Kweku Amo Appiah" userId="a6b940a1-a7d6-4531-9cc9-f2cf449f1c38" providerId="ADAL" clId="{8BDDC8E3-27FB-5622-B8A4-10DB7A35FCEA}" dt="2025-09-30T17:01:33.297" v="10010"/>
          <ac:spMkLst>
            <pc:docMk/>
            <pc:sldMk cId="1264678854" sldId="840"/>
            <ac:spMk id="3" creationId="{889A7BE4-E0E7-DA7A-AA59-C2A1BBD5CB1A}"/>
          </ac:spMkLst>
        </pc:spChg>
        <pc:spChg chg="add mod">
          <ac:chgData name="Enoch Kweku Amo Appiah" userId="a6b940a1-a7d6-4531-9cc9-f2cf449f1c38" providerId="ADAL" clId="{8BDDC8E3-27FB-5622-B8A4-10DB7A35FCEA}" dt="2025-09-30T17:01:41.486" v="10011" actId="1076"/>
          <ac:spMkLst>
            <pc:docMk/>
            <pc:sldMk cId="1264678854" sldId="840"/>
            <ac:spMk id="5" creationId="{BEC7E69C-60A9-4EE0-C97A-74DD40DDE46F}"/>
          </ac:spMkLst>
        </pc:spChg>
        <pc:graphicFrameChg chg="mod">
          <ac:chgData name="Enoch Kweku Amo Appiah" userId="a6b940a1-a7d6-4531-9cc9-f2cf449f1c38" providerId="ADAL" clId="{8BDDC8E3-27FB-5622-B8A4-10DB7A35FCEA}" dt="2025-09-30T17:01:01.727" v="9972" actId="20577"/>
          <ac:graphicFrameMkLst>
            <pc:docMk/>
            <pc:sldMk cId="1264678854" sldId="840"/>
            <ac:graphicFrameMk id="18" creationId="{B6BBB9F7-683B-BBB8-46A3-4C738EBA4D30}"/>
          </ac:graphicFrameMkLst>
        </pc:graphicFrameChg>
      </pc:sldChg>
      <pc:sldChg chg="addSp delSp modSp add mod">
        <pc:chgData name="Enoch Kweku Amo Appiah" userId="a6b940a1-a7d6-4531-9cc9-f2cf449f1c38" providerId="ADAL" clId="{8BDDC8E3-27FB-5622-B8A4-10DB7A35FCEA}" dt="2025-09-30T17:10:01.396" v="10558" actId="1076"/>
        <pc:sldMkLst>
          <pc:docMk/>
          <pc:sldMk cId="1642872894" sldId="841"/>
        </pc:sldMkLst>
        <pc:spChg chg="mod">
          <ac:chgData name="Enoch Kweku Amo Appiah" userId="a6b940a1-a7d6-4531-9cc9-f2cf449f1c38" providerId="ADAL" clId="{8BDDC8E3-27FB-5622-B8A4-10DB7A35FCEA}" dt="2025-09-30T17:10:01.396" v="10558" actId="1076"/>
          <ac:spMkLst>
            <pc:docMk/>
            <pc:sldMk cId="1642872894" sldId="841"/>
            <ac:spMk id="4" creationId="{A0CED9C9-F8FA-3B43-DB3D-5FE640A34E35}"/>
          </ac:spMkLst>
        </pc:spChg>
        <pc:graphicFrameChg chg="add mod">
          <ac:chgData name="Enoch Kweku Amo Appiah" userId="a6b940a1-a7d6-4531-9cc9-f2cf449f1c38" providerId="ADAL" clId="{8BDDC8E3-27FB-5622-B8A4-10DB7A35FCEA}" dt="2025-09-30T17:09:32.628" v="10554" actId="1076"/>
          <ac:graphicFrameMkLst>
            <pc:docMk/>
            <pc:sldMk cId="1642872894" sldId="841"/>
            <ac:graphicFrameMk id="5" creationId="{ABBC8C9F-0329-4BEF-8FDE-568E3BBBACE1}"/>
          </ac:graphicFrameMkLst>
        </pc:graphicFrameChg>
      </pc:sldChg>
      <pc:sldChg chg="modSp add del mod">
        <pc:chgData name="Enoch Kweku Amo Appiah" userId="a6b940a1-a7d6-4531-9cc9-f2cf449f1c38" providerId="ADAL" clId="{8BDDC8E3-27FB-5622-B8A4-10DB7A35FCEA}" dt="2025-09-30T17:10:45.255" v="10590" actId="2696"/>
        <pc:sldMkLst>
          <pc:docMk/>
          <pc:sldMk cId="626927472" sldId="842"/>
        </pc:sldMkLst>
      </pc:sldChg>
      <pc:sldChg chg="add del">
        <pc:chgData name="Enoch Kweku Amo Appiah" userId="a6b940a1-a7d6-4531-9cc9-f2cf449f1c38" providerId="ADAL" clId="{8BDDC8E3-27FB-5622-B8A4-10DB7A35FCEA}" dt="2025-09-30T17:11:00.020" v="10594" actId="2696"/>
        <pc:sldMkLst>
          <pc:docMk/>
          <pc:sldMk cId="782301681" sldId="843"/>
        </pc:sldMkLst>
      </pc:sldChg>
      <pc:sldChg chg="modSp add mod">
        <pc:chgData name="Enoch Kweku Amo Appiah" userId="a6b940a1-a7d6-4531-9cc9-f2cf449f1c38" providerId="ADAL" clId="{8BDDC8E3-27FB-5622-B8A4-10DB7A35FCEA}" dt="2025-09-30T17:10:57.598" v="10593" actId="1076"/>
        <pc:sldMkLst>
          <pc:docMk/>
          <pc:sldMk cId="3043636918" sldId="844"/>
        </pc:sldMkLst>
        <pc:spChg chg="mod">
          <ac:chgData name="Enoch Kweku Amo Appiah" userId="a6b940a1-a7d6-4531-9cc9-f2cf449f1c38" providerId="ADAL" clId="{8BDDC8E3-27FB-5622-B8A4-10DB7A35FCEA}" dt="2025-09-30T17:10:57.598" v="10593" actId="1076"/>
          <ac:spMkLst>
            <pc:docMk/>
            <pc:sldMk cId="3043636918" sldId="844"/>
            <ac:spMk id="4" creationId="{F97E285C-4D53-8BC5-FEEF-57839D89649B}"/>
          </ac:spMkLst>
        </pc:spChg>
      </pc:sldChg>
      <pc:sldChg chg="modSp add del mod">
        <pc:chgData name="Enoch Kweku Amo Appiah" userId="a6b940a1-a7d6-4531-9cc9-f2cf449f1c38" providerId="ADAL" clId="{8BDDC8E3-27FB-5622-B8A4-10DB7A35FCEA}" dt="2025-09-30T17:12:56.595" v="10640" actId="2696"/>
        <pc:sldMkLst>
          <pc:docMk/>
          <pc:sldMk cId="3120755775" sldId="845"/>
        </pc:sldMkLst>
      </pc:sldChg>
      <pc:sldChg chg="add">
        <pc:chgData name="Enoch Kweku Amo Appiah" userId="a6b940a1-a7d6-4531-9cc9-f2cf449f1c38" providerId="ADAL" clId="{8BDDC8E3-27FB-5622-B8A4-10DB7A35FCEA}" dt="2025-09-30T17:11:16.215" v="10595" actId="2890"/>
        <pc:sldMkLst>
          <pc:docMk/>
          <pc:sldMk cId="3443432138" sldId="846"/>
        </pc:sldMkLst>
      </pc:sldChg>
      <pc:sldMasterChg chg="modTransition modSldLayout">
        <pc:chgData name="Enoch Kweku Amo Appiah" userId="a6b940a1-a7d6-4531-9cc9-f2cf449f1c38" providerId="ADAL" clId="{8BDDC8E3-27FB-5622-B8A4-10DB7A35FCEA}" dt="2025-09-30T16:39:19.978" v="8847"/>
        <pc:sldMasterMkLst>
          <pc:docMk/>
          <pc:sldMasterMk cId="0" sldId="2147483648"/>
        </pc:sldMasterMkLst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Enoch Kweku Amo Appiah" userId="a6b940a1-a7d6-4531-9cc9-f2cf449f1c38" providerId="ADAL" clId="{8BDDC8E3-27FB-5622-B8A4-10DB7A35FCEA}" dt="2025-09-30T16:39:19.978" v="8847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aixin Zeng" userId="S::kzeng6@jh.edu::27805093-4303-4316-9da5-30560062ae6f" providerId="AD" clId="Web-{A8BBBD08-D56D-FE7E-1A20-71F977CFE2F5}"/>
    <pc:docChg chg="addSld modSld">
      <pc:chgData name="Kaixin Zeng" userId="S::kzeng6@jh.edu::27805093-4303-4316-9da5-30560062ae6f" providerId="AD" clId="Web-{A8BBBD08-D56D-FE7E-1A20-71F977CFE2F5}" dt="2025-09-27T23:37:00.811" v="30" actId="1076"/>
      <pc:docMkLst>
        <pc:docMk/>
      </pc:docMkLst>
      <pc:sldChg chg="modSp">
        <pc:chgData name="Kaixin Zeng" userId="S::kzeng6@jh.edu::27805093-4303-4316-9da5-30560062ae6f" providerId="AD" clId="Web-{A8BBBD08-D56D-FE7E-1A20-71F977CFE2F5}" dt="2025-09-27T20:15:33.229" v="3" actId="1076"/>
        <pc:sldMkLst>
          <pc:docMk/>
          <pc:sldMk cId="3476274717" sldId="258"/>
        </pc:sldMkLst>
      </pc:sldChg>
      <pc:sldChg chg="delSp modSp">
        <pc:chgData name="Kaixin Zeng" userId="S::kzeng6@jh.edu::27805093-4303-4316-9da5-30560062ae6f" providerId="AD" clId="Web-{A8BBBD08-D56D-FE7E-1A20-71F977CFE2F5}" dt="2025-09-27T23:35:42.246" v="15"/>
        <pc:sldMkLst>
          <pc:docMk/>
          <pc:sldMk cId="2515342528" sldId="784"/>
        </pc:sldMkLst>
      </pc:sldChg>
      <pc:sldChg chg="delSp add replId">
        <pc:chgData name="Kaixin Zeng" userId="S::kzeng6@jh.edu::27805093-4303-4316-9da5-30560062ae6f" providerId="AD" clId="Web-{A8BBBD08-D56D-FE7E-1A20-71F977CFE2F5}" dt="2025-09-27T23:29:43.808" v="10"/>
        <pc:sldMkLst>
          <pc:docMk/>
          <pc:sldMk cId="3084358915" sldId="787"/>
        </pc:sldMkLst>
      </pc:sldChg>
      <pc:sldChg chg="addSp delSp modSp add replId">
        <pc:chgData name="Kaixin Zeng" userId="S::kzeng6@jh.edu::27805093-4303-4316-9da5-30560062ae6f" providerId="AD" clId="Web-{A8BBBD08-D56D-FE7E-1A20-71F977CFE2F5}" dt="2025-09-27T23:37:00.811" v="30" actId="1076"/>
        <pc:sldMkLst>
          <pc:docMk/>
          <pc:sldMk cId="1686534976" sldId="788"/>
        </pc:sldMkLst>
      </pc:sldChg>
    </pc:docChg>
  </pc:docChgLst>
  <pc:docChgLst>
    <pc:chgData name="Kaixin Zeng" userId="S::kzeng6@jh.edu::27805093-4303-4316-9da5-30560062ae6f" providerId="AD" clId="Web-{EF1B5622-28BE-98A7-8AB8-F145A027FB0B}"/>
    <pc:docChg chg="modSld">
      <pc:chgData name="Kaixin Zeng" userId="S::kzeng6@jh.edu::27805093-4303-4316-9da5-30560062ae6f" providerId="AD" clId="Web-{EF1B5622-28BE-98A7-8AB8-F145A027FB0B}" dt="2025-09-28T21:45:31.336" v="90" actId="20577"/>
      <pc:docMkLst>
        <pc:docMk/>
      </pc:docMkLst>
      <pc:sldChg chg="addSp modSp">
        <pc:chgData name="Kaixin Zeng" userId="S::kzeng6@jh.edu::27805093-4303-4316-9da5-30560062ae6f" providerId="AD" clId="Web-{EF1B5622-28BE-98A7-8AB8-F145A027FB0B}" dt="2025-09-28T21:45:31.336" v="90" actId="20577"/>
        <pc:sldMkLst>
          <pc:docMk/>
          <pc:sldMk cId="557446707" sldId="793"/>
        </pc:sldMkLst>
      </pc:sldChg>
    </pc:docChg>
  </pc:docChgLst>
  <pc:docChgLst>
    <pc:chgData name="Kaixin Zeng" userId="S::kzeng6@jh.edu::27805093-4303-4316-9da5-30560062ae6f" providerId="AD" clId="Web-{FD8CD60D-2D97-7091-F2A4-7500B43887C7}"/>
    <pc:docChg chg="delSld modSld">
      <pc:chgData name="Kaixin Zeng" userId="S::kzeng6@jh.edu::27805093-4303-4316-9da5-30560062ae6f" providerId="AD" clId="Web-{FD8CD60D-2D97-7091-F2A4-7500B43887C7}" dt="2025-09-29T13:51:28.828" v="2" actId="20577"/>
      <pc:docMkLst>
        <pc:docMk/>
      </pc:docMkLst>
      <pc:sldChg chg="modSp">
        <pc:chgData name="Kaixin Zeng" userId="S::kzeng6@jh.edu::27805093-4303-4316-9da5-30560062ae6f" providerId="AD" clId="Web-{FD8CD60D-2D97-7091-F2A4-7500B43887C7}" dt="2025-09-29T13:51:28.828" v="2" actId="20577"/>
        <pc:sldMkLst>
          <pc:docMk/>
          <pc:sldMk cId="3393850813" sldId="809"/>
        </pc:sldMkLst>
        <pc:spChg chg="mod">
          <ac:chgData name="Kaixin Zeng" userId="S::kzeng6@jh.edu::27805093-4303-4316-9da5-30560062ae6f" providerId="AD" clId="Web-{FD8CD60D-2D97-7091-F2A4-7500B43887C7}" dt="2025-09-29T13:51:28.828" v="2" actId="20577"/>
          <ac:spMkLst>
            <pc:docMk/>
            <pc:sldMk cId="3393850813" sldId="809"/>
            <ac:spMk id="53" creationId="{4B828013-CE25-DE63-2CD6-CA425A9EFEB3}"/>
          </ac:spMkLst>
        </pc:spChg>
      </pc:sldChg>
      <pc:sldChg chg="del">
        <pc:chgData name="Kaixin Zeng" userId="S::kzeng6@jh.edu::27805093-4303-4316-9da5-30560062ae6f" providerId="AD" clId="Web-{FD8CD60D-2D97-7091-F2A4-7500B43887C7}" dt="2025-09-29T13:50:54.719" v="0"/>
        <pc:sldMkLst>
          <pc:docMk/>
          <pc:sldMk cId="1428957505" sldId="81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enochappiah\school-tings\JHU\msem\Y1\fall\innovation-growth\JHMCA1646_JHBMC_Imaging_IR&amp;US_2025_092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Sheet2!$A$2</c:f>
              <c:strCache>
                <c:ptCount val="1"/>
                <c:pt idx="0">
                  <c:v>Order Release to Begin Exam (Hours)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31750" cap="rnd">
                <a:solidFill>
                  <a:schemeClr val="accent2">
                    <a:lumMod val="50000"/>
                  </a:schemeClr>
                </a:solidFill>
                <a:prstDash val="sysDot"/>
                <a:headEnd type="none" w="lg" len="med"/>
                <a:tailEnd type="arrow" w="lg" len="sm"/>
              </a:ln>
              <a:effectLst/>
            </c:spPr>
            <c:trendlineType val="linear"/>
            <c:dispRSqr val="0"/>
            <c:dispEq val="0"/>
          </c:trendline>
          <c:cat>
            <c:numRef>
              <c:f>Sheet2!$B$1:$L$1</c:f>
              <c:numCache>
                <c:formatCode>mmm\-yy</c:formatCode>
                <c:ptCount val="11"/>
                <c:pt idx="0">
                  <c:v>45505</c:v>
                </c:pt>
                <c:pt idx="1">
                  <c:v>45536</c:v>
                </c:pt>
                <c:pt idx="2">
                  <c:v>45566</c:v>
                </c:pt>
                <c:pt idx="3">
                  <c:v>45597</c:v>
                </c:pt>
                <c:pt idx="4">
                  <c:v>45627</c:v>
                </c:pt>
                <c:pt idx="5">
                  <c:v>45658</c:v>
                </c:pt>
                <c:pt idx="6">
                  <c:v>45689</c:v>
                </c:pt>
                <c:pt idx="7">
                  <c:v>45717</c:v>
                </c:pt>
                <c:pt idx="8">
                  <c:v>45748</c:v>
                </c:pt>
                <c:pt idx="9">
                  <c:v>45778</c:v>
                </c:pt>
                <c:pt idx="10">
                  <c:v>45809</c:v>
                </c:pt>
              </c:numCache>
            </c:numRef>
          </c:cat>
          <c:val>
            <c:numRef>
              <c:f>Sheet2!$B$2:$L$2</c:f>
              <c:numCache>
                <c:formatCode>General</c:formatCode>
                <c:ptCount val="11"/>
                <c:pt idx="0">
                  <c:v>13.5</c:v>
                </c:pt>
                <c:pt idx="1">
                  <c:v>11.7</c:v>
                </c:pt>
                <c:pt idx="2">
                  <c:v>12.9</c:v>
                </c:pt>
                <c:pt idx="3">
                  <c:v>10.5</c:v>
                </c:pt>
                <c:pt idx="4">
                  <c:v>10.8</c:v>
                </c:pt>
                <c:pt idx="5">
                  <c:v>7.1</c:v>
                </c:pt>
                <c:pt idx="6">
                  <c:v>5.0999999999999996</c:v>
                </c:pt>
                <c:pt idx="7">
                  <c:v>5.3</c:v>
                </c:pt>
                <c:pt idx="8">
                  <c:v>6</c:v>
                </c:pt>
                <c:pt idx="9">
                  <c:v>8.6999999999999993</c:v>
                </c:pt>
                <c:pt idx="10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E3-354B-AC29-C973C27014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065743535"/>
        <c:axId val="1065744015"/>
      </c:barChart>
      <c:dateAx>
        <c:axId val="1065743535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744015"/>
        <c:crosses val="autoZero"/>
        <c:auto val="1"/>
        <c:lblOffset val="100"/>
        <c:baseTimeUnit val="months"/>
      </c:dateAx>
      <c:valAx>
        <c:axId val="10657440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74353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/>
              <a:t>Order2Procedure vs Order Weekday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Data!$K$6275</c:f>
              <c:strCache>
                <c:ptCount val="1"/>
                <c:pt idx="0">
                  <c:v>CT O2P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Data!$J$6276:$J$6282</c:f>
              <c:strCache>
                <c:ptCount val="7"/>
                <c:pt idx="0">
                  <c:v>Mon</c:v>
                </c:pt>
                <c:pt idx="1">
                  <c:v>Tues</c:v>
                </c:pt>
                <c:pt idx="2">
                  <c:v>Wed</c:v>
                </c:pt>
                <c:pt idx="3">
                  <c:v>Thurs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Data!$K$6276:$K$6282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0.9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90-534F-9955-82D657AE2CD8}"/>
            </c:ext>
          </c:extLst>
        </c:ser>
        <c:ser>
          <c:idx val="1"/>
          <c:order val="1"/>
          <c:tx>
            <c:strRef>
              <c:f>Data!$L$6275</c:f>
              <c:strCache>
                <c:ptCount val="1"/>
                <c:pt idx="0">
                  <c:v>US O2P</c:v>
                </c:pt>
              </c:strCache>
            </c:strRef>
          </c:tx>
          <c:spPr>
            <a:ln w="571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Data!$J$6276:$J$6282</c:f>
              <c:strCache>
                <c:ptCount val="7"/>
                <c:pt idx="0">
                  <c:v>Mon</c:v>
                </c:pt>
                <c:pt idx="1">
                  <c:v>Tues</c:v>
                </c:pt>
                <c:pt idx="2">
                  <c:v>Wed</c:v>
                </c:pt>
                <c:pt idx="3">
                  <c:v>Thurs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Data!$L$6276:$L$6282</c:f>
              <c:numCache>
                <c:formatCode>General</c:formatCode>
                <c:ptCount val="7"/>
                <c:pt idx="0">
                  <c:v>1.9</c:v>
                </c:pt>
                <c:pt idx="1">
                  <c:v>2.2000000000000002</c:v>
                </c:pt>
                <c:pt idx="2">
                  <c:v>2.1</c:v>
                </c:pt>
                <c:pt idx="3">
                  <c:v>2.1</c:v>
                </c:pt>
                <c:pt idx="4">
                  <c:v>2.2000000000000002</c:v>
                </c:pt>
                <c:pt idx="5">
                  <c:v>3.5</c:v>
                </c:pt>
                <c:pt idx="6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90-534F-9955-82D657AE2CD8}"/>
            </c:ext>
          </c:extLst>
        </c:ser>
        <c:ser>
          <c:idx val="2"/>
          <c:order val="2"/>
          <c:tx>
            <c:strRef>
              <c:f>Data!$M$6275</c:f>
              <c:strCache>
                <c:ptCount val="1"/>
                <c:pt idx="0">
                  <c:v>MRI O2P</c:v>
                </c:pt>
              </c:strCache>
            </c:strRef>
          </c:tx>
          <c:spPr>
            <a:ln w="571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Data!$J$6276:$J$6282</c:f>
              <c:strCache>
                <c:ptCount val="7"/>
                <c:pt idx="0">
                  <c:v>Mon</c:v>
                </c:pt>
                <c:pt idx="1">
                  <c:v>Tues</c:v>
                </c:pt>
                <c:pt idx="2">
                  <c:v>Wed</c:v>
                </c:pt>
                <c:pt idx="3">
                  <c:v>Thurs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Data!$M$6276:$M$6282</c:f>
              <c:numCache>
                <c:formatCode>General</c:formatCode>
                <c:ptCount val="7"/>
                <c:pt idx="0">
                  <c:v>7.5</c:v>
                </c:pt>
                <c:pt idx="1">
                  <c:v>8.1</c:v>
                </c:pt>
                <c:pt idx="2">
                  <c:v>6.9</c:v>
                </c:pt>
                <c:pt idx="3">
                  <c:v>9.3000000000000007</c:v>
                </c:pt>
                <c:pt idx="4">
                  <c:v>9.1</c:v>
                </c:pt>
                <c:pt idx="5">
                  <c:v>6.9</c:v>
                </c:pt>
                <c:pt idx="6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90-534F-9955-82D657AE2CD8}"/>
            </c:ext>
          </c:extLst>
        </c:ser>
        <c:ser>
          <c:idx val="3"/>
          <c:order val="3"/>
          <c:tx>
            <c:strRef>
              <c:f>Data!$N$6275</c:f>
              <c:strCache>
                <c:ptCount val="1"/>
                <c:pt idx="0">
                  <c:v>Echo O2P</c:v>
                </c:pt>
              </c:strCache>
            </c:strRef>
          </c:tx>
          <c:spPr>
            <a:ln w="571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Data!$J$6276:$J$6282</c:f>
              <c:strCache>
                <c:ptCount val="7"/>
                <c:pt idx="0">
                  <c:v>Mon</c:v>
                </c:pt>
                <c:pt idx="1">
                  <c:v>Tues</c:v>
                </c:pt>
                <c:pt idx="2">
                  <c:v>Wed</c:v>
                </c:pt>
                <c:pt idx="3">
                  <c:v>Thurs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Data!$N$6276:$N$6282</c:f>
              <c:numCache>
                <c:formatCode>General</c:formatCode>
                <c:ptCount val="7"/>
                <c:pt idx="0">
                  <c:v>16.600000000000001</c:v>
                </c:pt>
                <c:pt idx="1">
                  <c:v>12.3</c:v>
                </c:pt>
                <c:pt idx="2">
                  <c:v>11.7</c:v>
                </c:pt>
                <c:pt idx="3">
                  <c:v>11.55</c:v>
                </c:pt>
                <c:pt idx="4">
                  <c:v>8.25</c:v>
                </c:pt>
                <c:pt idx="5">
                  <c:v>46.8</c:v>
                </c:pt>
                <c:pt idx="6">
                  <c:v>31.2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90-534F-9955-82D657AE2CD8}"/>
            </c:ext>
          </c:extLst>
        </c:ser>
        <c:ser>
          <c:idx val="4"/>
          <c:order val="4"/>
          <c:tx>
            <c:strRef>
              <c:f>Data!$O$6275</c:f>
              <c:strCache>
                <c:ptCount val="1"/>
                <c:pt idx="0">
                  <c:v>IR O2P</c:v>
                </c:pt>
              </c:strCache>
            </c:strRef>
          </c:tx>
          <c:spPr>
            <a:ln w="57150" cap="rnd">
              <a:solidFill>
                <a:srgbClr val="E4B338"/>
              </a:solidFill>
              <a:round/>
            </a:ln>
            <a:effectLst/>
          </c:spPr>
          <c:marker>
            <c:symbol val="none"/>
          </c:marker>
          <c:cat>
            <c:strRef>
              <c:f>Data!$J$6276:$J$6282</c:f>
              <c:strCache>
                <c:ptCount val="7"/>
                <c:pt idx="0">
                  <c:v>Mon</c:v>
                </c:pt>
                <c:pt idx="1">
                  <c:v>Tues</c:v>
                </c:pt>
                <c:pt idx="2">
                  <c:v>Wed</c:v>
                </c:pt>
                <c:pt idx="3">
                  <c:v>Thurs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Data!$O$6276:$O$6282</c:f>
              <c:numCache>
                <c:formatCode>General</c:formatCode>
                <c:ptCount val="7"/>
                <c:pt idx="0">
                  <c:v>17.649999999999999</c:v>
                </c:pt>
                <c:pt idx="1">
                  <c:v>16.7</c:v>
                </c:pt>
                <c:pt idx="2">
                  <c:v>18.5</c:v>
                </c:pt>
                <c:pt idx="3">
                  <c:v>19.399999999999999</c:v>
                </c:pt>
                <c:pt idx="4">
                  <c:v>6.6</c:v>
                </c:pt>
                <c:pt idx="5">
                  <c:v>46.9</c:v>
                </c:pt>
                <c:pt idx="6">
                  <c:v>25.7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E90-534F-9955-82D657AE2C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19789232"/>
        <c:axId val="1260691712"/>
      </c:lineChart>
      <c:catAx>
        <c:axId val="1619789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Weekday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691712"/>
        <c:crosses val="autoZero"/>
        <c:auto val="1"/>
        <c:lblAlgn val="ctr"/>
        <c:lblOffset val="100"/>
        <c:noMultiLvlLbl val="0"/>
      </c:catAx>
      <c:valAx>
        <c:axId val="126069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3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3200"/>
                  <a:t>Order2Procedure</a:t>
                </a:r>
              </a:p>
              <a:p>
                <a:pPr>
                  <a:defRPr sz="3200"/>
                </a:pPr>
                <a:r>
                  <a:rPr lang="en-US" sz="3200"/>
                  <a:t>(Hours)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3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9789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Sheet2!$A$2</c:f>
              <c:strCache>
                <c:ptCount val="1"/>
                <c:pt idx="0">
                  <c:v>Order Release to Begin Exam (Hours)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31750" cap="rnd">
                <a:solidFill>
                  <a:schemeClr val="accent2">
                    <a:lumMod val="50000"/>
                  </a:schemeClr>
                </a:solidFill>
                <a:prstDash val="sysDot"/>
                <a:headEnd type="none" w="lg" len="med"/>
                <a:tailEnd type="arrow" w="lg" len="sm"/>
              </a:ln>
              <a:effectLst/>
            </c:spPr>
            <c:trendlineType val="linear"/>
            <c:dispRSqr val="0"/>
            <c:dispEq val="0"/>
          </c:trendline>
          <c:cat>
            <c:numRef>
              <c:f>Sheet2!$B$1:$L$1</c:f>
              <c:numCache>
                <c:formatCode>mmm\-yy</c:formatCode>
                <c:ptCount val="11"/>
                <c:pt idx="0">
                  <c:v>45505</c:v>
                </c:pt>
                <c:pt idx="1">
                  <c:v>45536</c:v>
                </c:pt>
                <c:pt idx="2">
                  <c:v>45566</c:v>
                </c:pt>
                <c:pt idx="3">
                  <c:v>45597</c:v>
                </c:pt>
                <c:pt idx="4">
                  <c:v>45627</c:v>
                </c:pt>
                <c:pt idx="5">
                  <c:v>45658</c:v>
                </c:pt>
                <c:pt idx="6">
                  <c:v>45689</c:v>
                </c:pt>
                <c:pt idx="7">
                  <c:v>45717</c:v>
                </c:pt>
                <c:pt idx="8">
                  <c:v>45748</c:v>
                </c:pt>
                <c:pt idx="9">
                  <c:v>45778</c:v>
                </c:pt>
                <c:pt idx="10">
                  <c:v>45809</c:v>
                </c:pt>
              </c:numCache>
            </c:numRef>
          </c:cat>
          <c:val>
            <c:numRef>
              <c:f>Sheet2!$B$2:$L$2</c:f>
              <c:numCache>
                <c:formatCode>General</c:formatCode>
                <c:ptCount val="11"/>
                <c:pt idx="0">
                  <c:v>13.5</c:v>
                </c:pt>
                <c:pt idx="1">
                  <c:v>11.7</c:v>
                </c:pt>
                <c:pt idx="2">
                  <c:v>12.9</c:v>
                </c:pt>
                <c:pt idx="3">
                  <c:v>10.5</c:v>
                </c:pt>
                <c:pt idx="4">
                  <c:v>10.8</c:v>
                </c:pt>
                <c:pt idx="5">
                  <c:v>7.1</c:v>
                </c:pt>
                <c:pt idx="6">
                  <c:v>5.0999999999999996</c:v>
                </c:pt>
                <c:pt idx="7">
                  <c:v>5.3</c:v>
                </c:pt>
                <c:pt idx="8">
                  <c:v>6</c:v>
                </c:pt>
                <c:pt idx="9">
                  <c:v>8.6999999999999993</c:v>
                </c:pt>
                <c:pt idx="10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4B-E949-81CA-66648D6C0C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065743535"/>
        <c:axId val="1065744015"/>
      </c:barChart>
      <c:dateAx>
        <c:axId val="1065743535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744015"/>
        <c:crosses val="autoZero"/>
        <c:auto val="1"/>
        <c:lblOffset val="100"/>
        <c:baseTimeUnit val="months"/>
      </c:dateAx>
      <c:valAx>
        <c:axId val="10657440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74353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omments/modernComment_30F_1B84C0E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F398C7-7451-46B3-98D5-8003D887A464}" authorId="{4B2CD8E0-D632-46B2-410B-8E837E269EA7}" status="resolved" created="2025-09-28T17:13:41.031" complete="100000">
    <pc:sldMkLst xmlns:pc="http://schemas.microsoft.com/office/powerpoint/2013/main/command">
      <pc:docMk/>
      <pc:sldMk cId="461684972" sldId="783"/>
    </pc:sldMkLst>
    <p188:replyLst>
      <p188:reply id="{8BC01EC7-A750-4236-A7E9-5BCAF97FCFCA}" authorId="{BC3E6620-3C45-5FBF-DA46-96A01F74B90E}" created="2025-09-28T20:58:35.596">
        <p188:txBody>
          <a:bodyPr/>
          <a:lstStyle/>
          <a:p>
            <a:r>
              <a:rPr lang="en-IN"/>
              <a:t>[@Shreyas Mahendra Patil] yeah… the red ones are where the challenges occur and the recommendations are there in the red areas.</a:t>
            </a:r>
          </a:p>
        </p188:txBody>
      </p188:reply>
    </p188:replyLst>
    <p188:txBody>
      <a:bodyPr/>
      <a:lstStyle/>
      <a:p>
        <a:r>
          <a:rPr lang="en-US"/>
          <a:t>Why are some in red? Is there a reason for it?</a:t>
        </a:r>
      </a:p>
    </p188:txBody>
  </p188:cm>
</p188:cmLst>
</file>

<file path=ppt/comments/modernComment_313_B7D795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D6C7A8C-61B1-4789-A60C-961DC7C21EF7}" authorId="{4B2CD8E0-D632-46B2-410B-8E837E269EA7}" status="resolved" created="2025-09-28T17:47:24.629" complete="100000">
    <pc:sldMkLst xmlns:pc="http://schemas.microsoft.com/office/powerpoint/2013/main/command">
      <pc:docMk/>
      <pc:sldMk cId="3084358915" sldId="787"/>
    </pc:sldMkLst>
    <p188:txBody>
      <a:bodyPr/>
      <a:lstStyle/>
      <a:p>
        <a:r>
          <a:rPr lang="en-US"/>
          <a:t>Good Slide.
You have mentioned the exact points that summrises your analysis.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48C083-8D54-DD45-97AB-2109BA21EE68}" type="doc">
      <dgm:prSet loTypeId="urn:microsoft.com/office/officeart/2005/8/layout/radial2" loCatId="" qsTypeId="urn:microsoft.com/office/officeart/2005/8/quickstyle/simple1" qsCatId="simple" csTypeId="urn:microsoft.com/office/officeart/2005/8/colors/accent1_2" csCatId="accent1" phldr="1"/>
      <dgm:spPr/>
    </dgm:pt>
    <dgm:pt modelId="{A27528D2-784F-C641-ACBE-DD2055F07E32}">
      <dgm:prSet phldrT="[Text]"/>
      <dgm:spPr/>
      <dgm:t>
        <a:bodyPr/>
        <a:lstStyle/>
        <a:p>
          <a:r>
            <a:rPr lang="en-US"/>
            <a:t>Prolonged Length of Stay (LOS)</a:t>
          </a:r>
        </a:p>
      </dgm:t>
    </dgm:pt>
    <dgm:pt modelId="{0E0DA311-E228-7B41-9E56-40EC73AE7B83}" type="parTrans" cxnId="{09813753-BCD7-F14E-BA2C-455FBD31D1BC}">
      <dgm:prSet/>
      <dgm:spPr/>
      <dgm:t>
        <a:bodyPr/>
        <a:lstStyle/>
        <a:p>
          <a:endParaRPr lang="en-US"/>
        </a:p>
      </dgm:t>
    </dgm:pt>
    <dgm:pt modelId="{E41C1009-695D-7046-A7E8-A414BC532082}" type="sibTrans" cxnId="{09813753-BCD7-F14E-BA2C-455FBD31D1BC}">
      <dgm:prSet/>
      <dgm:spPr/>
      <dgm:t>
        <a:bodyPr/>
        <a:lstStyle/>
        <a:p>
          <a:endParaRPr lang="en-US"/>
        </a:p>
      </dgm:t>
    </dgm:pt>
    <dgm:pt modelId="{855C7061-F56E-E64E-A421-3823DB558692}">
      <dgm:prSet phldrT="[Text]"/>
      <dgm:spPr/>
      <dgm:t>
        <a:bodyPr/>
        <a:lstStyle/>
        <a:p>
          <a:r>
            <a:rPr lang="en-US"/>
            <a:t>Blocked beds for new admits</a:t>
          </a:r>
        </a:p>
      </dgm:t>
    </dgm:pt>
    <dgm:pt modelId="{AAE2A25C-7AC5-A549-B961-90855F0D412A}" type="parTrans" cxnId="{50F27367-3A13-8D4A-8DFC-32B2F5CF9D27}">
      <dgm:prSet/>
      <dgm:spPr/>
      <dgm:t>
        <a:bodyPr/>
        <a:lstStyle/>
        <a:p>
          <a:endParaRPr lang="en-US"/>
        </a:p>
      </dgm:t>
    </dgm:pt>
    <dgm:pt modelId="{D9BB955C-5807-474A-BD43-ECCD4D656A0C}" type="sibTrans" cxnId="{50F27367-3A13-8D4A-8DFC-32B2F5CF9D27}">
      <dgm:prSet/>
      <dgm:spPr/>
      <dgm:t>
        <a:bodyPr/>
        <a:lstStyle/>
        <a:p>
          <a:endParaRPr lang="en-US"/>
        </a:p>
      </dgm:t>
    </dgm:pt>
    <dgm:pt modelId="{4A7AE158-B6C4-4345-860B-192B97FD40C1}">
      <dgm:prSet phldrT="[Text]"/>
      <dgm:spPr/>
      <dgm:t>
        <a:bodyPr/>
        <a:lstStyle/>
        <a:p>
          <a:r>
            <a:rPr lang="en-US"/>
            <a:t>Missed opportunity to increase cash flow</a:t>
          </a:r>
        </a:p>
      </dgm:t>
    </dgm:pt>
    <dgm:pt modelId="{9F45392F-85DF-EC4C-958E-F27AC4D9A365}" type="parTrans" cxnId="{5098CAB6-A4A9-9E46-AF21-84DFF94850C5}">
      <dgm:prSet/>
      <dgm:spPr/>
      <dgm:t>
        <a:bodyPr/>
        <a:lstStyle/>
        <a:p>
          <a:endParaRPr lang="en-US"/>
        </a:p>
      </dgm:t>
    </dgm:pt>
    <dgm:pt modelId="{368ACDD6-44CD-5E4A-AA97-5E1B28256595}" type="sibTrans" cxnId="{5098CAB6-A4A9-9E46-AF21-84DFF94850C5}">
      <dgm:prSet/>
      <dgm:spPr/>
      <dgm:t>
        <a:bodyPr/>
        <a:lstStyle/>
        <a:p>
          <a:endParaRPr lang="en-US"/>
        </a:p>
      </dgm:t>
    </dgm:pt>
    <dgm:pt modelId="{4F9B5F69-DB6B-3D40-A512-FBB57CA67636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Overflow inpatients are boarded in ED</a:t>
          </a:r>
        </a:p>
      </dgm:t>
    </dgm:pt>
    <dgm:pt modelId="{307DE816-4CBE-E040-B15D-2B7AC7B4AEC5}" type="parTrans" cxnId="{42C366B2-A91C-6544-89A8-EA830C812B4E}">
      <dgm:prSet/>
      <dgm:spPr/>
      <dgm:t>
        <a:bodyPr/>
        <a:lstStyle/>
        <a:p>
          <a:endParaRPr lang="en-US"/>
        </a:p>
      </dgm:t>
    </dgm:pt>
    <dgm:pt modelId="{86CECFA0-2C65-7E49-9B43-2DEA681BC396}" type="sibTrans" cxnId="{42C366B2-A91C-6544-89A8-EA830C812B4E}">
      <dgm:prSet/>
      <dgm:spPr/>
      <dgm:t>
        <a:bodyPr/>
        <a:lstStyle/>
        <a:p>
          <a:endParaRPr lang="en-US"/>
        </a:p>
      </dgm:t>
    </dgm:pt>
    <dgm:pt modelId="{C98793EB-5D5F-3943-AB62-F66BD72E56CD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Impacts EDs flow and capacity </a:t>
          </a:r>
        </a:p>
      </dgm:t>
    </dgm:pt>
    <dgm:pt modelId="{AA5841D7-799E-244A-AC3A-287A39F03BE9}" type="parTrans" cxnId="{28C97CE7-948C-8641-935A-538A548EADB8}">
      <dgm:prSet/>
      <dgm:spPr/>
      <dgm:t>
        <a:bodyPr/>
        <a:lstStyle/>
        <a:p>
          <a:endParaRPr lang="en-US"/>
        </a:p>
      </dgm:t>
    </dgm:pt>
    <dgm:pt modelId="{053D73A6-B547-234E-A45B-E803CDEE99E1}" type="sibTrans" cxnId="{28C97CE7-948C-8641-935A-538A548EADB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3F7EB980-C125-B24F-A6C6-121AFE3DFDF6}">
          <dgm:prSet/>
          <dgm:spPr/>
          <dgm:t>
            <a:bodyPr/>
            <a:lstStyle/>
            <a:p>
              <a:r>
                <a:rPr lang="en-US">
                  <a:solidFill>
                    <a:schemeClr val="bg1"/>
                  </a:solidFill>
                  <a:ea typeface="Cambria Math" panose="02040503050406030204" pitchFamily="18" charset="0"/>
                </a:rPr>
                <a:t>Delays = </a:t>
              </a:r>
              <a14:m>
                <m:oMath xmlns:m="http://schemas.openxmlformats.org/officeDocument/2006/math">
                  <m:r>
                    <a:rPr lang="en-US" i="1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↑</m:t>
                  </m:r>
                </m:oMath>
              </a14:m>
              <a:r>
                <a:rPr lang="en-US">
                  <a:solidFill>
                    <a:schemeClr val="bg1"/>
                  </a:solidFill>
                </a:rPr>
                <a:t> Lower Level of Care (LLOC) days</a:t>
              </a:r>
            </a:p>
          </dgm:t>
        </dgm:pt>
      </mc:Choice>
      <mc:Fallback>
        <dgm:pt modelId="{3F7EB980-C125-B24F-A6C6-121AFE3DFDF6}">
          <dgm:prSet/>
          <dgm:spPr/>
          <dgm:t>
            <a:bodyPr/>
            <a:lstStyle/>
            <a:p>
              <a:r>
                <a:rPr lang="en-US">
                  <a:solidFill>
                    <a:schemeClr val="bg1"/>
                  </a:solidFill>
                  <a:ea typeface="Cambria Math" panose="02040503050406030204" pitchFamily="18" charset="0"/>
                </a:rPr>
                <a:t>Delays = </a:t>
              </a:r>
              <a:r>
                <a:rPr lang="en-US" i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↑</a:t>
              </a:r>
              <a:r>
                <a:rPr lang="en-US">
                  <a:solidFill>
                    <a:schemeClr val="bg1"/>
                  </a:solidFill>
                </a:rPr>
                <a:t> Lower Level of Care (LLOC) days</a:t>
              </a:r>
            </a:p>
          </dgm:t>
        </dgm:pt>
      </mc:Fallback>
    </mc:AlternateContent>
    <dgm:pt modelId="{1487F26F-40C4-B84B-A0C6-9DDD8CF86EA4}" type="parTrans" cxnId="{E913278F-0301-FA40-8D1E-B614BF2C60D7}">
      <dgm:prSet/>
      <dgm:spPr/>
      <dgm:t>
        <a:bodyPr/>
        <a:lstStyle/>
        <a:p>
          <a:endParaRPr lang="en-US"/>
        </a:p>
      </dgm:t>
    </dgm:pt>
    <dgm:pt modelId="{715160D4-CE8F-5543-BAFA-C6969AAFA2A0}" type="sibTrans" cxnId="{E913278F-0301-FA40-8D1E-B614BF2C60D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A8A05503-CF64-FD4C-88EE-43AE8AAE6940}">
          <dgm:prSet/>
          <dgm:spPr/>
          <dgm:t>
            <a:bodyPr/>
            <a:lstStyle/>
            <a:p>
              <a:r>
                <a:rPr lang="en-US">
                  <a:solidFill>
                    <a:schemeClr val="bg1"/>
                  </a:solidFill>
                </a:rPr>
                <a:t>Insurance denials = </a:t>
              </a:r>
              <a14:m>
                <m:oMath xmlns:m="http://schemas.openxmlformats.org/officeDocument/2006/math">
                  <m:r>
                    <a:rPr lang="en-US" i="1" dirty="0" smtClean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↓</m:t>
                  </m:r>
                </m:oMath>
              </a14:m>
              <a:r>
                <a:rPr lang="en-US">
                  <a:solidFill>
                    <a:schemeClr val="bg1"/>
                  </a:solidFill>
                </a:rPr>
                <a:t> amount billable</a:t>
              </a:r>
            </a:p>
          </dgm:t>
        </dgm:pt>
      </mc:Choice>
      <mc:Fallback>
        <dgm:pt modelId="{A8A05503-CF64-FD4C-88EE-43AE8AAE6940}">
          <dgm:prSet/>
          <dgm:spPr/>
          <dgm:t>
            <a:bodyPr/>
            <a:lstStyle/>
            <a:p>
              <a:r>
                <a:rPr lang="en-US">
                  <a:solidFill>
                    <a:schemeClr val="bg1"/>
                  </a:solidFill>
                </a:rPr>
                <a:t>Insurance denials = </a:t>
              </a:r>
              <a:r>
                <a:rPr lang="en-US" i="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↓</a:t>
              </a:r>
              <a:r>
                <a:rPr lang="en-US">
                  <a:solidFill>
                    <a:schemeClr val="bg1"/>
                  </a:solidFill>
                </a:rPr>
                <a:t> amount billable</a:t>
              </a:r>
            </a:p>
          </dgm:t>
        </dgm:pt>
      </mc:Fallback>
    </mc:AlternateContent>
    <dgm:pt modelId="{5AE516EF-8EEB-5445-8FDE-4049052512CD}" type="parTrans" cxnId="{896C266A-E3F6-F84A-BB88-814EBE990683}">
      <dgm:prSet/>
      <dgm:spPr/>
      <dgm:t>
        <a:bodyPr/>
        <a:lstStyle/>
        <a:p>
          <a:endParaRPr lang="en-US"/>
        </a:p>
      </dgm:t>
    </dgm:pt>
    <dgm:pt modelId="{7D8ECD94-6509-5C49-B610-E4ED11290A58}" type="sibTrans" cxnId="{896C266A-E3F6-F84A-BB88-814EBE990683}">
      <dgm:prSet/>
      <dgm:spPr/>
      <dgm:t>
        <a:bodyPr/>
        <a:lstStyle/>
        <a:p>
          <a:endParaRPr lang="en-US"/>
        </a:p>
      </dgm:t>
    </dgm:pt>
    <dgm:pt modelId="{187199D2-7C61-BD43-8BE8-1F336037A1AB}" type="pres">
      <dgm:prSet presAssocID="{3E48C083-8D54-DD45-97AB-2109BA21EE68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CE2CB8D1-4A37-4947-B8FD-23799DEC2618}" type="pres">
      <dgm:prSet presAssocID="{3E48C083-8D54-DD45-97AB-2109BA21EE68}" presName="cycle" presStyleCnt="0"/>
      <dgm:spPr/>
    </dgm:pt>
    <dgm:pt modelId="{12AF3155-B1C6-0040-8338-BB74641BF1D7}" type="pres">
      <dgm:prSet presAssocID="{3E48C083-8D54-DD45-97AB-2109BA21EE68}" presName="centerShape" presStyleCnt="0"/>
      <dgm:spPr/>
    </dgm:pt>
    <dgm:pt modelId="{EEA9E5A6-3576-354E-B436-7B6B1CDF254C}" type="pres">
      <dgm:prSet presAssocID="{3E48C083-8D54-DD45-97AB-2109BA21EE68}" presName="connSite" presStyleLbl="node1" presStyleIdx="0" presStyleCnt="4"/>
      <dgm:spPr/>
    </dgm:pt>
    <dgm:pt modelId="{56BD41A1-08CF-6449-A68A-EC8F11946C7B}" type="pres">
      <dgm:prSet presAssocID="{3E48C083-8D54-DD45-97AB-2109BA21EE68}" presName="visible" presStyleLbl="node1" presStyleIdx="0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55D68578-17D3-5A49-93B9-EC8DA32BCC73}" type="pres">
      <dgm:prSet presAssocID="{0E0DA311-E228-7B41-9E56-40EC73AE7B83}" presName="Name25" presStyleLbl="parChTrans1D1" presStyleIdx="0" presStyleCnt="3"/>
      <dgm:spPr/>
    </dgm:pt>
    <dgm:pt modelId="{C6A07527-80D8-DC43-827B-73242365A612}" type="pres">
      <dgm:prSet presAssocID="{A27528D2-784F-C641-ACBE-DD2055F07E32}" presName="node" presStyleCnt="0"/>
      <dgm:spPr/>
    </dgm:pt>
    <dgm:pt modelId="{849CE534-3338-AC49-B711-2DEACAAFFBA1}" type="pres">
      <dgm:prSet presAssocID="{A27528D2-784F-C641-ACBE-DD2055F07E32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D07BB6A7-8272-FB44-83EF-786010E9315D}" type="pres">
      <dgm:prSet presAssocID="{A27528D2-784F-C641-ACBE-DD2055F07E32}" presName="childNode" presStyleLbl="revTx" presStyleIdx="0" presStyleCnt="2">
        <dgm:presLayoutVars>
          <dgm:bulletEnabled val="1"/>
        </dgm:presLayoutVars>
      </dgm:prSet>
      <dgm:spPr/>
    </dgm:pt>
    <dgm:pt modelId="{BEDA64B7-9C74-0F4E-A004-D9E079313470}" type="pres">
      <dgm:prSet presAssocID="{9F45392F-85DF-EC4C-958E-F27AC4D9A365}" presName="Name25" presStyleLbl="parChTrans1D1" presStyleIdx="1" presStyleCnt="3"/>
      <dgm:spPr/>
    </dgm:pt>
    <dgm:pt modelId="{F1D6CEEC-E649-6042-A984-2DABC3AD2F87}" type="pres">
      <dgm:prSet presAssocID="{4A7AE158-B6C4-4345-860B-192B97FD40C1}" presName="node" presStyleCnt="0"/>
      <dgm:spPr/>
    </dgm:pt>
    <dgm:pt modelId="{FD63B9DE-0DBC-1F4B-ABAE-9A335DF1F2D7}" type="pres">
      <dgm:prSet presAssocID="{4A7AE158-B6C4-4345-860B-192B97FD40C1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EFE9A2D0-DAF4-1943-9F25-CEA1B4761ECB}" type="pres">
      <dgm:prSet presAssocID="{4A7AE158-B6C4-4345-860B-192B97FD40C1}" presName="childNode" presStyleLbl="revTx" presStyleIdx="0" presStyleCnt="2">
        <dgm:presLayoutVars>
          <dgm:bulletEnabled val="1"/>
        </dgm:presLayoutVars>
      </dgm:prSet>
      <dgm:spPr/>
    </dgm:pt>
    <dgm:pt modelId="{1D094E9D-EDF0-374C-8BBB-B73CF4E2575B}" type="pres">
      <dgm:prSet presAssocID="{AAE2A25C-7AC5-A549-B961-90855F0D412A}" presName="Name25" presStyleLbl="parChTrans1D1" presStyleIdx="2" presStyleCnt="3"/>
      <dgm:spPr/>
    </dgm:pt>
    <dgm:pt modelId="{4A366CF7-882B-574E-AC8C-B9BFF5FD51D9}" type="pres">
      <dgm:prSet presAssocID="{855C7061-F56E-E64E-A421-3823DB558692}" presName="node" presStyleCnt="0"/>
      <dgm:spPr/>
    </dgm:pt>
    <dgm:pt modelId="{0536DA43-D56A-E845-82E6-075C0473D862}" type="pres">
      <dgm:prSet presAssocID="{855C7061-F56E-E64E-A421-3823DB558692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3D12195A-C4A3-F24C-B04A-5ABE989DAC19}" type="pres">
      <dgm:prSet presAssocID="{855C7061-F56E-E64E-A421-3823DB558692}" presName="childNode" presStyleLbl="revTx" presStyleIdx="1" presStyleCnt="2">
        <dgm:presLayoutVars>
          <dgm:bulletEnabled val="1"/>
        </dgm:presLayoutVars>
      </dgm:prSet>
      <dgm:spPr/>
    </dgm:pt>
  </dgm:ptLst>
  <dgm:cxnLst>
    <dgm:cxn modelId="{E43C8A05-AD21-0744-80A6-68DFCD91D337}" type="presOf" srcId="{3E48C083-8D54-DD45-97AB-2109BA21EE68}" destId="{187199D2-7C61-BD43-8BE8-1F336037A1AB}" srcOrd="0" destOrd="0" presId="urn:microsoft.com/office/officeart/2005/8/layout/radial2"/>
    <dgm:cxn modelId="{AA056A12-889F-1043-9B33-1139EED917E4}" type="presOf" srcId="{4A7AE158-B6C4-4345-860B-192B97FD40C1}" destId="{FD63B9DE-0DBC-1F4B-ABAE-9A335DF1F2D7}" srcOrd="0" destOrd="0" presId="urn:microsoft.com/office/officeart/2005/8/layout/radial2"/>
    <dgm:cxn modelId="{54607A32-0B6A-104A-A920-98CFA6F9DC9B}" type="presOf" srcId="{0E0DA311-E228-7B41-9E56-40EC73AE7B83}" destId="{55D68578-17D3-5A49-93B9-EC8DA32BCC73}" srcOrd="0" destOrd="0" presId="urn:microsoft.com/office/officeart/2005/8/layout/radial2"/>
    <dgm:cxn modelId="{F344193E-2190-4248-ABF7-7A635DF8CD03}" type="presOf" srcId="{A8A05503-CF64-FD4C-88EE-43AE8AAE6940}" destId="{EFE9A2D0-DAF4-1943-9F25-CEA1B4761ECB}" srcOrd="0" destOrd="1" presId="urn:microsoft.com/office/officeart/2005/8/layout/radial2"/>
    <dgm:cxn modelId="{FE8F045B-E055-B746-92C5-A04D350D03EA}" type="presOf" srcId="{AAE2A25C-7AC5-A549-B961-90855F0D412A}" destId="{1D094E9D-EDF0-374C-8BBB-B73CF4E2575B}" srcOrd="0" destOrd="0" presId="urn:microsoft.com/office/officeart/2005/8/layout/radial2"/>
    <dgm:cxn modelId="{50F27367-3A13-8D4A-8DFC-32B2F5CF9D27}" srcId="{3E48C083-8D54-DD45-97AB-2109BA21EE68}" destId="{855C7061-F56E-E64E-A421-3823DB558692}" srcOrd="2" destOrd="0" parTransId="{AAE2A25C-7AC5-A549-B961-90855F0D412A}" sibTransId="{D9BB955C-5807-474A-BD43-ECCD4D656A0C}"/>
    <dgm:cxn modelId="{896C266A-E3F6-F84A-BB88-814EBE990683}" srcId="{4A7AE158-B6C4-4345-860B-192B97FD40C1}" destId="{A8A05503-CF64-FD4C-88EE-43AE8AAE6940}" srcOrd="1" destOrd="0" parTransId="{5AE516EF-8EEB-5445-8FDE-4049052512CD}" sibTransId="{7D8ECD94-6509-5C49-B610-E4ED11290A58}"/>
    <dgm:cxn modelId="{09813753-BCD7-F14E-BA2C-455FBD31D1BC}" srcId="{3E48C083-8D54-DD45-97AB-2109BA21EE68}" destId="{A27528D2-784F-C641-ACBE-DD2055F07E32}" srcOrd="0" destOrd="0" parTransId="{0E0DA311-E228-7B41-9E56-40EC73AE7B83}" sibTransId="{E41C1009-695D-7046-A7E8-A414BC532082}"/>
    <dgm:cxn modelId="{E913278F-0301-FA40-8D1E-B614BF2C60D7}" srcId="{4A7AE158-B6C4-4345-860B-192B97FD40C1}" destId="{3F7EB980-C125-B24F-A6C6-121AFE3DFDF6}" srcOrd="0" destOrd="0" parTransId="{1487F26F-40C4-B84B-A0C6-9DDD8CF86EA4}" sibTransId="{715160D4-CE8F-5543-BAFA-C6969AAFA2A0}"/>
    <dgm:cxn modelId="{2A6BA992-CA0E-AE44-88F1-448297C744D4}" type="presOf" srcId="{3F7EB980-C125-B24F-A6C6-121AFE3DFDF6}" destId="{EFE9A2D0-DAF4-1943-9F25-CEA1B4761ECB}" srcOrd="0" destOrd="0" presId="urn:microsoft.com/office/officeart/2005/8/layout/radial2"/>
    <dgm:cxn modelId="{4C078BA7-48E0-9A48-8934-3CF754F7D286}" type="presOf" srcId="{9F45392F-85DF-EC4C-958E-F27AC4D9A365}" destId="{BEDA64B7-9C74-0F4E-A004-D9E079313470}" srcOrd="0" destOrd="0" presId="urn:microsoft.com/office/officeart/2005/8/layout/radial2"/>
    <dgm:cxn modelId="{68B26AA8-1037-9F4E-9FBF-820A223D2461}" type="presOf" srcId="{C98793EB-5D5F-3943-AB62-F66BD72E56CD}" destId="{3D12195A-C4A3-F24C-B04A-5ABE989DAC19}" srcOrd="0" destOrd="1" presId="urn:microsoft.com/office/officeart/2005/8/layout/radial2"/>
    <dgm:cxn modelId="{3044D5A9-2F64-804C-B235-55846486B898}" type="presOf" srcId="{855C7061-F56E-E64E-A421-3823DB558692}" destId="{0536DA43-D56A-E845-82E6-075C0473D862}" srcOrd="0" destOrd="0" presId="urn:microsoft.com/office/officeart/2005/8/layout/radial2"/>
    <dgm:cxn modelId="{42C366B2-A91C-6544-89A8-EA830C812B4E}" srcId="{855C7061-F56E-E64E-A421-3823DB558692}" destId="{4F9B5F69-DB6B-3D40-A512-FBB57CA67636}" srcOrd="0" destOrd="0" parTransId="{307DE816-4CBE-E040-B15D-2B7AC7B4AEC5}" sibTransId="{86CECFA0-2C65-7E49-9B43-2DEA681BC396}"/>
    <dgm:cxn modelId="{0A234EB4-2431-314D-BFD2-F60DA96676F8}" type="presOf" srcId="{A27528D2-784F-C641-ACBE-DD2055F07E32}" destId="{849CE534-3338-AC49-B711-2DEACAAFFBA1}" srcOrd="0" destOrd="0" presId="urn:microsoft.com/office/officeart/2005/8/layout/radial2"/>
    <dgm:cxn modelId="{5098CAB6-A4A9-9E46-AF21-84DFF94850C5}" srcId="{3E48C083-8D54-DD45-97AB-2109BA21EE68}" destId="{4A7AE158-B6C4-4345-860B-192B97FD40C1}" srcOrd="1" destOrd="0" parTransId="{9F45392F-85DF-EC4C-958E-F27AC4D9A365}" sibTransId="{368ACDD6-44CD-5E4A-AA97-5E1B28256595}"/>
    <dgm:cxn modelId="{226D04C4-2051-D142-84EC-F3E5386ECCCD}" type="presOf" srcId="{4F9B5F69-DB6B-3D40-A512-FBB57CA67636}" destId="{3D12195A-C4A3-F24C-B04A-5ABE989DAC19}" srcOrd="0" destOrd="0" presId="urn:microsoft.com/office/officeart/2005/8/layout/radial2"/>
    <dgm:cxn modelId="{28C97CE7-948C-8641-935A-538A548EADB8}" srcId="{855C7061-F56E-E64E-A421-3823DB558692}" destId="{C98793EB-5D5F-3943-AB62-F66BD72E56CD}" srcOrd="1" destOrd="0" parTransId="{AA5841D7-799E-244A-AC3A-287A39F03BE9}" sibTransId="{053D73A6-B547-234E-A45B-E803CDEE99E1}"/>
    <dgm:cxn modelId="{A5A4D825-C862-1249-BA1F-9314CF716169}" type="presParOf" srcId="{187199D2-7C61-BD43-8BE8-1F336037A1AB}" destId="{CE2CB8D1-4A37-4947-B8FD-23799DEC2618}" srcOrd="0" destOrd="0" presId="urn:microsoft.com/office/officeart/2005/8/layout/radial2"/>
    <dgm:cxn modelId="{46072337-A881-FE4A-A258-3A4B487C5DE2}" type="presParOf" srcId="{CE2CB8D1-4A37-4947-B8FD-23799DEC2618}" destId="{12AF3155-B1C6-0040-8338-BB74641BF1D7}" srcOrd="0" destOrd="0" presId="urn:microsoft.com/office/officeart/2005/8/layout/radial2"/>
    <dgm:cxn modelId="{41F38ACA-2269-8D4D-BBB4-FC43F7B99C58}" type="presParOf" srcId="{12AF3155-B1C6-0040-8338-BB74641BF1D7}" destId="{EEA9E5A6-3576-354E-B436-7B6B1CDF254C}" srcOrd="0" destOrd="0" presId="urn:microsoft.com/office/officeart/2005/8/layout/radial2"/>
    <dgm:cxn modelId="{6166BE0B-0223-F34D-822F-3EB02A234836}" type="presParOf" srcId="{12AF3155-B1C6-0040-8338-BB74641BF1D7}" destId="{56BD41A1-08CF-6449-A68A-EC8F11946C7B}" srcOrd="1" destOrd="0" presId="urn:microsoft.com/office/officeart/2005/8/layout/radial2"/>
    <dgm:cxn modelId="{FE0C3E4A-BF95-F544-94E6-E18ACA10C03C}" type="presParOf" srcId="{CE2CB8D1-4A37-4947-B8FD-23799DEC2618}" destId="{55D68578-17D3-5A49-93B9-EC8DA32BCC73}" srcOrd="1" destOrd="0" presId="urn:microsoft.com/office/officeart/2005/8/layout/radial2"/>
    <dgm:cxn modelId="{03B34FA2-0E0B-F04C-86CA-78CE2C02241F}" type="presParOf" srcId="{CE2CB8D1-4A37-4947-B8FD-23799DEC2618}" destId="{C6A07527-80D8-DC43-827B-73242365A612}" srcOrd="2" destOrd="0" presId="urn:microsoft.com/office/officeart/2005/8/layout/radial2"/>
    <dgm:cxn modelId="{4B4917C8-56A2-764E-B3F0-AEBADC792C2D}" type="presParOf" srcId="{C6A07527-80D8-DC43-827B-73242365A612}" destId="{849CE534-3338-AC49-B711-2DEACAAFFBA1}" srcOrd="0" destOrd="0" presId="urn:microsoft.com/office/officeart/2005/8/layout/radial2"/>
    <dgm:cxn modelId="{EED047C5-8C79-604A-B47C-EB3FF3E28619}" type="presParOf" srcId="{C6A07527-80D8-DC43-827B-73242365A612}" destId="{D07BB6A7-8272-FB44-83EF-786010E9315D}" srcOrd="1" destOrd="0" presId="urn:microsoft.com/office/officeart/2005/8/layout/radial2"/>
    <dgm:cxn modelId="{5FD6BF41-40C6-F54B-9598-FB3E59F51B96}" type="presParOf" srcId="{CE2CB8D1-4A37-4947-B8FD-23799DEC2618}" destId="{BEDA64B7-9C74-0F4E-A004-D9E079313470}" srcOrd="3" destOrd="0" presId="urn:microsoft.com/office/officeart/2005/8/layout/radial2"/>
    <dgm:cxn modelId="{40CAD545-B763-8F4F-B49E-77DD2F2AE159}" type="presParOf" srcId="{CE2CB8D1-4A37-4947-B8FD-23799DEC2618}" destId="{F1D6CEEC-E649-6042-A984-2DABC3AD2F87}" srcOrd="4" destOrd="0" presId="urn:microsoft.com/office/officeart/2005/8/layout/radial2"/>
    <dgm:cxn modelId="{E4F527DD-DBB1-F346-9AB3-7BC93CDE49A3}" type="presParOf" srcId="{F1D6CEEC-E649-6042-A984-2DABC3AD2F87}" destId="{FD63B9DE-0DBC-1F4B-ABAE-9A335DF1F2D7}" srcOrd="0" destOrd="0" presId="urn:microsoft.com/office/officeart/2005/8/layout/radial2"/>
    <dgm:cxn modelId="{E60165E3-3A31-6E4D-9666-0C36B7ABAD15}" type="presParOf" srcId="{F1D6CEEC-E649-6042-A984-2DABC3AD2F87}" destId="{EFE9A2D0-DAF4-1943-9F25-CEA1B4761ECB}" srcOrd="1" destOrd="0" presId="urn:microsoft.com/office/officeart/2005/8/layout/radial2"/>
    <dgm:cxn modelId="{D75666B7-0305-7148-B830-5FA7073FF829}" type="presParOf" srcId="{CE2CB8D1-4A37-4947-B8FD-23799DEC2618}" destId="{1D094E9D-EDF0-374C-8BBB-B73CF4E2575B}" srcOrd="5" destOrd="0" presId="urn:microsoft.com/office/officeart/2005/8/layout/radial2"/>
    <dgm:cxn modelId="{F40B4F97-A2AF-2645-88FB-D929031C8472}" type="presParOf" srcId="{CE2CB8D1-4A37-4947-B8FD-23799DEC2618}" destId="{4A366CF7-882B-574E-AC8C-B9BFF5FD51D9}" srcOrd="6" destOrd="0" presId="urn:microsoft.com/office/officeart/2005/8/layout/radial2"/>
    <dgm:cxn modelId="{1F6C0CFE-1F0A-5043-8B63-9203160C7333}" type="presParOf" srcId="{4A366CF7-882B-574E-AC8C-B9BFF5FD51D9}" destId="{0536DA43-D56A-E845-82E6-075C0473D862}" srcOrd="0" destOrd="0" presId="urn:microsoft.com/office/officeart/2005/8/layout/radial2"/>
    <dgm:cxn modelId="{54CE1DAD-7214-EB45-BF7A-8D1329437494}" type="presParOf" srcId="{4A366CF7-882B-574E-AC8C-B9BFF5FD51D9}" destId="{3D12195A-C4A3-F24C-B04A-5ABE989DAC19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48C083-8D54-DD45-97AB-2109BA21EE68}" type="doc">
      <dgm:prSet loTypeId="urn:microsoft.com/office/officeart/2005/8/layout/radial2" loCatId="" qsTypeId="urn:microsoft.com/office/officeart/2005/8/quickstyle/simple1" qsCatId="simple" csTypeId="urn:microsoft.com/office/officeart/2005/8/colors/accent1_2" csCatId="accent1" phldr="1"/>
      <dgm:spPr/>
    </dgm:pt>
    <dgm:pt modelId="{A27528D2-784F-C641-ACBE-DD2055F07E32}">
      <dgm:prSet phldrT="[Text]"/>
      <dgm:spPr/>
      <dgm:t>
        <a:bodyPr/>
        <a:lstStyle/>
        <a:p>
          <a:r>
            <a:rPr lang="en-US"/>
            <a:t>Prolonged Length of Stay (LOS)</a:t>
          </a:r>
        </a:p>
      </dgm:t>
    </dgm:pt>
    <dgm:pt modelId="{0E0DA311-E228-7B41-9E56-40EC73AE7B83}" type="parTrans" cxnId="{09813753-BCD7-F14E-BA2C-455FBD31D1BC}">
      <dgm:prSet/>
      <dgm:spPr/>
      <dgm:t>
        <a:bodyPr/>
        <a:lstStyle/>
        <a:p>
          <a:endParaRPr lang="en-US"/>
        </a:p>
      </dgm:t>
    </dgm:pt>
    <dgm:pt modelId="{E41C1009-695D-7046-A7E8-A414BC532082}" type="sibTrans" cxnId="{09813753-BCD7-F14E-BA2C-455FBD31D1BC}">
      <dgm:prSet/>
      <dgm:spPr/>
      <dgm:t>
        <a:bodyPr/>
        <a:lstStyle/>
        <a:p>
          <a:endParaRPr lang="en-US"/>
        </a:p>
      </dgm:t>
    </dgm:pt>
    <dgm:pt modelId="{855C7061-F56E-E64E-A421-3823DB558692}">
      <dgm:prSet phldrT="[Text]"/>
      <dgm:spPr/>
      <dgm:t>
        <a:bodyPr/>
        <a:lstStyle/>
        <a:p>
          <a:r>
            <a:rPr lang="en-US"/>
            <a:t>Blocked beds for new admits</a:t>
          </a:r>
        </a:p>
      </dgm:t>
    </dgm:pt>
    <dgm:pt modelId="{AAE2A25C-7AC5-A549-B961-90855F0D412A}" type="parTrans" cxnId="{50F27367-3A13-8D4A-8DFC-32B2F5CF9D27}">
      <dgm:prSet/>
      <dgm:spPr/>
      <dgm:t>
        <a:bodyPr/>
        <a:lstStyle/>
        <a:p>
          <a:endParaRPr lang="en-US"/>
        </a:p>
      </dgm:t>
    </dgm:pt>
    <dgm:pt modelId="{D9BB955C-5807-474A-BD43-ECCD4D656A0C}" type="sibTrans" cxnId="{50F27367-3A13-8D4A-8DFC-32B2F5CF9D27}">
      <dgm:prSet/>
      <dgm:spPr/>
      <dgm:t>
        <a:bodyPr/>
        <a:lstStyle/>
        <a:p>
          <a:endParaRPr lang="en-US"/>
        </a:p>
      </dgm:t>
    </dgm:pt>
    <dgm:pt modelId="{4A7AE158-B6C4-4345-860B-192B97FD40C1}">
      <dgm:prSet phldrT="[Text]"/>
      <dgm:spPr/>
      <dgm:t>
        <a:bodyPr/>
        <a:lstStyle/>
        <a:p>
          <a:r>
            <a:rPr lang="en-US"/>
            <a:t>Missed opportunity to increase cash flow</a:t>
          </a:r>
        </a:p>
      </dgm:t>
    </dgm:pt>
    <dgm:pt modelId="{9F45392F-85DF-EC4C-958E-F27AC4D9A365}" type="parTrans" cxnId="{5098CAB6-A4A9-9E46-AF21-84DFF94850C5}">
      <dgm:prSet/>
      <dgm:spPr/>
      <dgm:t>
        <a:bodyPr/>
        <a:lstStyle/>
        <a:p>
          <a:endParaRPr lang="en-US"/>
        </a:p>
      </dgm:t>
    </dgm:pt>
    <dgm:pt modelId="{368ACDD6-44CD-5E4A-AA97-5E1B28256595}" type="sibTrans" cxnId="{5098CAB6-A4A9-9E46-AF21-84DFF94850C5}">
      <dgm:prSet/>
      <dgm:spPr/>
      <dgm:t>
        <a:bodyPr/>
        <a:lstStyle/>
        <a:p>
          <a:endParaRPr lang="en-US"/>
        </a:p>
      </dgm:t>
    </dgm:pt>
    <dgm:pt modelId="{4F9B5F69-DB6B-3D40-A512-FBB57CA67636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Overflow inpatients are boarded in ED</a:t>
          </a:r>
        </a:p>
      </dgm:t>
    </dgm:pt>
    <dgm:pt modelId="{307DE816-4CBE-E040-B15D-2B7AC7B4AEC5}" type="parTrans" cxnId="{42C366B2-A91C-6544-89A8-EA830C812B4E}">
      <dgm:prSet/>
      <dgm:spPr/>
      <dgm:t>
        <a:bodyPr/>
        <a:lstStyle/>
        <a:p>
          <a:endParaRPr lang="en-US"/>
        </a:p>
      </dgm:t>
    </dgm:pt>
    <dgm:pt modelId="{86CECFA0-2C65-7E49-9B43-2DEA681BC396}" type="sibTrans" cxnId="{42C366B2-A91C-6544-89A8-EA830C812B4E}">
      <dgm:prSet/>
      <dgm:spPr/>
      <dgm:t>
        <a:bodyPr/>
        <a:lstStyle/>
        <a:p>
          <a:endParaRPr lang="en-US"/>
        </a:p>
      </dgm:t>
    </dgm:pt>
    <dgm:pt modelId="{C98793EB-5D5F-3943-AB62-F66BD72E56CD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Impacts EDs flow and capacity </a:t>
          </a:r>
        </a:p>
      </dgm:t>
    </dgm:pt>
    <dgm:pt modelId="{AA5841D7-799E-244A-AC3A-287A39F03BE9}" type="parTrans" cxnId="{28C97CE7-948C-8641-935A-538A548EADB8}">
      <dgm:prSet/>
      <dgm:spPr/>
      <dgm:t>
        <a:bodyPr/>
        <a:lstStyle/>
        <a:p>
          <a:endParaRPr lang="en-US"/>
        </a:p>
      </dgm:t>
    </dgm:pt>
    <dgm:pt modelId="{053D73A6-B547-234E-A45B-E803CDEE99E1}" type="sibTrans" cxnId="{28C97CE7-948C-8641-935A-538A548EADB8}">
      <dgm:prSet/>
      <dgm:spPr/>
      <dgm:t>
        <a:bodyPr/>
        <a:lstStyle/>
        <a:p>
          <a:endParaRPr lang="en-US"/>
        </a:p>
      </dgm:t>
    </dgm:pt>
    <dgm:pt modelId="{3F7EB980-C125-B24F-A6C6-121AFE3DFDF6}">
      <dgm:prSet/>
      <dgm:spPr>
        <a:blipFill>
          <a:blip xmlns:r="http://schemas.openxmlformats.org/officeDocument/2006/relationships" r:embed="rId1"/>
          <a:stretch>
            <a:fillRect l="-7292" t="-7031" r="-7812" b="-10417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487F26F-40C4-B84B-A0C6-9DDD8CF86EA4}" type="parTrans" cxnId="{E913278F-0301-FA40-8D1E-B614BF2C60D7}">
      <dgm:prSet/>
      <dgm:spPr/>
      <dgm:t>
        <a:bodyPr/>
        <a:lstStyle/>
        <a:p>
          <a:endParaRPr lang="en-US"/>
        </a:p>
      </dgm:t>
    </dgm:pt>
    <dgm:pt modelId="{715160D4-CE8F-5543-BAFA-C6969AAFA2A0}" type="sibTrans" cxnId="{E913278F-0301-FA40-8D1E-B614BF2C60D7}">
      <dgm:prSet/>
      <dgm:spPr/>
      <dgm:t>
        <a:bodyPr/>
        <a:lstStyle/>
        <a:p>
          <a:endParaRPr lang="en-US"/>
        </a:p>
      </dgm:t>
    </dgm:pt>
    <dgm:pt modelId="{A8A05503-CF64-FD4C-88EE-43AE8AAE6940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AE516EF-8EEB-5445-8FDE-4049052512CD}" type="parTrans" cxnId="{896C266A-E3F6-F84A-BB88-814EBE990683}">
      <dgm:prSet/>
      <dgm:spPr/>
      <dgm:t>
        <a:bodyPr/>
        <a:lstStyle/>
        <a:p>
          <a:endParaRPr lang="en-US"/>
        </a:p>
      </dgm:t>
    </dgm:pt>
    <dgm:pt modelId="{7D8ECD94-6509-5C49-B610-E4ED11290A58}" type="sibTrans" cxnId="{896C266A-E3F6-F84A-BB88-814EBE990683}">
      <dgm:prSet/>
      <dgm:spPr/>
      <dgm:t>
        <a:bodyPr/>
        <a:lstStyle/>
        <a:p>
          <a:endParaRPr lang="en-US"/>
        </a:p>
      </dgm:t>
    </dgm:pt>
    <dgm:pt modelId="{187199D2-7C61-BD43-8BE8-1F336037A1AB}" type="pres">
      <dgm:prSet presAssocID="{3E48C083-8D54-DD45-97AB-2109BA21EE68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CE2CB8D1-4A37-4947-B8FD-23799DEC2618}" type="pres">
      <dgm:prSet presAssocID="{3E48C083-8D54-DD45-97AB-2109BA21EE68}" presName="cycle" presStyleCnt="0"/>
      <dgm:spPr/>
    </dgm:pt>
    <dgm:pt modelId="{12AF3155-B1C6-0040-8338-BB74641BF1D7}" type="pres">
      <dgm:prSet presAssocID="{3E48C083-8D54-DD45-97AB-2109BA21EE68}" presName="centerShape" presStyleCnt="0"/>
      <dgm:spPr/>
    </dgm:pt>
    <dgm:pt modelId="{EEA9E5A6-3576-354E-B436-7B6B1CDF254C}" type="pres">
      <dgm:prSet presAssocID="{3E48C083-8D54-DD45-97AB-2109BA21EE68}" presName="connSite" presStyleLbl="node1" presStyleIdx="0" presStyleCnt="4"/>
      <dgm:spPr/>
    </dgm:pt>
    <dgm:pt modelId="{56BD41A1-08CF-6449-A68A-EC8F11946C7B}" type="pres">
      <dgm:prSet presAssocID="{3E48C083-8D54-DD45-97AB-2109BA21EE68}" presName="visible" presStyleLbl="node1" presStyleIdx="0" presStyleCnt="4"/>
      <dgm:spPr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55D68578-17D3-5A49-93B9-EC8DA32BCC73}" type="pres">
      <dgm:prSet presAssocID="{0E0DA311-E228-7B41-9E56-40EC73AE7B83}" presName="Name25" presStyleLbl="parChTrans1D1" presStyleIdx="0" presStyleCnt="3"/>
      <dgm:spPr/>
    </dgm:pt>
    <dgm:pt modelId="{C6A07527-80D8-DC43-827B-73242365A612}" type="pres">
      <dgm:prSet presAssocID="{A27528D2-784F-C641-ACBE-DD2055F07E32}" presName="node" presStyleCnt="0"/>
      <dgm:spPr/>
    </dgm:pt>
    <dgm:pt modelId="{849CE534-3338-AC49-B711-2DEACAAFFBA1}" type="pres">
      <dgm:prSet presAssocID="{A27528D2-784F-C641-ACBE-DD2055F07E32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D07BB6A7-8272-FB44-83EF-786010E9315D}" type="pres">
      <dgm:prSet presAssocID="{A27528D2-784F-C641-ACBE-DD2055F07E32}" presName="childNode" presStyleLbl="revTx" presStyleIdx="0" presStyleCnt="2">
        <dgm:presLayoutVars>
          <dgm:bulletEnabled val="1"/>
        </dgm:presLayoutVars>
      </dgm:prSet>
      <dgm:spPr/>
    </dgm:pt>
    <dgm:pt modelId="{BEDA64B7-9C74-0F4E-A004-D9E079313470}" type="pres">
      <dgm:prSet presAssocID="{9F45392F-85DF-EC4C-958E-F27AC4D9A365}" presName="Name25" presStyleLbl="parChTrans1D1" presStyleIdx="1" presStyleCnt="3"/>
      <dgm:spPr/>
    </dgm:pt>
    <dgm:pt modelId="{F1D6CEEC-E649-6042-A984-2DABC3AD2F87}" type="pres">
      <dgm:prSet presAssocID="{4A7AE158-B6C4-4345-860B-192B97FD40C1}" presName="node" presStyleCnt="0"/>
      <dgm:spPr/>
    </dgm:pt>
    <dgm:pt modelId="{FD63B9DE-0DBC-1F4B-ABAE-9A335DF1F2D7}" type="pres">
      <dgm:prSet presAssocID="{4A7AE158-B6C4-4345-860B-192B97FD40C1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EFE9A2D0-DAF4-1943-9F25-CEA1B4761ECB}" type="pres">
      <dgm:prSet presAssocID="{4A7AE158-B6C4-4345-860B-192B97FD40C1}" presName="childNode" presStyleLbl="revTx" presStyleIdx="0" presStyleCnt="2">
        <dgm:presLayoutVars>
          <dgm:bulletEnabled val="1"/>
        </dgm:presLayoutVars>
      </dgm:prSet>
      <dgm:spPr/>
    </dgm:pt>
    <dgm:pt modelId="{1D094E9D-EDF0-374C-8BBB-B73CF4E2575B}" type="pres">
      <dgm:prSet presAssocID="{AAE2A25C-7AC5-A549-B961-90855F0D412A}" presName="Name25" presStyleLbl="parChTrans1D1" presStyleIdx="2" presStyleCnt="3"/>
      <dgm:spPr/>
    </dgm:pt>
    <dgm:pt modelId="{4A366CF7-882B-574E-AC8C-B9BFF5FD51D9}" type="pres">
      <dgm:prSet presAssocID="{855C7061-F56E-E64E-A421-3823DB558692}" presName="node" presStyleCnt="0"/>
      <dgm:spPr/>
    </dgm:pt>
    <dgm:pt modelId="{0536DA43-D56A-E845-82E6-075C0473D862}" type="pres">
      <dgm:prSet presAssocID="{855C7061-F56E-E64E-A421-3823DB558692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3D12195A-C4A3-F24C-B04A-5ABE989DAC19}" type="pres">
      <dgm:prSet presAssocID="{855C7061-F56E-E64E-A421-3823DB558692}" presName="childNode" presStyleLbl="revTx" presStyleIdx="1" presStyleCnt="2">
        <dgm:presLayoutVars>
          <dgm:bulletEnabled val="1"/>
        </dgm:presLayoutVars>
      </dgm:prSet>
      <dgm:spPr/>
    </dgm:pt>
  </dgm:ptLst>
  <dgm:cxnLst>
    <dgm:cxn modelId="{E43C8A05-AD21-0744-80A6-68DFCD91D337}" type="presOf" srcId="{3E48C083-8D54-DD45-97AB-2109BA21EE68}" destId="{187199D2-7C61-BD43-8BE8-1F336037A1AB}" srcOrd="0" destOrd="0" presId="urn:microsoft.com/office/officeart/2005/8/layout/radial2"/>
    <dgm:cxn modelId="{AA056A12-889F-1043-9B33-1139EED917E4}" type="presOf" srcId="{4A7AE158-B6C4-4345-860B-192B97FD40C1}" destId="{FD63B9DE-0DBC-1F4B-ABAE-9A335DF1F2D7}" srcOrd="0" destOrd="0" presId="urn:microsoft.com/office/officeart/2005/8/layout/radial2"/>
    <dgm:cxn modelId="{54607A32-0B6A-104A-A920-98CFA6F9DC9B}" type="presOf" srcId="{0E0DA311-E228-7B41-9E56-40EC73AE7B83}" destId="{55D68578-17D3-5A49-93B9-EC8DA32BCC73}" srcOrd="0" destOrd="0" presId="urn:microsoft.com/office/officeart/2005/8/layout/radial2"/>
    <dgm:cxn modelId="{F344193E-2190-4248-ABF7-7A635DF8CD03}" type="presOf" srcId="{A8A05503-CF64-FD4C-88EE-43AE8AAE6940}" destId="{EFE9A2D0-DAF4-1943-9F25-CEA1B4761ECB}" srcOrd="0" destOrd="1" presId="urn:microsoft.com/office/officeart/2005/8/layout/radial2"/>
    <dgm:cxn modelId="{FE8F045B-E055-B746-92C5-A04D350D03EA}" type="presOf" srcId="{AAE2A25C-7AC5-A549-B961-90855F0D412A}" destId="{1D094E9D-EDF0-374C-8BBB-B73CF4E2575B}" srcOrd="0" destOrd="0" presId="urn:microsoft.com/office/officeart/2005/8/layout/radial2"/>
    <dgm:cxn modelId="{50F27367-3A13-8D4A-8DFC-32B2F5CF9D27}" srcId="{3E48C083-8D54-DD45-97AB-2109BA21EE68}" destId="{855C7061-F56E-E64E-A421-3823DB558692}" srcOrd="2" destOrd="0" parTransId="{AAE2A25C-7AC5-A549-B961-90855F0D412A}" sibTransId="{D9BB955C-5807-474A-BD43-ECCD4D656A0C}"/>
    <dgm:cxn modelId="{896C266A-E3F6-F84A-BB88-814EBE990683}" srcId="{4A7AE158-B6C4-4345-860B-192B97FD40C1}" destId="{A8A05503-CF64-FD4C-88EE-43AE8AAE6940}" srcOrd="1" destOrd="0" parTransId="{5AE516EF-8EEB-5445-8FDE-4049052512CD}" sibTransId="{7D8ECD94-6509-5C49-B610-E4ED11290A58}"/>
    <dgm:cxn modelId="{09813753-BCD7-F14E-BA2C-455FBD31D1BC}" srcId="{3E48C083-8D54-DD45-97AB-2109BA21EE68}" destId="{A27528D2-784F-C641-ACBE-DD2055F07E32}" srcOrd="0" destOrd="0" parTransId="{0E0DA311-E228-7B41-9E56-40EC73AE7B83}" sibTransId="{E41C1009-695D-7046-A7E8-A414BC532082}"/>
    <dgm:cxn modelId="{E913278F-0301-FA40-8D1E-B614BF2C60D7}" srcId="{4A7AE158-B6C4-4345-860B-192B97FD40C1}" destId="{3F7EB980-C125-B24F-A6C6-121AFE3DFDF6}" srcOrd="0" destOrd="0" parTransId="{1487F26F-40C4-B84B-A0C6-9DDD8CF86EA4}" sibTransId="{715160D4-CE8F-5543-BAFA-C6969AAFA2A0}"/>
    <dgm:cxn modelId="{2A6BA992-CA0E-AE44-88F1-448297C744D4}" type="presOf" srcId="{3F7EB980-C125-B24F-A6C6-121AFE3DFDF6}" destId="{EFE9A2D0-DAF4-1943-9F25-CEA1B4761ECB}" srcOrd="0" destOrd="0" presId="urn:microsoft.com/office/officeart/2005/8/layout/radial2"/>
    <dgm:cxn modelId="{4C078BA7-48E0-9A48-8934-3CF754F7D286}" type="presOf" srcId="{9F45392F-85DF-EC4C-958E-F27AC4D9A365}" destId="{BEDA64B7-9C74-0F4E-A004-D9E079313470}" srcOrd="0" destOrd="0" presId="urn:microsoft.com/office/officeart/2005/8/layout/radial2"/>
    <dgm:cxn modelId="{68B26AA8-1037-9F4E-9FBF-820A223D2461}" type="presOf" srcId="{C98793EB-5D5F-3943-AB62-F66BD72E56CD}" destId="{3D12195A-C4A3-F24C-B04A-5ABE989DAC19}" srcOrd="0" destOrd="1" presId="urn:microsoft.com/office/officeart/2005/8/layout/radial2"/>
    <dgm:cxn modelId="{3044D5A9-2F64-804C-B235-55846486B898}" type="presOf" srcId="{855C7061-F56E-E64E-A421-3823DB558692}" destId="{0536DA43-D56A-E845-82E6-075C0473D862}" srcOrd="0" destOrd="0" presId="urn:microsoft.com/office/officeart/2005/8/layout/radial2"/>
    <dgm:cxn modelId="{42C366B2-A91C-6544-89A8-EA830C812B4E}" srcId="{855C7061-F56E-E64E-A421-3823DB558692}" destId="{4F9B5F69-DB6B-3D40-A512-FBB57CA67636}" srcOrd="0" destOrd="0" parTransId="{307DE816-4CBE-E040-B15D-2B7AC7B4AEC5}" sibTransId="{86CECFA0-2C65-7E49-9B43-2DEA681BC396}"/>
    <dgm:cxn modelId="{0A234EB4-2431-314D-BFD2-F60DA96676F8}" type="presOf" srcId="{A27528D2-784F-C641-ACBE-DD2055F07E32}" destId="{849CE534-3338-AC49-B711-2DEACAAFFBA1}" srcOrd="0" destOrd="0" presId="urn:microsoft.com/office/officeart/2005/8/layout/radial2"/>
    <dgm:cxn modelId="{5098CAB6-A4A9-9E46-AF21-84DFF94850C5}" srcId="{3E48C083-8D54-DD45-97AB-2109BA21EE68}" destId="{4A7AE158-B6C4-4345-860B-192B97FD40C1}" srcOrd="1" destOrd="0" parTransId="{9F45392F-85DF-EC4C-958E-F27AC4D9A365}" sibTransId="{368ACDD6-44CD-5E4A-AA97-5E1B28256595}"/>
    <dgm:cxn modelId="{226D04C4-2051-D142-84EC-F3E5386ECCCD}" type="presOf" srcId="{4F9B5F69-DB6B-3D40-A512-FBB57CA67636}" destId="{3D12195A-C4A3-F24C-B04A-5ABE989DAC19}" srcOrd="0" destOrd="0" presId="urn:microsoft.com/office/officeart/2005/8/layout/radial2"/>
    <dgm:cxn modelId="{28C97CE7-948C-8641-935A-538A548EADB8}" srcId="{855C7061-F56E-E64E-A421-3823DB558692}" destId="{C98793EB-5D5F-3943-AB62-F66BD72E56CD}" srcOrd="1" destOrd="0" parTransId="{AA5841D7-799E-244A-AC3A-287A39F03BE9}" sibTransId="{053D73A6-B547-234E-A45B-E803CDEE99E1}"/>
    <dgm:cxn modelId="{A5A4D825-C862-1249-BA1F-9314CF716169}" type="presParOf" srcId="{187199D2-7C61-BD43-8BE8-1F336037A1AB}" destId="{CE2CB8D1-4A37-4947-B8FD-23799DEC2618}" srcOrd="0" destOrd="0" presId="urn:microsoft.com/office/officeart/2005/8/layout/radial2"/>
    <dgm:cxn modelId="{46072337-A881-FE4A-A258-3A4B487C5DE2}" type="presParOf" srcId="{CE2CB8D1-4A37-4947-B8FD-23799DEC2618}" destId="{12AF3155-B1C6-0040-8338-BB74641BF1D7}" srcOrd="0" destOrd="0" presId="urn:microsoft.com/office/officeart/2005/8/layout/radial2"/>
    <dgm:cxn modelId="{41F38ACA-2269-8D4D-BBB4-FC43F7B99C58}" type="presParOf" srcId="{12AF3155-B1C6-0040-8338-BB74641BF1D7}" destId="{EEA9E5A6-3576-354E-B436-7B6B1CDF254C}" srcOrd="0" destOrd="0" presId="urn:microsoft.com/office/officeart/2005/8/layout/radial2"/>
    <dgm:cxn modelId="{6166BE0B-0223-F34D-822F-3EB02A234836}" type="presParOf" srcId="{12AF3155-B1C6-0040-8338-BB74641BF1D7}" destId="{56BD41A1-08CF-6449-A68A-EC8F11946C7B}" srcOrd="1" destOrd="0" presId="urn:microsoft.com/office/officeart/2005/8/layout/radial2"/>
    <dgm:cxn modelId="{FE0C3E4A-BF95-F544-94E6-E18ACA10C03C}" type="presParOf" srcId="{CE2CB8D1-4A37-4947-B8FD-23799DEC2618}" destId="{55D68578-17D3-5A49-93B9-EC8DA32BCC73}" srcOrd="1" destOrd="0" presId="urn:microsoft.com/office/officeart/2005/8/layout/radial2"/>
    <dgm:cxn modelId="{03B34FA2-0E0B-F04C-86CA-78CE2C02241F}" type="presParOf" srcId="{CE2CB8D1-4A37-4947-B8FD-23799DEC2618}" destId="{C6A07527-80D8-DC43-827B-73242365A612}" srcOrd="2" destOrd="0" presId="urn:microsoft.com/office/officeart/2005/8/layout/radial2"/>
    <dgm:cxn modelId="{4B4917C8-56A2-764E-B3F0-AEBADC792C2D}" type="presParOf" srcId="{C6A07527-80D8-DC43-827B-73242365A612}" destId="{849CE534-3338-AC49-B711-2DEACAAFFBA1}" srcOrd="0" destOrd="0" presId="urn:microsoft.com/office/officeart/2005/8/layout/radial2"/>
    <dgm:cxn modelId="{EED047C5-8C79-604A-B47C-EB3FF3E28619}" type="presParOf" srcId="{C6A07527-80D8-DC43-827B-73242365A612}" destId="{D07BB6A7-8272-FB44-83EF-786010E9315D}" srcOrd="1" destOrd="0" presId="urn:microsoft.com/office/officeart/2005/8/layout/radial2"/>
    <dgm:cxn modelId="{5FD6BF41-40C6-F54B-9598-FB3E59F51B96}" type="presParOf" srcId="{CE2CB8D1-4A37-4947-B8FD-23799DEC2618}" destId="{BEDA64B7-9C74-0F4E-A004-D9E079313470}" srcOrd="3" destOrd="0" presId="urn:microsoft.com/office/officeart/2005/8/layout/radial2"/>
    <dgm:cxn modelId="{40CAD545-B763-8F4F-B49E-77DD2F2AE159}" type="presParOf" srcId="{CE2CB8D1-4A37-4947-B8FD-23799DEC2618}" destId="{F1D6CEEC-E649-6042-A984-2DABC3AD2F87}" srcOrd="4" destOrd="0" presId="urn:microsoft.com/office/officeart/2005/8/layout/radial2"/>
    <dgm:cxn modelId="{E4F527DD-DBB1-F346-9AB3-7BC93CDE49A3}" type="presParOf" srcId="{F1D6CEEC-E649-6042-A984-2DABC3AD2F87}" destId="{FD63B9DE-0DBC-1F4B-ABAE-9A335DF1F2D7}" srcOrd="0" destOrd="0" presId="urn:microsoft.com/office/officeart/2005/8/layout/radial2"/>
    <dgm:cxn modelId="{E60165E3-3A31-6E4D-9666-0C36B7ABAD15}" type="presParOf" srcId="{F1D6CEEC-E649-6042-A984-2DABC3AD2F87}" destId="{EFE9A2D0-DAF4-1943-9F25-CEA1B4761ECB}" srcOrd="1" destOrd="0" presId="urn:microsoft.com/office/officeart/2005/8/layout/radial2"/>
    <dgm:cxn modelId="{D75666B7-0305-7148-B830-5FA7073FF829}" type="presParOf" srcId="{CE2CB8D1-4A37-4947-B8FD-23799DEC2618}" destId="{1D094E9D-EDF0-374C-8BBB-B73CF4E2575B}" srcOrd="5" destOrd="0" presId="urn:microsoft.com/office/officeart/2005/8/layout/radial2"/>
    <dgm:cxn modelId="{F40B4F97-A2AF-2645-88FB-D929031C8472}" type="presParOf" srcId="{CE2CB8D1-4A37-4947-B8FD-23799DEC2618}" destId="{4A366CF7-882B-574E-AC8C-B9BFF5FD51D9}" srcOrd="6" destOrd="0" presId="urn:microsoft.com/office/officeart/2005/8/layout/radial2"/>
    <dgm:cxn modelId="{1F6C0CFE-1F0A-5043-8B63-9203160C7333}" type="presParOf" srcId="{4A366CF7-882B-574E-AC8C-B9BFF5FD51D9}" destId="{0536DA43-D56A-E845-82E6-075C0473D862}" srcOrd="0" destOrd="0" presId="urn:microsoft.com/office/officeart/2005/8/layout/radial2"/>
    <dgm:cxn modelId="{54CE1DAD-7214-EB45-BF7A-8D1329437494}" type="presParOf" srcId="{4A366CF7-882B-574E-AC8C-B9BFF5FD51D9}" destId="{3D12195A-C4A3-F24C-B04A-5ABE989DAC19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F91490-81C5-C54E-8A4F-C6981D17A0B2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6D9593-4388-9E43-B0CA-6011A8806C68}">
      <dgm:prSet phldrT="[Text]"/>
      <dgm:spPr/>
      <dgm:t>
        <a:bodyPr/>
        <a:lstStyle/>
        <a:p>
          <a:r>
            <a:rPr lang="en-US"/>
            <a:t>Assuming gaps in weekend service availability contribute to discharge delays</a:t>
          </a:r>
        </a:p>
      </dgm:t>
    </dgm:pt>
    <dgm:pt modelId="{9CCA42B4-942A-134C-BCC0-90AD82273010}" type="parTrans" cxnId="{C566BE4A-DF0A-2442-990C-2EEE94C2A3D3}">
      <dgm:prSet/>
      <dgm:spPr/>
      <dgm:t>
        <a:bodyPr/>
        <a:lstStyle/>
        <a:p>
          <a:endParaRPr lang="en-US"/>
        </a:p>
      </dgm:t>
    </dgm:pt>
    <dgm:pt modelId="{1D7C275E-5414-AD4B-8572-579CCE10BA9E}" type="sibTrans" cxnId="{C566BE4A-DF0A-2442-990C-2EEE94C2A3D3}">
      <dgm:prSet/>
      <dgm:spPr/>
      <dgm:t>
        <a:bodyPr/>
        <a:lstStyle/>
        <a:p>
          <a:endParaRPr lang="en-US"/>
        </a:p>
      </dgm:t>
    </dgm:pt>
    <dgm:pt modelId="{CBF8CFAD-53FE-8547-86D4-7D331968546E}">
      <dgm:prSet phldrT="[Text]"/>
      <dgm:spPr/>
      <dgm:t>
        <a:bodyPr/>
        <a:lstStyle/>
        <a:p>
          <a:r>
            <a:rPr lang="en-US"/>
            <a:t>Quantify impact of gaps</a:t>
          </a:r>
        </a:p>
      </dgm:t>
    </dgm:pt>
    <dgm:pt modelId="{AAE9B019-A2D0-244F-83B2-054B809F47CF}" type="parTrans" cxnId="{49D8367F-F3CA-6B43-AADF-D7F97A1E30BB}">
      <dgm:prSet/>
      <dgm:spPr/>
      <dgm:t>
        <a:bodyPr/>
        <a:lstStyle/>
        <a:p>
          <a:endParaRPr lang="en-US"/>
        </a:p>
      </dgm:t>
    </dgm:pt>
    <dgm:pt modelId="{787B3811-EC7E-EE40-BF07-551D461ADFA6}" type="sibTrans" cxnId="{49D8367F-F3CA-6B43-AADF-D7F97A1E30BB}">
      <dgm:prSet/>
      <dgm:spPr/>
      <dgm:t>
        <a:bodyPr/>
        <a:lstStyle/>
        <a:p>
          <a:endParaRPr lang="en-US"/>
        </a:p>
      </dgm:t>
    </dgm:pt>
    <dgm:pt modelId="{A113650D-FA44-9242-850C-98F8D41587FB}">
      <dgm:prSet phldrT="[Text]"/>
      <dgm:spPr/>
      <dgm:t>
        <a:bodyPr/>
        <a:lstStyle/>
        <a:p>
          <a:r>
            <a:rPr lang="en-US"/>
            <a:t>Identify frequency and cost of delays</a:t>
          </a:r>
        </a:p>
      </dgm:t>
    </dgm:pt>
    <dgm:pt modelId="{B3071675-B7C8-3F4A-B1A8-EB9348F1322B}" type="parTrans" cxnId="{4B66B81E-3EBE-DE47-96FD-A22D73D2EF4B}">
      <dgm:prSet/>
      <dgm:spPr/>
      <dgm:t>
        <a:bodyPr/>
        <a:lstStyle/>
        <a:p>
          <a:endParaRPr lang="en-US"/>
        </a:p>
      </dgm:t>
    </dgm:pt>
    <dgm:pt modelId="{544B4640-6F35-9B4E-A596-C69D07C0A325}" type="sibTrans" cxnId="{4B66B81E-3EBE-DE47-96FD-A22D73D2EF4B}">
      <dgm:prSet/>
      <dgm:spPr/>
      <dgm:t>
        <a:bodyPr/>
        <a:lstStyle/>
        <a:p>
          <a:endParaRPr lang="en-US"/>
        </a:p>
      </dgm:t>
    </dgm:pt>
    <dgm:pt modelId="{C9776363-D06B-A044-AC28-73D399FB5DF3}">
      <dgm:prSet phldrT="[Text]"/>
      <dgm:spPr/>
      <dgm:t>
        <a:bodyPr/>
        <a:lstStyle/>
        <a:p>
          <a:r>
            <a:rPr lang="en-US"/>
            <a:t>Explore benefits of expanding service availability</a:t>
          </a:r>
        </a:p>
      </dgm:t>
    </dgm:pt>
    <dgm:pt modelId="{05171210-E032-6447-BCDC-C71A640DBAC4}" type="parTrans" cxnId="{3568D71A-AE13-844E-B423-56D49BC18327}">
      <dgm:prSet/>
      <dgm:spPr/>
      <dgm:t>
        <a:bodyPr/>
        <a:lstStyle/>
        <a:p>
          <a:endParaRPr lang="en-US"/>
        </a:p>
      </dgm:t>
    </dgm:pt>
    <dgm:pt modelId="{7A059EA7-BB81-F14D-AAD9-BAB7338796C4}" type="sibTrans" cxnId="{3568D71A-AE13-844E-B423-56D49BC18327}">
      <dgm:prSet/>
      <dgm:spPr/>
      <dgm:t>
        <a:bodyPr/>
        <a:lstStyle/>
        <a:p>
          <a:endParaRPr lang="en-US"/>
        </a:p>
      </dgm:t>
    </dgm:pt>
    <dgm:pt modelId="{C3621571-CB2A-F34C-9642-A7701203FF79}" type="pres">
      <dgm:prSet presAssocID="{7EF91490-81C5-C54E-8A4F-C6981D17A0B2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DD0F517-8476-984B-8B8B-86A00CAB729E}" type="pres">
      <dgm:prSet presAssocID="{9E6D9593-4388-9E43-B0CA-6011A8806C68}" presName="singleCycle" presStyleCnt="0"/>
      <dgm:spPr/>
    </dgm:pt>
    <dgm:pt modelId="{F0C52E1B-88E6-4141-8D56-03F51A693530}" type="pres">
      <dgm:prSet presAssocID="{9E6D9593-4388-9E43-B0CA-6011A8806C68}" presName="singleCenter" presStyleLbl="node1" presStyleIdx="0" presStyleCnt="4" custScaleX="299902" custLinFactNeighborX="-595" custLinFactNeighborY="-12500">
        <dgm:presLayoutVars>
          <dgm:chMax val="7"/>
          <dgm:chPref val="7"/>
        </dgm:presLayoutVars>
      </dgm:prSet>
      <dgm:spPr>
        <a:prstGeom prst="roundRect">
          <a:avLst/>
        </a:prstGeom>
      </dgm:spPr>
    </dgm:pt>
    <dgm:pt modelId="{D5591386-8055-0C40-903A-77DBA5985243}" type="pres">
      <dgm:prSet presAssocID="{AAE9B019-A2D0-244F-83B2-054B809F47CF}" presName="Name56" presStyleLbl="parChTrans1D2" presStyleIdx="0" presStyleCnt="3"/>
      <dgm:spPr/>
    </dgm:pt>
    <dgm:pt modelId="{FA9911BB-F09A-C84D-AC2F-0D8DE77B56DC}" type="pres">
      <dgm:prSet presAssocID="{CBF8CFAD-53FE-8547-86D4-7D331968546E}" presName="text0" presStyleLbl="node1" presStyleIdx="1" presStyleCnt="4" custScaleX="305788">
        <dgm:presLayoutVars>
          <dgm:bulletEnabled val="1"/>
        </dgm:presLayoutVars>
      </dgm:prSet>
      <dgm:spPr>
        <a:prstGeom prst="rect">
          <a:avLst/>
        </a:prstGeom>
      </dgm:spPr>
    </dgm:pt>
    <dgm:pt modelId="{4AB03368-EBEA-0D4C-B21C-08614C73FD5F}" type="pres">
      <dgm:prSet presAssocID="{B3071675-B7C8-3F4A-B1A8-EB9348F1322B}" presName="Name56" presStyleLbl="parChTrans1D2" presStyleIdx="1" presStyleCnt="3"/>
      <dgm:spPr/>
    </dgm:pt>
    <dgm:pt modelId="{8CD8DF9D-92A7-8445-969C-0CEF543D0F36}" type="pres">
      <dgm:prSet presAssocID="{A113650D-FA44-9242-850C-98F8D41587FB}" presName="text0" presStyleLbl="node1" presStyleIdx="2" presStyleCnt="4" custScaleX="252748">
        <dgm:presLayoutVars>
          <dgm:bulletEnabled val="1"/>
        </dgm:presLayoutVars>
      </dgm:prSet>
      <dgm:spPr>
        <a:prstGeom prst="rect">
          <a:avLst/>
        </a:prstGeom>
      </dgm:spPr>
    </dgm:pt>
    <dgm:pt modelId="{0F6BE085-A2F9-5C47-85BB-F2B02FE25408}" type="pres">
      <dgm:prSet presAssocID="{05171210-E032-6447-BCDC-C71A640DBAC4}" presName="Name56" presStyleLbl="parChTrans1D2" presStyleIdx="2" presStyleCnt="3"/>
      <dgm:spPr/>
    </dgm:pt>
    <dgm:pt modelId="{4DE0F1FA-EB4A-D443-A0B4-1BF54408C3BC}" type="pres">
      <dgm:prSet presAssocID="{C9776363-D06B-A044-AC28-73D399FB5DF3}" presName="text0" presStyleLbl="node1" presStyleIdx="3" presStyleCnt="4" custScaleX="258063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3568D71A-AE13-844E-B423-56D49BC18327}" srcId="{9E6D9593-4388-9E43-B0CA-6011A8806C68}" destId="{C9776363-D06B-A044-AC28-73D399FB5DF3}" srcOrd="2" destOrd="0" parTransId="{05171210-E032-6447-BCDC-C71A640DBAC4}" sibTransId="{7A059EA7-BB81-F14D-AAD9-BAB7338796C4}"/>
    <dgm:cxn modelId="{4B66B81E-3EBE-DE47-96FD-A22D73D2EF4B}" srcId="{9E6D9593-4388-9E43-B0CA-6011A8806C68}" destId="{A113650D-FA44-9242-850C-98F8D41587FB}" srcOrd="1" destOrd="0" parTransId="{B3071675-B7C8-3F4A-B1A8-EB9348F1322B}" sibTransId="{544B4640-6F35-9B4E-A596-C69D07C0A325}"/>
    <dgm:cxn modelId="{9DDB2727-51A4-BF47-B768-7DD98147646E}" type="presOf" srcId="{CBF8CFAD-53FE-8547-86D4-7D331968546E}" destId="{FA9911BB-F09A-C84D-AC2F-0D8DE77B56DC}" srcOrd="0" destOrd="0" presId="urn:microsoft.com/office/officeart/2008/layout/RadialCluster"/>
    <dgm:cxn modelId="{3DDEA541-28D6-5444-80D3-AE20BA94E879}" type="presOf" srcId="{C9776363-D06B-A044-AC28-73D399FB5DF3}" destId="{4DE0F1FA-EB4A-D443-A0B4-1BF54408C3BC}" srcOrd="0" destOrd="0" presId="urn:microsoft.com/office/officeart/2008/layout/RadialCluster"/>
    <dgm:cxn modelId="{B37CE364-7F2F-1244-9F5F-415140C73513}" type="presOf" srcId="{AAE9B019-A2D0-244F-83B2-054B809F47CF}" destId="{D5591386-8055-0C40-903A-77DBA5985243}" srcOrd="0" destOrd="0" presId="urn:microsoft.com/office/officeart/2008/layout/RadialCluster"/>
    <dgm:cxn modelId="{C566BE4A-DF0A-2442-990C-2EEE94C2A3D3}" srcId="{7EF91490-81C5-C54E-8A4F-C6981D17A0B2}" destId="{9E6D9593-4388-9E43-B0CA-6011A8806C68}" srcOrd="0" destOrd="0" parTransId="{9CCA42B4-942A-134C-BCC0-90AD82273010}" sibTransId="{1D7C275E-5414-AD4B-8572-579CCE10BA9E}"/>
    <dgm:cxn modelId="{49D8367F-F3CA-6B43-AADF-D7F97A1E30BB}" srcId="{9E6D9593-4388-9E43-B0CA-6011A8806C68}" destId="{CBF8CFAD-53FE-8547-86D4-7D331968546E}" srcOrd="0" destOrd="0" parTransId="{AAE9B019-A2D0-244F-83B2-054B809F47CF}" sibTransId="{787B3811-EC7E-EE40-BF07-551D461ADFA6}"/>
    <dgm:cxn modelId="{22678690-25AD-7A43-ADC8-74D6493EC2B7}" type="presOf" srcId="{9E6D9593-4388-9E43-B0CA-6011A8806C68}" destId="{F0C52E1B-88E6-4141-8D56-03F51A693530}" srcOrd="0" destOrd="0" presId="urn:microsoft.com/office/officeart/2008/layout/RadialCluster"/>
    <dgm:cxn modelId="{A0AA58A6-CB04-5F4C-B454-F80469E8FD8F}" type="presOf" srcId="{05171210-E032-6447-BCDC-C71A640DBAC4}" destId="{0F6BE085-A2F9-5C47-85BB-F2B02FE25408}" srcOrd="0" destOrd="0" presId="urn:microsoft.com/office/officeart/2008/layout/RadialCluster"/>
    <dgm:cxn modelId="{F4299BA9-941C-404F-85EB-42A4666358AA}" type="presOf" srcId="{A113650D-FA44-9242-850C-98F8D41587FB}" destId="{8CD8DF9D-92A7-8445-969C-0CEF543D0F36}" srcOrd="0" destOrd="0" presId="urn:microsoft.com/office/officeart/2008/layout/RadialCluster"/>
    <dgm:cxn modelId="{E7F8ACAF-C04F-434F-BD9F-C2E5CCABF35B}" type="presOf" srcId="{7EF91490-81C5-C54E-8A4F-C6981D17A0B2}" destId="{C3621571-CB2A-F34C-9642-A7701203FF79}" srcOrd="0" destOrd="0" presId="urn:microsoft.com/office/officeart/2008/layout/RadialCluster"/>
    <dgm:cxn modelId="{2BE663EC-7B82-5A48-A468-689C24F5121A}" type="presOf" srcId="{B3071675-B7C8-3F4A-B1A8-EB9348F1322B}" destId="{4AB03368-EBEA-0D4C-B21C-08614C73FD5F}" srcOrd="0" destOrd="0" presId="urn:microsoft.com/office/officeart/2008/layout/RadialCluster"/>
    <dgm:cxn modelId="{C7C96F57-764F-6D46-BC23-4E67705140D6}" type="presParOf" srcId="{C3621571-CB2A-F34C-9642-A7701203FF79}" destId="{ADD0F517-8476-984B-8B8B-86A00CAB729E}" srcOrd="0" destOrd="0" presId="urn:microsoft.com/office/officeart/2008/layout/RadialCluster"/>
    <dgm:cxn modelId="{A37A3D58-846C-6846-9101-BA7C80ACCE88}" type="presParOf" srcId="{ADD0F517-8476-984B-8B8B-86A00CAB729E}" destId="{F0C52E1B-88E6-4141-8D56-03F51A693530}" srcOrd="0" destOrd="0" presId="urn:microsoft.com/office/officeart/2008/layout/RadialCluster"/>
    <dgm:cxn modelId="{F24A2E3B-AB0E-9745-990E-8599278FD394}" type="presParOf" srcId="{ADD0F517-8476-984B-8B8B-86A00CAB729E}" destId="{D5591386-8055-0C40-903A-77DBA5985243}" srcOrd="1" destOrd="0" presId="urn:microsoft.com/office/officeart/2008/layout/RadialCluster"/>
    <dgm:cxn modelId="{FD59E0DC-F9CB-6343-BCD9-426A854FCB69}" type="presParOf" srcId="{ADD0F517-8476-984B-8B8B-86A00CAB729E}" destId="{FA9911BB-F09A-C84D-AC2F-0D8DE77B56DC}" srcOrd="2" destOrd="0" presId="urn:microsoft.com/office/officeart/2008/layout/RadialCluster"/>
    <dgm:cxn modelId="{807BABB2-9DA6-E044-B71C-68DDC977FF96}" type="presParOf" srcId="{ADD0F517-8476-984B-8B8B-86A00CAB729E}" destId="{4AB03368-EBEA-0D4C-B21C-08614C73FD5F}" srcOrd="3" destOrd="0" presId="urn:microsoft.com/office/officeart/2008/layout/RadialCluster"/>
    <dgm:cxn modelId="{65DB8100-EA28-7548-8C25-EE4C50402EC8}" type="presParOf" srcId="{ADD0F517-8476-984B-8B8B-86A00CAB729E}" destId="{8CD8DF9D-92A7-8445-969C-0CEF543D0F36}" srcOrd="4" destOrd="0" presId="urn:microsoft.com/office/officeart/2008/layout/RadialCluster"/>
    <dgm:cxn modelId="{27CB4ABE-4713-314D-869E-F3D1EAB8BEE1}" type="presParOf" srcId="{ADD0F517-8476-984B-8B8B-86A00CAB729E}" destId="{0F6BE085-A2F9-5C47-85BB-F2B02FE25408}" srcOrd="5" destOrd="0" presId="urn:microsoft.com/office/officeart/2008/layout/RadialCluster"/>
    <dgm:cxn modelId="{2AA518C1-7C22-6149-B543-586BD116EBC8}" type="presParOf" srcId="{ADD0F517-8476-984B-8B8B-86A00CAB729E}" destId="{4DE0F1FA-EB4A-D443-A0B4-1BF54408C3BC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DCBBDC-3190-5E47-8DDB-DB91D1D40DF2}" type="doc">
      <dgm:prSet loTypeId="urn:microsoft.com/office/officeart/2005/8/layout/hierarchy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93FA13-1674-2A4B-90E8-CD3893C8ED23}">
      <dgm:prSet phldrT="[Text]"/>
      <dgm:spPr/>
      <dgm:t>
        <a:bodyPr/>
        <a:lstStyle/>
        <a:p>
          <a:r>
            <a:rPr lang="en-US"/>
            <a:t>Addressing Weekend Discharge Delays</a:t>
          </a:r>
        </a:p>
      </dgm:t>
    </dgm:pt>
    <dgm:pt modelId="{3A1013DA-9B1D-F34C-A24A-7FC1AF2735D6}" type="parTrans" cxnId="{CA42B346-DE94-3A45-9184-CBEA60F44AEE}">
      <dgm:prSet/>
      <dgm:spPr/>
      <dgm:t>
        <a:bodyPr/>
        <a:lstStyle/>
        <a:p>
          <a:endParaRPr lang="en-US"/>
        </a:p>
      </dgm:t>
    </dgm:pt>
    <dgm:pt modelId="{DAE105C5-94D8-8D4E-A13B-A1BD6A94D2A2}" type="sibTrans" cxnId="{CA42B346-DE94-3A45-9184-CBEA60F44AEE}">
      <dgm:prSet/>
      <dgm:spPr/>
      <dgm:t>
        <a:bodyPr/>
        <a:lstStyle/>
        <a:p>
          <a:endParaRPr lang="en-US"/>
        </a:p>
      </dgm:t>
    </dgm:pt>
    <dgm:pt modelId="{D49DB2DE-9FB9-684C-B678-28A9B6B948D3}">
      <dgm:prSet phldrT="[Text]"/>
      <dgm:spPr/>
      <dgm:t>
        <a:bodyPr/>
        <a:lstStyle/>
        <a:p>
          <a:r>
            <a:rPr lang="en-US"/>
            <a:t>Limited Weekend Imaging Services</a:t>
          </a:r>
        </a:p>
      </dgm:t>
    </dgm:pt>
    <dgm:pt modelId="{F4F07BA6-F56D-9146-9C0D-FFDA06474143}" type="parTrans" cxnId="{21227F7A-7FCD-E741-8DFF-3C1909984A31}">
      <dgm:prSet/>
      <dgm:spPr/>
      <dgm:t>
        <a:bodyPr/>
        <a:lstStyle/>
        <a:p>
          <a:endParaRPr lang="en-US"/>
        </a:p>
      </dgm:t>
    </dgm:pt>
    <dgm:pt modelId="{26D72FFC-475B-684A-A99F-52F8E803F72D}" type="sibTrans" cxnId="{21227F7A-7FCD-E741-8DFF-3C1909984A31}">
      <dgm:prSet/>
      <dgm:spPr/>
      <dgm:t>
        <a:bodyPr/>
        <a:lstStyle/>
        <a:p>
          <a:endParaRPr lang="en-US"/>
        </a:p>
      </dgm:t>
    </dgm:pt>
    <dgm:pt modelId="{54CD1D25-ABB9-1B48-BE3A-E702BEA631FF}">
      <dgm:prSet phldrT="[Text]"/>
      <dgm:spPr/>
      <dgm:t>
        <a:bodyPr/>
        <a:lstStyle/>
        <a:p>
          <a:r>
            <a:rPr lang="en-US"/>
            <a:t>MRI &amp; Echo</a:t>
          </a:r>
        </a:p>
      </dgm:t>
    </dgm:pt>
    <dgm:pt modelId="{D8C44AC6-B410-7347-A216-DC12F414D883}" type="parTrans" cxnId="{E4EA3188-6177-B941-8DB5-F5358F2DB252}">
      <dgm:prSet/>
      <dgm:spPr/>
      <dgm:t>
        <a:bodyPr/>
        <a:lstStyle/>
        <a:p>
          <a:endParaRPr lang="en-US"/>
        </a:p>
      </dgm:t>
    </dgm:pt>
    <dgm:pt modelId="{55D173DB-6E92-2D45-B362-265A85294856}" type="sibTrans" cxnId="{E4EA3188-6177-B941-8DB5-F5358F2DB252}">
      <dgm:prSet/>
      <dgm:spPr/>
      <dgm:t>
        <a:bodyPr/>
        <a:lstStyle/>
        <a:p>
          <a:endParaRPr lang="en-US"/>
        </a:p>
      </dgm:t>
    </dgm:pt>
    <dgm:pt modelId="{3E6E290D-5EA4-DC4E-8218-9BCC3687BC2E}">
      <dgm:prSet phldrT="[Text]"/>
      <dgm:spPr/>
      <dgm:t>
        <a:bodyPr/>
        <a:lstStyle/>
        <a:p>
          <a:r>
            <a:rPr lang="en-US"/>
            <a:t>High Imaging Demand</a:t>
          </a:r>
        </a:p>
      </dgm:t>
    </dgm:pt>
    <dgm:pt modelId="{D1B61B96-EB7A-0D41-BCCD-76CC08510377}" type="parTrans" cxnId="{7D17C9D0-A99F-184E-B5F5-0C1F1135D4CF}">
      <dgm:prSet/>
      <dgm:spPr/>
      <dgm:t>
        <a:bodyPr/>
        <a:lstStyle/>
        <a:p>
          <a:endParaRPr lang="en-US"/>
        </a:p>
      </dgm:t>
    </dgm:pt>
    <dgm:pt modelId="{FE4CAC0D-9D82-BE43-8C62-AC86DB4B9944}" type="sibTrans" cxnId="{7D17C9D0-A99F-184E-B5F5-0C1F1135D4CF}">
      <dgm:prSet/>
      <dgm:spPr/>
      <dgm:t>
        <a:bodyPr/>
        <a:lstStyle/>
        <a:p>
          <a:endParaRPr lang="en-US"/>
        </a:p>
      </dgm:t>
    </dgm:pt>
    <dgm:pt modelId="{00FCFF90-1782-E04B-93F8-8A698DCBF245}">
      <dgm:prSet phldrT="[Text]"/>
      <dgm:spPr/>
      <dgm:t>
        <a:bodyPr/>
        <a:lstStyle/>
        <a:p>
          <a:r>
            <a:rPr lang="en-US"/>
            <a:t>Workflow Inefficiencies</a:t>
          </a:r>
        </a:p>
      </dgm:t>
    </dgm:pt>
    <dgm:pt modelId="{BEF0B702-9CCE-464F-B10A-F0B67530A21B}" type="parTrans" cxnId="{98A6B420-7F5C-6146-9697-DD8FC29B26A1}">
      <dgm:prSet/>
      <dgm:spPr/>
      <dgm:t>
        <a:bodyPr/>
        <a:lstStyle/>
        <a:p>
          <a:endParaRPr lang="en-US"/>
        </a:p>
      </dgm:t>
    </dgm:pt>
    <dgm:pt modelId="{2559C8D4-0CC3-9446-874E-D2383185A322}" type="sibTrans" cxnId="{98A6B420-7F5C-6146-9697-DD8FC29B26A1}">
      <dgm:prSet/>
      <dgm:spPr/>
      <dgm:t>
        <a:bodyPr/>
        <a:lstStyle/>
        <a:p>
          <a:endParaRPr lang="en-US"/>
        </a:p>
      </dgm:t>
    </dgm:pt>
    <dgm:pt modelId="{4C46B7A8-04C9-9B4E-A5C1-220685906D3B}">
      <dgm:prSet phldrT="[Text]"/>
      <dgm:spPr/>
      <dgm:t>
        <a:bodyPr/>
        <a:lstStyle/>
        <a:p>
          <a:r>
            <a:rPr lang="en-US"/>
            <a:t>Patient Preparation</a:t>
          </a:r>
        </a:p>
      </dgm:t>
    </dgm:pt>
    <dgm:pt modelId="{0172E9AC-DBAB-7A45-A847-5AA9432DA9EA}" type="parTrans" cxnId="{3B736880-844B-DA46-98C9-AD93F5732D45}">
      <dgm:prSet/>
      <dgm:spPr/>
      <dgm:t>
        <a:bodyPr/>
        <a:lstStyle/>
        <a:p>
          <a:endParaRPr lang="en-US"/>
        </a:p>
      </dgm:t>
    </dgm:pt>
    <dgm:pt modelId="{9E2210CB-2645-7E4C-AFA8-93F496EB7E01}" type="sibTrans" cxnId="{3B736880-844B-DA46-98C9-AD93F5732D45}">
      <dgm:prSet/>
      <dgm:spPr/>
      <dgm:t>
        <a:bodyPr/>
        <a:lstStyle/>
        <a:p>
          <a:endParaRPr lang="en-US"/>
        </a:p>
      </dgm:t>
    </dgm:pt>
    <dgm:pt modelId="{D85FFD56-28D1-1A43-9D9B-9CAAB680E3A0}">
      <dgm:prSet/>
      <dgm:spPr/>
      <dgm:t>
        <a:bodyPr/>
        <a:lstStyle/>
        <a:p>
          <a:r>
            <a:rPr lang="en-US"/>
            <a:t>Ordering &amp; Scheduling</a:t>
          </a:r>
        </a:p>
      </dgm:t>
    </dgm:pt>
    <dgm:pt modelId="{D44EF70D-CF09-C84E-9343-B6D078BCD78C}" type="parTrans" cxnId="{EEF442A2-32A9-3C4F-B17D-38CB08C93F3E}">
      <dgm:prSet/>
      <dgm:spPr/>
      <dgm:t>
        <a:bodyPr/>
        <a:lstStyle/>
        <a:p>
          <a:endParaRPr lang="en-US"/>
        </a:p>
      </dgm:t>
    </dgm:pt>
    <dgm:pt modelId="{C787674C-E309-B14F-8939-0D092878F22F}" type="sibTrans" cxnId="{EEF442A2-32A9-3C4F-B17D-38CB08C93F3E}">
      <dgm:prSet/>
      <dgm:spPr/>
      <dgm:t>
        <a:bodyPr/>
        <a:lstStyle/>
        <a:p>
          <a:endParaRPr lang="en-US"/>
        </a:p>
      </dgm:t>
    </dgm:pt>
    <dgm:pt modelId="{597160E2-65B3-5649-8346-84AD3DEAABDE}" type="pres">
      <dgm:prSet presAssocID="{04DCBBDC-3190-5E47-8DDB-DB91D1D40DF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602EBA8-6DE7-4C41-9325-F38DCC74308D}" type="pres">
      <dgm:prSet presAssocID="{3893FA13-1674-2A4B-90E8-CD3893C8ED23}" presName="vertOne" presStyleCnt="0"/>
      <dgm:spPr/>
    </dgm:pt>
    <dgm:pt modelId="{5B4306A1-A130-154A-8C33-306DFBB4B535}" type="pres">
      <dgm:prSet presAssocID="{3893FA13-1674-2A4B-90E8-CD3893C8ED23}" presName="txOne" presStyleLbl="node0" presStyleIdx="0" presStyleCnt="1">
        <dgm:presLayoutVars>
          <dgm:chPref val="3"/>
        </dgm:presLayoutVars>
      </dgm:prSet>
      <dgm:spPr/>
    </dgm:pt>
    <dgm:pt modelId="{873E1B2F-9F1E-0342-9953-69A73311B22F}" type="pres">
      <dgm:prSet presAssocID="{3893FA13-1674-2A4B-90E8-CD3893C8ED23}" presName="parTransOne" presStyleCnt="0"/>
      <dgm:spPr/>
    </dgm:pt>
    <dgm:pt modelId="{DE415FFF-02CE-E741-8828-04BE57754C68}" type="pres">
      <dgm:prSet presAssocID="{3893FA13-1674-2A4B-90E8-CD3893C8ED23}" presName="horzOne" presStyleCnt="0"/>
      <dgm:spPr/>
    </dgm:pt>
    <dgm:pt modelId="{73D607B1-BD4D-1248-AF9F-E92D62A2B23E}" type="pres">
      <dgm:prSet presAssocID="{D49DB2DE-9FB9-684C-B678-28A9B6B948D3}" presName="vertTwo" presStyleCnt="0"/>
      <dgm:spPr/>
    </dgm:pt>
    <dgm:pt modelId="{9BD68FDE-29D5-8649-ACE6-4338C08AADB8}" type="pres">
      <dgm:prSet presAssocID="{D49DB2DE-9FB9-684C-B678-28A9B6B948D3}" presName="txTwo" presStyleLbl="node2" presStyleIdx="0" presStyleCnt="2">
        <dgm:presLayoutVars>
          <dgm:chPref val="3"/>
        </dgm:presLayoutVars>
      </dgm:prSet>
      <dgm:spPr/>
    </dgm:pt>
    <dgm:pt modelId="{A62E6552-537C-054D-B1D9-551FF91226FF}" type="pres">
      <dgm:prSet presAssocID="{D49DB2DE-9FB9-684C-B678-28A9B6B948D3}" presName="parTransTwo" presStyleCnt="0"/>
      <dgm:spPr/>
    </dgm:pt>
    <dgm:pt modelId="{3C3DF0A7-85CD-7644-9869-2E82CB1B6834}" type="pres">
      <dgm:prSet presAssocID="{D49DB2DE-9FB9-684C-B678-28A9B6B948D3}" presName="horzTwo" presStyleCnt="0"/>
      <dgm:spPr/>
    </dgm:pt>
    <dgm:pt modelId="{E332B63D-AC4A-474C-ADE9-D07CFA0C09A1}" type="pres">
      <dgm:prSet presAssocID="{54CD1D25-ABB9-1B48-BE3A-E702BEA631FF}" presName="vertThree" presStyleCnt="0"/>
      <dgm:spPr/>
    </dgm:pt>
    <dgm:pt modelId="{C84C4022-CB0F-534A-87B4-84C5905CBD79}" type="pres">
      <dgm:prSet presAssocID="{54CD1D25-ABB9-1B48-BE3A-E702BEA631FF}" presName="txThree" presStyleLbl="node3" presStyleIdx="0" presStyleCnt="4">
        <dgm:presLayoutVars>
          <dgm:chPref val="3"/>
        </dgm:presLayoutVars>
      </dgm:prSet>
      <dgm:spPr/>
    </dgm:pt>
    <dgm:pt modelId="{683608EC-FB32-644C-A463-C646E54C6946}" type="pres">
      <dgm:prSet presAssocID="{54CD1D25-ABB9-1B48-BE3A-E702BEA631FF}" presName="horzThree" presStyleCnt="0"/>
      <dgm:spPr/>
    </dgm:pt>
    <dgm:pt modelId="{A7546CD5-2265-D44D-972E-F085AA4AF076}" type="pres">
      <dgm:prSet presAssocID="{55D173DB-6E92-2D45-B362-265A85294856}" presName="sibSpaceThree" presStyleCnt="0"/>
      <dgm:spPr/>
    </dgm:pt>
    <dgm:pt modelId="{FFB669D8-8B37-544A-A0C8-752CFFA2A2D4}" type="pres">
      <dgm:prSet presAssocID="{3E6E290D-5EA4-DC4E-8218-9BCC3687BC2E}" presName="vertThree" presStyleCnt="0"/>
      <dgm:spPr/>
    </dgm:pt>
    <dgm:pt modelId="{15104281-8A79-A248-B166-748AFA834018}" type="pres">
      <dgm:prSet presAssocID="{3E6E290D-5EA4-DC4E-8218-9BCC3687BC2E}" presName="txThree" presStyleLbl="node3" presStyleIdx="1" presStyleCnt="4">
        <dgm:presLayoutVars>
          <dgm:chPref val="3"/>
        </dgm:presLayoutVars>
      </dgm:prSet>
      <dgm:spPr/>
    </dgm:pt>
    <dgm:pt modelId="{03A0785E-D8C8-4848-87CE-4B8315F8324B}" type="pres">
      <dgm:prSet presAssocID="{3E6E290D-5EA4-DC4E-8218-9BCC3687BC2E}" presName="horzThree" presStyleCnt="0"/>
      <dgm:spPr/>
    </dgm:pt>
    <dgm:pt modelId="{FC46D844-A28B-784D-A491-CCCC5E7EC911}" type="pres">
      <dgm:prSet presAssocID="{26D72FFC-475B-684A-A99F-52F8E803F72D}" presName="sibSpaceTwo" presStyleCnt="0"/>
      <dgm:spPr/>
    </dgm:pt>
    <dgm:pt modelId="{2462C88A-212A-424D-AF43-1557B86C44DC}" type="pres">
      <dgm:prSet presAssocID="{00FCFF90-1782-E04B-93F8-8A698DCBF245}" presName="vertTwo" presStyleCnt="0"/>
      <dgm:spPr/>
    </dgm:pt>
    <dgm:pt modelId="{A5914488-7B62-3F43-A4E1-A6EA6B550275}" type="pres">
      <dgm:prSet presAssocID="{00FCFF90-1782-E04B-93F8-8A698DCBF245}" presName="txTwo" presStyleLbl="node2" presStyleIdx="1" presStyleCnt="2">
        <dgm:presLayoutVars>
          <dgm:chPref val="3"/>
        </dgm:presLayoutVars>
      </dgm:prSet>
      <dgm:spPr/>
    </dgm:pt>
    <dgm:pt modelId="{CC4A11A7-077F-3340-B3E3-4287A325BAB9}" type="pres">
      <dgm:prSet presAssocID="{00FCFF90-1782-E04B-93F8-8A698DCBF245}" presName="parTransTwo" presStyleCnt="0"/>
      <dgm:spPr/>
    </dgm:pt>
    <dgm:pt modelId="{F6631B16-7657-324D-AB21-5D295F738E1E}" type="pres">
      <dgm:prSet presAssocID="{00FCFF90-1782-E04B-93F8-8A698DCBF245}" presName="horzTwo" presStyleCnt="0"/>
      <dgm:spPr/>
    </dgm:pt>
    <dgm:pt modelId="{3C14D267-5081-5E48-9A37-22106F23DCBE}" type="pres">
      <dgm:prSet presAssocID="{4C46B7A8-04C9-9B4E-A5C1-220685906D3B}" presName="vertThree" presStyleCnt="0"/>
      <dgm:spPr/>
    </dgm:pt>
    <dgm:pt modelId="{BAA71C65-5F68-9F42-A7CC-FC2C3390F2FC}" type="pres">
      <dgm:prSet presAssocID="{4C46B7A8-04C9-9B4E-A5C1-220685906D3B}" presName="txThree" presStyleLbl="node3" presStyleIdx="2" presStyleCnt="4">
        <dgm:presLayoutVars>
          <dgm:chPref val="3"/>
        </dgm:presLayoutVars>
      </dgm:prSet>
      <dgm:spPr/>
    </dgm:pt>
    <dgm:pt modelId="{7B2025AB-650E-1E4F-9169-932D662CB352}" type="pres">
      <dgm:prSet presAssocID="{4C46B7A8-04C9-9B4E-A5C1-220685906D3B}" presName="horzThree" presStyleCnt="0"/>
      <dgm:spPr/>
    </dgm:pt>
    <dgm:pt modelId="{59F5BF72-72AF-814C-ABE2-E582DC6E8C7E}" type="pres">
      <dgm:prSet presAssocID="{9E2210CB-2645-7E4C-AFA8-93F496EB7E01}" presName="sibSpaceThree" presStyleCnt="0"/>
      <dgm:spPr/>
    </dgm:pt>
    <dgm:pt modelId="{533B5CF5-D3AD-A942-AF31-1A022226FCAD}" type="pres">
      <dgm:prSet presAssocID="{D85FFD56-28D1-1A43-9D9B-9CAAB680E3A0}" presName="vertThree" presStyleCnt="0"/>
      <dgm:spPr/>
    </dgm:pt>
    <dgm:pt modelId="{C352E0C0-0BEF-F249-A621-2BE4D7760294}" type="pres">
      <dgm:prSet presAssocID="{D85FFD56-28D1-1A43-9D9B-9CAAB680E3A0}" presName="txThree" presStyleLbl="node3" presStyleIdx="3" presStyleCnt="4">
        <dgm:presLayoutVars>
          <dgm:chPref val="3"/>
        </dgm:presLayoutVars>
      </dgm:prSet>
      <dgm:spPr/>
    </dgm:pt>
    <dgm:pt modelId="{3696F087-C630-8746-9969-9FEE5258C518}" type="pres">
      <dgm:prSet presAssocID="{D85FFD56-28D1-1A43-9D9B-9CAAB680E3A0}" presName="horzThree" presStyleCnt="0"/>
      <dgm:spPr/>
    </dgm:pt>
  </dgm:ptLst>
  <dgm:cxnLst>
    <dgm:cxn modelId="{89E0C008-D7D1-FF42-957E-3C3753B4508B}" type="presOf" srcId="{04DCBBDC-3190-5E47-8DDB-DB91D1D40DF2}" destId="{597160E2-65B3-5649-8346-84AD3DEAABDE}" srcOrd="0" destOrd="0" presId="urn:microsoft.com/office/officeart/2005/8/layout/hierarchy4"/>
    <dgm:cxn modelId="{A16E700B-0A4B-8242-A2F1-30AA25990D11}" type="presOf" srcId="{4C46B7A8-04C9-9B4E-A5C1-220685906D3B}" destId="{BAA71C65-5F68-9F42-A7CC-FC2C3390F2FC}" srcOrd="0" destOrd="0" presId="urn:microsoft.com/office/officeart/2005/8/layout/hierarchy4"/>
    <dgm:cxn modelId="{98A6B420-7F5C-6146-9697-DD8FC29B26A1}" srcId="{3893FA13-1674-2A4B-90E8-CD3893C8ED23}" destId="{00FCFF90-1782-E04B-93F8-8A698DCBF245}" srcOrd="1" destOrd="0" parTransId="{BEF0B702-9CCE-464F-B10A-F0B67530A21B}" sibTransId="{2559C8D4-0CC3-9446-874E-D2383185A322}"/>
    <dgm:cxn modelId="{1933BC31-E4A7-A34D-AD14-5DD63F9B8282}" type="presOf" srcId="{54CD1D25-ABB9-1B48-BE3A-E702BEA631FF}" destId="{C84C4022-CB0F-534A-87B4-84C5905CBD79}" srcOrd="0" destOrd="0" presId="urn:microsoft.com/office/officeart/2005/8/layout/hierarchy4"/>
    <dgm:cxn modelId="{CA42B346-DE94-3A45-9184-CBEA60F44AEE}" srcId="{04DCBBDC-3190-5E47-8DDB-DB91D1D40DF2}" destId="{3893FA13-1674-2A4B-90E8-CD3893C8ED23}" srcOrd="0" destOrd="0" parTransId="{3A1013DA-9B1D-F34C-A24A-7FC1AF2735D6}" sibTransId="{DAE105C5-94D8-8D4E-A13B-A1BD6A94D2A2}"/>
    <dgm:cxn modelId="{F450A656-E763-B047-BB6A-15965E09E4E1}" type="presOf" srcId="{3893FA13-1674-2A4B-90E8-CD3893C8ED23}" destId="{5B4306A1-A130-154A-8C33-306DFBB4B535}" srcOrd="0" destOrd="0" presId="urn:microsoft.com/office/officeart/2005/8/layout/hierarchy4"/>
    <dgm:cxn modelId="{102D8F57-72E2-2342-83AB-AE876BF33AC1}" type="presOf" srcId="{3E6E290D-5EA4-DC4E-8218-9BCC3687BC2E}" destId="{15104281-8A79-A248-B166-748AFA834018}" srcOrd="0" destOrd="0" presId="urn:microsoft.com/office/officeart/2005/8/layout/hierarchy4"/>
    <dgm:cxn modelId="{F9745159-6DD6-944A-B3DE-E227AF5341E7}" type="presOf" srcId="{D85FFD56-28D1-1A43-9D9B-9CAAB680E3A0}" destId="{C352E0C0-0BEF-F249-A621-2BE4D7760294}" srcOrd="0" destOrd="0" presId="urn:microsoft.com/office/officeart/2005/8/layout/hierarchy4"/>
    <dgm:cxn modelId="{21227F7A-7FCD-E741-8DFF-3C1909984A31}" srcId="{3893FA13-1674-2A4B-90E8-CD3893C8ED23}" destId="{D49DB2DE-9FB9-684C-B678-28A9B6B948D3}" srcOrd="0" destOrd="0" parTransId="{F4F07BA6-F56D-9146-9C0D-FFDA06474143}" sibTransId="{26D72FFC-475B-684A-A99F-52F8E803F72D}"/>
    <dgm:cxn modelId="{3B736880-844B-DA46-98C9-AD93F5732D45}" srcId="{00FCFF90-1782-E04B-93F8-8A698DCBF245}" destId="{4C46B7A8-04C9-9B4E-A5C1-220685906D3B}" srcOrd="0" destOrd="0" parTransId="{0172E9AC-DBAB-7A45-A847-5AA9432DA9EA}" sibTransId="{9E2210CB-2645-7E4C-AFA8-93F496EB7E01}"/>
    <dgm:cxn modelId="{6E8BD284-4D09-6C45-9D68-B463F31E4666}" type="presOf" srcId="{D49DB2DE-9FB9-684C-B678-28A9B6B948D3}" destId="{9BD68FDE-29D5-8649-ACE6-4338C08AADB8}" srcOrd="0" destOrd="0" presId="urn:microsoft.com/office/officeart/2005/8/layout/hierarchy4"/>
    <dgm:cxn modelId="{E4EA3188-6177-B941-8DB5-F5358F2DB252}" srcId="{D49DB2DE-9FB9-684C-B678-28A9B6B948D3}" destId="{54CD1D25-ABB9-1B48-BE3A-E702BEA631FF}" srcOrd="0" destOrd="0" parTransId="{D8C44AC6-B410-7347-A216-DC12F414D883}" sibTransId="{55D173DB-6E92-2D45-B362-265A85294856}"/>
    <dgm:cxn modelId="{EEF442A2-32A9-3C4F-B17D-38CB08C93F3E}" srcId="{00FCFF90-1782-E04B-93F8-8A698DCBF245}" destId="{D85FFD56-28D1-1A43-9D9B-9CAAB680E3A0}" srcOrd="1" destOrd="0" parTransId="{D44EF70D-CF09-C84E-9343-B6D078BCD78C}" sibTransId="{C787674C-E309-B14F-8939-0D092878F22F}"/>
    <dgm:cxn modelId="{7D17C9D0-A99F-184E-B5F5-0C1F1135D4CF}" srcId="{D49DB2DE-9FB9-684C-B678-28A9B6B948D3}" destId="{3E6E290D-5EA4-DC4E-8218-9BCC3687BC2E}" srcOrd="1" destOrd="0" parTransId="{D1B61B96-EB7A-0D41-BCCD-76CC08510377}" sibTransId="{FE4CAC0D-9D82-BE43-8C62-AC86DB4B9944}"/>
    <dgm:cxn modelId="{FEAC8EEF-1A76-8441-9C5E-C219F606FA6B}" type="presOf" srcId="{00FCFF90-1782-E04B-93F8-8A698DCBF245}" destId="{A5914488-7B62-3F43-A4E1-A6EA6B550275}" srcOrd="0" destOrd="0" presId="urn:microsoft.com/office/officeart/2005/8/layout/hierarchy4"/>
    <dgm:cxn modelId="{24EC7AFD-C9FE-D14E-8F5C-5889497E0DFE}" type="presParOf" srcId="{597160E2-65B3-5649-8346-84AD3DEAABDE}" destId="{F602EBA8-6DE7-4C41-9325-F38DCC74308D}" srcOrd="0" destOrd="0" presId="urn:microsoft.com/office/officeart/2005/8/layout/hierarchy4"/>
    <dgm:cxn modelId="{B06D598D-8E2C-DF44-893F-1DDEBEC74823}" type="presParOf" srcId="{F602EBA8-6DE7-4C41-9325-F38DCC74308D}" destId="{5B4306A1-A130-154A-8C33-306DFBB4B535}" srcOrd="0" destOrd="0" presId="urn:microsoft.com/office/officeart/2005/8/layout/hierarchy4"/>
    <dgm:cxn modelId="{BE14F6C9-16EF-D54A-BA71-A000BC46F123}" type="presParOf" srcId="{F602EBA8-6DE7-4C41-9325-F38DCC74308D}" destId="{873E1B2F-9F1E-0342-9953-69A73311B22F}" srcOrd="1" destOrd="0" presId="urn:microsoft.com/office/officeart/2005/8/layout/hierarchy4"/>
    <dgm:cxn modelId="{3E0E3343-91A9-8C44-ABFE-40BB8EE7B9B2}" type="presParOf" srcId="{F602EBA8-6DE7-4C41-9325-F38DCC74308D}" destId="{DE415FFF-02CE-E741-8828-04BE57754C68}" srcOrd="2" destOrd="0" presId="urn:microsoft.com/office/officeart/2005/8/layout/hierarchy4"/>
    <dgm:cxn modelId="{C9A156C7-8E25-FA4E-A102-96EFAA4DD6F2}" type="presParOf" srcId="{DE415FFF-02CE-E741-8828-04BE57754C68}" destId="{73D607B1-BD4D-1248-AF9F-E92D62A2B23E}" srcOrd="0" destOrd="0" presId="urn:microsoft.com/office/officeart/2005/8/layout/hierarchy4"/>
    <dgm:cxn modelId="{B9CD33F8-3BF5-C74D-BAE2-011180CC7E2A}" type="presParOf" srcId="{73D607B1-BD4D-1248-AF9F-E92D62A2B23E}" destId="{9BD68FDE-29D5-8649-ACE6-4338C08AADB8}" srcOrd="0" destOrd="0" presId="urn:microsoft.com/office/officeart/2005/8/layout/hierarchy4"/>
    <dgm:cxn modelId="{1955DB48-FD0C-424E-B756-A8A52C6B557C}" type="presParOf" srcId="{73D607B1-BD4D-1248-AF9F-E92D62A2B23E}" destId="{A62E6552-537C-054D-B1D9-551FF91226FF}" srcOrd="1" destOrd="0" presId="urn:microsoft.com/office/officeart/2005/8/layout/hierarchy4"/>
    <dgm:cxn modelId="{0A3C1020-5EF0-2D47-9870-B71F0018DE9C}" type="presParOf" srcId="{73D607B1-BD4D-1248-AF9F-E92D62A2B23E}" destId="{3C3DF0A7-85CD-7644-9869-2E82CB1B6834}" srcOrd="2" destOrd="0" presId="urn:microsoft.com/office/officeart/2005/8/layout/hierarchy4"/>
    <dgm:cxn modelId="{FCDDB0B7-BF78-6B42-9423-25A67DFBEB9D}" type="presParOf" srcId="{3C3DF0A7-85CD-7644-9869-2E82CB1B6834}" destId="{E332B63D-AC4A-474C-ADE9-D07CFA0C09A1}" srcOrd="0" destOrd="0" presId="urn:microsoft.com/office/officeart/2005/8/layout/hierarchy4"/>
    <dgm:cxn modelId="{656B79E9-0D3E-774F-9015-F6D66E7A8665}" type="presParOf" srcId="{E332B63D-AC4A-474C-ADE9-D07CFA0C09A1}" destId="{C84C4022-CB0F-534A-87B4-84C5905CBD79}" srcOrd="0" destOrd="0" presId="urn:microsoft.com/office/officeart/2005/8/layout/hierarchy4"/>
    <dgm:cxn modelId="{0C193BEE-A2BF-CC44-85FD-7B7AC3EE7CC0}" type="presParOf" srcId="{E332B63D-AC4A-474C-ADE9-D07CFA0C09A1}" destId="{683608EC-FB32-644C-A463-C646E54C6946}" srcOrd="1" destOrd="0" presId="urn:microsoft.com/office/officeart/2005/8/layout/hierarchy4"/>
    <dgm:cxn modelId="{2987A200-2D85-F541-863A-05347C28FC5B}" type="presParOf" srcId="{3C3DF0A7-85CD-7644-9869-2E82CB1B6834}" destId="{A7546CD5-2265-D44D-972E-F085AA4AF076}" srcOrd="1" destOrd="0" presId="urn:microsoft.com/office/officeart/2005/8/layout/hierarchy4"/>
    <dgm:cxn modelId="{6EACF5AA-FEA5-C745-B68F-28D5829E63CD}" type="presParOf" srcId="{3C3DF0A7-85CD-7644-9869-2E82CB1B6834}" destId="{FFB669D8-8B37-544A-A0C8-752CFFA2A2D4}" srcOrd="2" destOrd="0" presId="urn:microsoft.com/office/officeart/2005/8/layout/hierarchy4"/>
    <dgm:cxn modelId="{F5D2DE61-FBB1-754D-B323-7672F26459D3}" type="presParOf" srcId="{FFB669D8-8B37-544A-A0C8-752CFFA2A2D4}" destId="{15104281-8A79-A248-B166-748AFA834018}" srcOrd="0" destOrd="0" presId="urn:microsoft.com/office/officeart/2005/8/layout/hierarchy4"/>
    <dgm:cxn modelId="{2EC574B1-BD0D-CE47-9D53-CFCC55963818}" type="presParOf" srcId="{FFB669D8-8B37-544A-A0C8-752CFFA2A2D4}" destId="{03A0785E-D8C8-4848-87CE-4B8315F8324B}" srcOrd="1" destOrd="0" presId="urn:microsoft.com/office/officeart/2005/8/layout/hierarchy4"/>
    <dgm:cxn modelId="{618FA904-AC79-2345-9F30-43C7D81809AD}" type="presParOf" srcId="{DE415FFF-02CE-E741-8828-04BE57754C68}" destId="{FC46D844-A28B-784D-A491-CCCC5E7EC911}" srcOrd="1" destOrd="0" presId="urn:microsoft.com/office/officeart/2005/8/layout/hierarchy4"/>
    <dgm:cxn modelId="{BFFA45B8-8DD9-ED4D-BB9E-8C4BB229E8A6}" type="presParOf" srcId="{DE415FFF-02CE-E741-8828-04BE57754C68}" destId="{2462C88A-212A-424D-AF43-1557B86C44DC}" srcOrd="2" destOrd="0" presId="urn:microsoft.com/office/officeart/2005/8/layout/hierarchy4"/>
    <dgm:cxn modelId="{65EEF1EB-D2C8-474E-8C9C-7B1AB82C9A79}" type="presParOf" srcId="{2462C88A-212A-424D-AF43-1557B86C44DC}" destId="{A5914488-7B62-3F43-A4E1-A6EA6B550275}" srcOrd="0" destOrd="0" presId="urn:microsoft.com/office/officeart/2005/8/layout/hierarchy4"/>
    <dgm:cxn modelId="{C4C9B537-8085-B242-8884-21C55DB75871}" type="presParOf" srcId="{2462C88A-212A-424D-AF43-1557B86C44DC}" destId="{CC4A11A7-077F-3340-B3E3-4287A325BAB9}" srcOrd="1" destOrd="0" presId="urn:microsoft.com/office/officeart/2005/8/layout/hierarchy4"/>
    <dgm:cxn modelId="{68855442-4AAE-BB45-AA3F-D4015F5313DB}" type="presParOf" srcId="{2462C88A-212A-424D-AF43-1557B86C44DC}" destId="{F6631B16-7657-324D-AB21-5D295F738E1E}" srcOrd="2" destOrd="0" presId="urn:microsoft.com/office/officeart/2005/8/layout/hierarchy4"/>
    <dgm:cxn modelId="{88A5C3DB-AB3F-6A4D-A10C-F1CB2636AEEE}" type="presParOf" srcId="{F6631B16-7657-324D-AB21-5D295F738E1E}" destId="{3C14D267-5081-5E48-9A37-22106F23DCBE}" srcOrd="0" destOrd="0" presId="urn:microsoft.com/office/officeart/2005/8/layout/hierarchy4"/>
    <dgm:cxn modelId="{233DB6A7-8612-6743-B581-1A7C8B22185E}" type="presParOf" srcId="{3C14D267-5081-5E48-9A37-22106F23DCBE}" destId="{BAA71C65-5F68-9F42-A7CC-FC2C3390F2FC}" srcOrd="0" destOrd="0" presId="urn:microsoft.com/office/officeart/2005/8/layout/hierarchy4"/>
    <dgm:cxn modelId="{A6824966-25BC-0D43-B106-ED3C3B78A50A}" type="presParOf" srcId="{3C14D267-5081-5E48-9A37-22106F23DCBE}" destId="{7B2025AB-650E-1E4F-9169-932D662CB352}" srcOrd="1" destOrd="0" presId="urn:microsoft.com/office/officeart/2005/8/layout/hierarchy4"/>
    <dgm:cxn modelId="{2251B64F-EDE4-214F-AA60-484D94A943A8}" type="presParOf" srcId="{F6631B16-7657-324D-AB21-5D295F738E1E}" destId="{59F5BF72-72AF-814C-ABE2-E582DC6E8C7E}" srcOrd="1" destOrd="0" presId="urn:microsoft.com/office/officeart/2005/8/layout/hierarchy4"/>
    <dgm:cxn modelId="{69287DE4-03E4-D844-B257-E732BDA18604}" type="presParOf" srcId="{F6631B16-7657-324D-AB21-5D295F738E1E}" destId="{533B5CF5-D3AD-A942-AF31-1A022226FCAD}" srcOrd="2" destOrd="0" presId="urn:microsoft.com/office/officeart/2005/8/layout/hierarchy4"/>
    <dgm:cxn modelId="{5070AC2A-A89A-3A40-B1B3-137D878EA777}" type="presParOf" srcId="{533B5CF5-D3AD-A942-AF31-1A022226FCAD}" destId="{C352E0C0-0BEF-F249-A621-2BE4D7760294}" srcOrd="0" destOrd="0" presId="urn:microsoft.com/office/officeart/2005/8/layout/hierarchy4"/>
    <dgm:cxn modelId="{CC615EC3-4C9A-584A-94F2-28E9F1F3AB63}" type="presParOf" srcId="{533B5CF5-D3AD-A942-AF31-1A022226FCAD}" destId="{3696F087-C630-8746-9969-9FEE5258C51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121FA8-FAFD-4AD2-ADCD-6F6C966468AA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0E51342-A60D-488B-9FC2-7A28B1802940}">
      <dgm:prSet phldrT="[Text]" custT="1"/>
      <dgm:spPr/>
      <dgm:t>
        <a:bodyPr/>
        <a:lstStyle/>
        <a:p>
          <a:pPr algn="ctr"/>
          <a:r>
            <a:rPr lang="en-IN" sz="2800"/>
            <a:t>Preliminary Problem Definition</a:t>
          </a:r>
        </a:p>
      </dgm:t>
    </dgm:pt>
    <dgm:pt modelId="{E302AD72-85EC-4AF9-BB5B-D7BCFCD0E868}" type="parTrans" cxnId="{13566F3F-0919-48DC-AAA9-33D0D062C1C6}">
      <dgm:prSet/>
      <dgm:spPr/>
      <dgm:t>
        <a:bodyPr/>
        <a:lstStyle/>
        <a:p>
          <a:endParaRPr lang="en-IN"/>
        </a:p>
      </dgm:t>
    </dgm:pt>
    <dgm:pt modelId="{9F2E8229-BBE8-4A75-A956-EB978F4B2B5F}" type="sibTrans" cxnId="{13566F3F-0919-48DC-AAA9-33D0D062C1C6}">
      <dgm:prSet/>
      <dgm:spPr/>
      <dgm:t>
        <a:bodyPr/>
        <a:lstStyle/>
        <a:p>
          <a:endParaRPr lang="en-IN"/>
        </a:p>
      </dgm:t>
    </dgm:pt>
    <dgm:pt modelId="{CEC53530-A2F2-4598-B01C-556550C50409}">
      <dgm:prSet phldrT="[Text]" phldr="0" custT="1"/>
      <dgm:spPr/>
      <dgm:t>
        <a:bodyPr/>
        <a:lstStyle/>
        <a:p>
          <a:r>
            <a:rPr lang="en-US" sz="2800"/>
            <a:t>Interviews with stakeholders to refine problem and define context</a:t>
          </a:r>
          <a:endParaRPr lang="en-IN" sz="2800"/>
        </a:p>
      </dgm:t>
    </dgm:pt>
    <dgm:pt modelId="{3A1D68B6-9727-46FC-9EA7-8D3AF3B7B7D7}" type="parTrans" cxnId="{A03DF0D3-491A-478C-B188-AC1333DB67CA}">
      <dgm:prSet/>
      <dgm:spPr/>
      <dgm:t>
        <a:bodyPr/>
        <a:lstStyle/>
        <a:p>
          <a:endParaRPr lang="en-IN"/>
        </a:p>
      </dgm:t>
    </dgm:pt>
    <dgm:pt modelId="{6DE0C8BB-4AED-463C-A18A-19485E0657F0}" type="sibTrans" cxnId="{A03DF0D3-491A-478C-B188-AC1333DB67CA}">
      <dgm:prSet/>
      <dgm:spPr/>
      <dgm:t>
        <a:bodyPr/>
        <a:lstStyle/>
        <a:p>
          <a:endParaRPr lang="en-IN"/>
        </a:p>
      </dgm:t>
    </dgm:pt>
    <dgm:pt modelId="{81333507-B0F1-42D3-8955-ECF349AC8D03}" type="pres">
      <dgm:prSet presAssocID="{91121FA8-FAFD-4AD2-ADCD-6F6C966468AA}" presName="Name0" presStyleCnt="0">
        <dgm:presLayoutVars>
          <dgm:dir/>
          <dgm:resizeHandles val="exact"/>
        </dgm:presLayoutVars>
      </dgm:prSet>
      <dgm:spPr/>
    </dgm:pt>
    <dgm:pt modelId="{D7AD1292-E8A3-4133-B78E-3ACA10ED6E7E}" type="pres">
      <dgm:prSet presAssocID="{B0E51342-A60D-488B-9FC2-7A28B1802940}" presName="composite" presStyleCnt="0"/>
      <dgm:spPr/>
    </dgm:pt>
    <dgm:pt modelId="{27104348-8664-497C-9316-145AA4C2114D}" type="pres">
      <dgm:prSet presAssocID="{B0E51342-A60D-488B-9FC2-7A28B1802940}" presName="imagSh" presStyleLbl="bgImgPlace1" presStyleIdx="0" presStyleCnt="2" custLinFactNeighborX="-212" custLinFactNeighborY="2285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7BE203FD-913B-45A9-BE4D-884F6050178D}" type="pres">
      <dgm:prSet presAssocID="{B0E51342-A60D-488B-9FC2-7A28B1802940}" presName="txNode" presStyleLbl="node1" presStyleIdx="0" presStyleCnt="2">
        <dgm:presLayoutVars>
          <dgm:bulletEnabled val="1"/>
        </dgm:presLayoutVars>
      </dgm:prSet>
      <dgm:spPr/>
    </dgm:pt>
    <dgm:pt modelId="{AEDD6D8C-DAB0-4B4C-A48F-49AABA3E8D17}" type="pres">
      <dgm:prSet presAssocID="{9F2E8229-BBE8-4A75-A956-EB978F4B2B5F}" presName="sibTrans" presStyleLbl="sibTrans2D1" presStyleIdx="0" presStyleCnt="1"/>
      <dgm:spPr/>
    </dgm:pt>
    <dgm:pt modelId="{AF75130A-4489-4FDB-9B5E-8F84CB3EA58B}" type="pres">
      <dgm:prSet presAssocID="{9F2E8229-BBE8-4A75-A956-EB978F4B2B5F}" presName="connTx" presStyleLbl="sibTrans2D1" presStyleIdx="0" presStyleCnt="1"/>
      <dgm:spPr/>
    </dgm:pt>
    <dgm:pt modelId="{8E61AEC2-F309-4430-8522-BCDBA6745786}" type="pres">
      <dgm:prSet presAssocID="{CEC53530-A2F2-4598-B01C-556550C50409}" presName="composite" presStyleCnt="0"/>
      <dgm:spPr/>
    </dgm:pt>
    <dgm:pt modelId="{6C761252-0204-4BFA-AA88-CAA84A98AC0C}" type="pres">
      <dgm:prSet presAssocID="{CEC53530-A2F2-4598-B01C-556550C50409}" presName="imagSh" presStyleLbl="bgImgPlace1" presStyleIdx="1" presStyleCnt="2"/>
      <dgm:spPr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8B876F19-370B-44AB-8367-3BC2CC90F588}" type="pres">
      <dgm:prSet presAssocID="{CEC53530-A2F2-4598-B01C-556550C50409}" presName="txNode" presStyleLbl="node1" presStyleIdx="1" presStyleCnt="2">
        <dgm:presLayoutVars>
          <dgm:bulletEnabled val="1"/>
        </dgm:presLayoutVars>
      </dgm:prSet>
      <dgm:spPr/>
    </dgm:pt>
  </dgm:ptLst>
  <dgm:cxnLst>
    <dgm:cxn modelId="{ED9E0723-0BCC-7141-BE4E-9C76FA185FDE}" type="presOf" srcId="{CEC53530-A2F2-4598-B01C-556550C50409}" destId="{8B876F19-370B-44AB-8367-3BC2CC90F588}" srcOrd="0" destOrd="0" presId="urn:microsoft.com/office/officeart/2005/8/layout/hProcess10"/>
    <dgm:cxn modelId="{13566F3F-0919-48DC-AAA9-33D0D062C1C6}" srcId="{91121FA8-FAFD-4AD2-ADCD-6F6C966468AA}" destId="{B0E51342-A60D-488B-9FC2-7A28B1802940}" srcOrd="0" destOrd="0" parTransId="{E302AD72-85EC-4AF9-BB5B-D7BCFCD0E868}" sibTransId="{9F2E8229-BBE8-4A75-A956-EB978F4B2B5F}"/>
    <dgm:cxn modelId="{9F244968-C80B-4794-A1B9-4A06C1E89469}" type="presOf" srcId="{91121FA8-FAFD-4AD2-ADCD-6F6C966468AA}" destId="{81333507-B0F1-42D3-8955-ECF349AC8D03}" srcOrd="0" destOrd="0" presId="urn:microsoft.com/office/officeart/2005/8/layout/hProcess10"/>
    <dgm:cxn modelId="{E23A1759-D86E-8743-AF8A-1DC3E3B402B4}" type="presOf" srcId="{9F2E8229-BBE8-4A75-A956-EB978F4B2B5F}" destId="{AEDD6D8C-DAB0-4B4C-A48F-49AABA3E8D17}" srcOrd="0" destOrd="0" presId="urn:microsoft.com/office/officeart/2005/8/layout/hProcess10"/>
    <dgm:cxn modelId="{DC5AB0B2-A1A5-D34B-8F25-74B810966688}" type="presOf" srcId="{9F2E8229-BBE8-4A75-A956-EB978F4B2B5F}" destId="{AF75130A-4489-4FDB-9B5E-8F84CB3EA58B}" srcOrd="1" destOrd="0" presId="urn:microsoft.com/office/officeart/2005/8/layout/hProcess10"/>
    <dgm:cxn modelId="{A03DF0D3-491A-478C-B188-AC1333DB67CA}" srcId="{91121FA8-FAFD-4AD2-ADCD-6F6C966468AA}" destId="{CEC53530-A2F2-4598-B01C-556550C50409}" srcOrd="1" destOrd="0" parTransId="{3A1D68B6-9727-46FC-9EA7-8D3AF3B7B7D7}" sibTransId="{6DE0C8BB-4AED-463C-A18A-19485E0657F0}"/>
    <dgm:cxn modelId="{CA224CE5-1FF6-5240-A15B-7CFB2C8D2D86}" type="presOf" srcId="{B0E51342-A60D-488B-9FC2-7A28B1802940}" destId="{7BE203FD-913B-45A9-BE4D-884F6050178D}" srcOrd="0" destOrd="0" presId="urn:microsoft.com/office/officeart/2005/8/layout/hProcess10"/>
    <dgm:cxn modelId="{85992AB6-F331-964D-BA8D-642777456025}" type="presParOf" srcId="{81333507-B0F1-42D3-8955-ECF349AC8D03}" destId="{D7AD1292-E8A3-4133-B78E-3ACA10ED6E7E}" srcOrd="0" destOrd="0" presId="urn:microsoft.com/office/officeart/2005/8/layout/hProcess10"/>
    <dgm:cxn modelId="{4DD8E829-CDFC-4043-9023-204BA68E0634}" type="presParOf" srcId="{D7AD1292-E8A3-4133-B78E-3ACA10ED6E7E}" destId="{27104348-8664-497C-9316-145AA4C2114D}" srcOrd="0" destOrd="0" presId="urn:microsoft.com/office/officeart/2005/8/layout/hProcess10"/>
    <dgm:cxn modelId="{C2D89537-DC4D-854E-A428-14FAF55FAE02}" type="presParOf" srcId="{D7AD1292-E8A3-4133-B78E-3ACA10ED6E7E}" destId="{7BE203FD-913B-45A9-BE4D-884F6050178D}" srcOrd="1" destOrd="0" presId="urn:microsoft.com/office/officeart/2005/8/layout/hProcess10"/>
    <dgm:cxn modelId="{6C90E038-D4D4-BD43-82E9-5B8D10FF1CD7}" type="presParOf" srcId="{81333507-B0F1-42D3-8955-ECF349AC8D03}" destId="{AEDD6D8C-DAB0-4B4C-A48F-49AABA3E8D17}" srcOrd="1" destOrd="0" presId="urn:microsoft.com/office/officeart/2005/8/layout/hProcess10"/>
    <dgm:cxn modelId="{66691A3E-2CDF-4A48-83C3-517C0F1B9F3B}" type="presParOf" srcId="{AEDD6D8C-DAB0-4B4C-A48F-49AABA3E8D17}" destId="{AF75130A-4489-4FDB-9B5E-8F84CB3EA58B}" srcOrd="0" destOrd="0" presId="urn:microsoft.com/office/officeart/2005/8/layout/hProcess10"/>
    <dgm:cxn modelId="{5DCD6232-AD6B-2A4A-8BBB-4A86E401CCDC}" type="presParOf" srcId="{81333507-B0F1-42D3-8955-ECF349AC8D03}" destId="{8E61AEC2-F309-4430-8522-BCDBA6745786}" srcOrd="2" destOrd="0" presId="urn:microsoft.com/office/officeart/2005/8/layout/hProcess10"/>
    <dgm:cxn modelId="{F72E0D14-84F4-6243-877A-462E118B73BD}" type="presParOf" srcId="{8E61AEC2-F309-4430-8522-BCDBA6745786}" destId="{6C761252-0204-4BFA-AA88-CAA84A98AC0C}" srcOrd="0" destOrd="0" presId="urn:microsoft.com/office/officeart/2005/8/layout/hProcess10"/>
    <dgm:cxn modelId="{4ECAB719-DA72-A340-A1E3-C6D9B8D9D343}" type="presParOf" srcId="{8E61AEC2-F309-4430-8522-BCDBA6745786}" destId="{8B876F19-370B-44AB-8367-3BC2CC90F588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EC24B2-9A34-C14A-8026-2DE231AD6D91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29E93A-68A3-B944-996C-F56F03ADCF3C}">
      <dgm:prSet phldrT="[Text]"/>
      <dgm:spPr/>
      <dgm:t>
        <a:bodyPr/>
        <a:lstStyle/>
        <a:p>
          <a:r>
            <a:rPr lang="en-US"/>
            <a:t>Imaging</a:t>
          </a:r>
        </a:p>
      </dgm:t>
    </dgm:pt>
    <dgm:pt modelId="{39757DEA-51E1-2B44-AF74-AAE8EC8EA58B}" type="parTrans" cxnId="{0EE3301F-7F36-5648-A6EC-946ADA57EEAB}">
      <dgm:prSet/>
      <dgm:spPr/>
      <dgm:t>
        <a:bodyPr/>
        <a:lstStyle/>
        <a:p>
          <a:endParaRPr lang="en-US"/>
        </a:p>
      </dgm:t>
    </dgm:pt>
    <dgm:pt modelId="{C9047341-E3F3-E944-BAE5-28975978B3E0}" type="sibTrans" cxnId="{0EE3301F-7F36-5648-A6EC-946ADA57EEAB}">
      <dgm:prSet/>
      <dgm:spPr/>
      <dgm:t>
        <a:bodyPr/>
        <a:lstStyle/>
        <a:p>
          <a:endParaRPr lang="en-US"/>
        </a:p>
      </dgm:t>
    </dgm:pt>
    <dgm:pt modelId="{54C540BD-6EA0-F147-8CF8-D8DDA441FFBB}">
      <dgm:prSet phldrT="[Text]"/>
      <dgm:spPr/>
      <dgm:t>
        <a:bodyPr/>
        <a:lstStyle/>
        <a:p>
          <a:r>
            <a:rPr lang="en-US"/>
            <a:t>Learned procedural workflow of imaging services</a:t>
          </a:r>
        </a:p>
      </dgm:t>
    </dgm:pt>
    <dgm:pt modelId="{BB43CBB0-A33D-CE4D-ABC5-7BC222434690}" type="parTrans" cxnId="{9031FBF0-47F7-4545-ABED-B0B2339AF6F0}">
      <dgm:prSet/>
      <dgm:spPr/>
      <dgm:t>
        <a:bodyPr/>
        <a:lstStyle/>
        <a:p>
          <a:endParaRPr lang="en-US"/>
        </a:p>
      </dgm:t>
    </dgm:pt>
    <dgm:pt modelId="{76FF3D15-D755-D244-B25E-4936E28024B8}" type="sibTrans" cxnId="{9031FBF0-47F7-4545-ABED-B0B2339AF6F0}">
      <dgm:prSet/>
      <dgm:spPr/>
      <dgm:t>
        <a:bodyPr/>
        <a:lstStyle/>
        <a:p>
          <a:endParaRPr lang="en-US"/>
        </a:p>
      </dgm:t>
    </dgm:pt>
    <dgm:pt modelId="{CA0848A2-3E0E-3E49-BBCE-29FC854D65BE}">
      <dgm:prSet phldrT="[Text]"/>
      <dgm:spPr/>
      <dgm:t>
        <a:bodyPr/>
        <a:lstStyle/>
        <a:p>
          <a:r>
            <a:rPr lang="en-US"/>
            <a:t>Business Intelligence</a:t>
          </a:r>
        </a:p>
      </dgm:t>
    </dgm:pt>
    <dgm:pt modelId="{527F73C4-7D89-4940-A343-6213BD7AC29F}" type="parTrans" cxnId="{7F26CA90-2499-5E4F-A42F-DC2C16AED0F7}">
      <dgm:prSet/>
      <dgm:spPr/>
      <dgm:t>
        <a:bodyPr/>
        <a:lstStyle/>
        <a:p>
          <a:endParaRPr lang="en-US"/>
        </a:p>
      </dgm:t>
    </dgm:pt>
    <dgm:pt modelId="{8BCBF9FD-9DE4-3E43-98FB-CCEFF30CE873}" type="sibTrans" cxnId="{7F26CA90-2499-5E4F-A42F-DC2C16AED0F7}">
      <dgm:prSet/>
      <dgm:spPr/>
      <dgm:t>
        <a:bodyPr/>
        <a:lstStyle/>
        <a:p>
          <a:endParaRPr lang="en-US"/>
        </a:p>
      </dgm:t>
    </dgm:pt>
    <dgm:pt modelId="{60135550-A9A4-DE42-A43A-12D811D0FEFE}">
      <dgm:prSet phldrT="[Text]"/>
      <dgm:spPr/>
      <dgm:t>
        <a:bodyPr/>
        <a:lstStyle/>
        <a:p>
          <a:r>
            <a:rPr lang="en-US"/>
            <a:t>Defined scope of investigation</a:t>
          </a:r>
        </a:p>
      </dgm:t>
    </dgm:pt>
    <dgm:pt modelId="{0FCAE365-9F4B-2C43-ADF2-F2ADA2940ECE}" type="parTrans" cxnId="{768B7782-CED1-B048-8260-4AB21AC55540}">
      <dgm:prSet/>
      <dgm:spPr/>
      <dgm:t>
        <a:bodyPr/>
        <a:lstStyle/>
        <a:p>
          <a:endParaRPr lang="en-US"/>
        </a:p>
      </dgm:t>
    </dgm:pt>
    <dgm:pt modelId="{A8D67677-135B-0846-B2A5-7CB624F0E2DC}" type="sibTrans" cxnId="{768B7782-CED1-B048-8260-4AB21AC55540}">
      <dgm:prSet/>
      <dgm:spPr/>
      <dgm:t>
        <a:bodyPr/>
        <a:lstStyle/>
        <a:p>
          <a:endParaRPr lang="en-US"/>
        </a:p>
      </dgm:t>
    </dgm:pt>
    <dgm:pt modelId="{0A82FB6C-E7E6-8342-B526-99803B77490D}">
      <dgm:prSet phldrT="[Text]"/>
      <dgm:spPr/>
      <dgm:t>
        <a:bodyPr/>
        <a:lstStyle/>
        <a:p>
          <a:r>
            <a:rPr lang="en-US"/>
            <a:t>Admins</a:t>
          </a:r>
        </a:p>
      </dgm:t>
    </dgm:pt>
    <dgm:pt modelId="{602B5901-962D-7745-87B7-85DA07451595}" type="parTrans" cxnId="{3B0C2AC0-A1FB-DF4C-A38D-BE9EF565A70B}">
      <dgm:prSet/>
      <dgm:spPr/>
      <dgm:t>
        <a:bodyPr/>
        <a:lstStyle/>
        <a:p>
          <a:endParaRPr lang="en-US"/>
        </a:p>
      </dgm:t>
    </dgm:pt>
    <dgm:pt modelId="{895F3429-941A-FD4F-BCB9-75513CB66089}" type="sibTrans" cxnId="{3B0C2AC0-A1FB-DF4C-A38D-BE9EF565A70B}">
      <dgm:prSet/>
      <dgm:spPr/>
      <dgm:t>
        <a:bodyPr/>
        <a:lstStyle/>
        <a:p>
          <a:endParaRPr lang="en-US"/>
        </a:p>
      </dgm:t>
    </dgm:pt>
    <dgm:pt modelId="{4BD61B98-4EF7-0446-9A08-BA54AD63A5ED}">
      <dgm:prSet phldrT="[Text]"/>
      <dgm:spPr/>
      <dgm:t>
        <a:bodyPr/>
        <a:lstStyle/>
        <a:p>
          <a:r>
            <a:rPr lang="en-US"/>
            <a:t>Learned scope and context of issue</a:t>
          </a:r>
        </a:p>
      </dgm:t>
    </dgm:pt>
    <dgm:pt modelId="{679BAEFE-5884-D145-B0F3-5B06D86838D4}" type="parTrans" cxnId="{DFCFE1B1-53B9-AB48-A519-5A233DC7C094}">
      <dgm:prSet/>
      <dgm:spPr/>
      <dgm:t>
        <a:bodyPr/>
        <a:lstStyle/>
        <a:p>
          <a:endParaRPr lang="en-US"/>
        </a:p>
      </dgm:t>
    </dgm:pt>
    <dgm:pt modelId="{EE298B08-069C-5242-8CB9-170C5586F730}" type="sibTrans" cxnId="{DFCFE1B1-53B9-AB48-A519-5A233DC7C094}">
      <dgm:prSet/>
      <dgm:spPr/>
      <dgm:t>
        <a:bodyPr/>
        <a:lstStyle/>
        <a:p>
          <a:endParaRPr lang="en-US"/>
        </a:p>
      </dgm:t>
    </dgm:pt>
    <dgm:pt modelId="{AFE9016D-42AC-4A4E-93D5-2F03870A8EB2}">
      <dgm:prSet/>
      <dgm:spPr/>
      <dgm:t>
        <a:bodyPr/>
        <a:lstStyle/>
        <a:p>
          <a:r>
            <a:rPr lang="en-US"/>
            <a:t>Finance</a:t>
          </a:r>
        </a:p>
      </dgm:t>
    </dgm:pt>
    <dgm:pt modelId="{B5E444DC-51FA-F14F-BE6D-6567C0B95BA1}" type="parTrans" cxnId="{E18AD024-0C8C-2C45-8907-8DB23BF68338}">
      <dgm:prSet/>
      <dgm:spPr/>
      <dgm:t>
        <a:bodyPr/>
        <a:lstStyle/>
        <a:p>
          <a:endParaRPr lang="en-US"/>
        </a:p>
      </dgm:t>
    </dgm:pt>
    <dgm:pt modelId="{ADADF229-31D7-BD42-A0F7-1B4F885728F8}" type="sibTrans" cxnId="{E18AD024-0C8C-2C45-8907-8DB23BF68338}">
      <dgm:prSet/>
      <dgm:spPr/>
      <dgm:t>
        <a:bodyPr/>
        <a:lstStyle/>
        <a:p>
          <a:endParaRPr lang="en-US"/>
        </a:p>
      </dgm:t>
    </dgm:pt>
    <dgm:pt modelId="{5D680C2B-C93F-414D-96D3-1C37F52553E2}">
      <dgm:prSet phldrT="[Text]"/>
      <dgm:spPr/>
      <dgm:t>
        <a:bodyPr/>
        <a:lstStyle/>
        <a:p>
          <a:r>
            <a:rPr lang="en-US"/>
            <a:t>Measures already taken to address issue</a:t>
          </a:r>
        </a:p>
      </dgm:t>
    </dgm:pt>
    <dgm:pt modelId="{CC59CDF2-0951-6143-BB1A-8FB2CE14E2CA}" type="parTrans" cxnId="{DC683415-B0C2-EA46-B7DA-FAA57BAD5263}">
      <dgm:prSet/>
      <dgm:spPr/>
      <dgm:t>
        <a:bodyPr/>
        <a:lstStyle/>
        <a:p>
          <a:endParaRPr lang="en-US"/>
        </a:p>
      </dgm:t>
    </dgm:pt>
    <dgm:pt modelId="{1D5E3C84-7A54-854A-A527-FA5843303CEF}" type="sibTrans" cxnId="{DC683415-B0C2-EA46-B7DA-FAA57BAD5263}">
      <dgm:prSet/>
      <dgm:spPr/>
      <dgm:t>
        <a:bodyPr/>
        <a:lstStyle/>
        <a:p>
          <a:endParaRPr lang="en-US"/>
        </a:p>
      </dgm:t>
    </dgm:pt>
    <dgm:pt modelId="{8D4226E5-8C16-6446-8843-FA097FC683BF}">
      <dgm:prSet phldrT="[Text]"/>
      <dgm:spPr/>
      <dgm:t>
        <a:bodyPr/>
        <a:lstStyle/>
        <a:p>
          <a:r>
            <a:rPr lang="en-US"/>
            <a:t>Potential areas of opportunity</a:t>
          </a:r>
        </a:p>
      </dgm:t>
    </dgm:pt>
    <dgm:pt modelId="{EB1F4D00-6F00-884D-AA0D-A15EF01F8F20}" type="parTrans" cxnId="{85987720-AB2C-2C48-BFB4-7D83A7C83E3A}">
      <dgm:prSet/>
      <dgm:spPr/>
      <dgm:t>
        <a:bodyPr/>
        <a:lstStyle/>
        <a:p>
          <a:endParaRPr lang="en-US"/>
        </a:p>
      </dgm:t>
    </dgm:pt>
    <dgm:pt modelId="{06AA8B64-BF78-AC45-8A69-B0623D4D36B3}" type="sibTrans" cxnId="{85987720-AB2C-2C48-BFB4-7D83A7C83E3A}">
      <dgm:prSet/>
      <dgm:spPr/>
      <dgm:t>
        <a:bodyPr/>
        <a:lstStyle/>
        <a:p>
          <a:endParaRPr lang="en-US"/>
        </a:p>
      </dgm:t>
    </dgm:pt>
    <dgm:pt modelId="{328A9820-A6D8-D54A-BEF1-FC1E86C1BDAD}">
      <dgm:prSet phldrT="[Text]"/>
      <dgm:spPr/>
      <dgm:t>
        <a:bodyPr/>
        <a:lstStyle/>
        <a:p>
          <a:r>
            <a:rPr lang="en-US"/>
            <a:t>Learned of data limitations</a:t>
          </a:r>
        </a:p>
      </dgm:t>
    </dgm:pt>
    <dgm:pt modelId="{DB496012-5678-8F49-BEA6-7B1338DF1ABF}" type="parTrans" cxnId="{BA6AEEF2-FD7A-0441-8C59-EF812139C471}">
      <dgm:prSet/>
      <dgm:spPr/>
      <dgm:t>
        <a:bodyPr/>
        <a:lstStyle/>
        <a:p>
          <a:endParaRPr lang="en-US"/>
        </a:p>
      </dgm:t>
    </dgm:pt>
    <dgm:pt modelId="{17D99B13-D24B-FA48-A4D2-54BE992F12A4}" type="sibTrans" cxnId="{BA6AEEF2-FD7A-0441-8C59-EF812139C471}">
      <dgm:prSet/>
      <dgm:spPr/>
      <dgm:t>
        <a:bodyPr/>
        <a:lstStyle/>
        <a:p>
          <a:endParaRPr lang="en-US"/>
        </a:p>
      </dgm:t>
    </dgm:pt>
    <dgm:pt modelId="{CE6C4E75-2E53-4246-AD3B-25B9C7DD863D}">
      <dgm:prSet phldrT="[Text]"/>
      <dgm:spPr/>
      <dgm:t>
        <a:bodyPr/>
        <a:lstStyle/>
        <a:p>
          <a:r>
            <a:rPr lang="en-US"/>
            <a:t>Gained access to imaging data and insights </a:t>
          </a:r>
        </a:p>
      </dgm:t>
    </dgm:pt>
    <dgm:pt modelId="{9C50184A-485E-334C-8B84-C63468E16DF4}" type="parTrans" cxnId="{6E132082-37EA-3348-9575-2521EB46F041}">
      <dgm:prSet/>
      <dgm:spPr/>
      <dgm:t>
        <a:bodyPr/>
        <a:lstStyle/>
        <a:p>
          <a:endParaRPr lang="en-US"/>
        </a:p>
      </dgm:t>
    </dgm:pt>
    <dgm:pt modelId="{3FAF7437-804A-4A47-AD6B-A605961FCADC}" type="sibTrans" cxnId="{6E132082-37EA-3348-9575-2521EB46F041}">
      <dgm:prSet/>
      <dgm:spPr/>
      <dgm:t>
        <a:bodyPr/>
        <a:lstStyle/>
        <a:p>
          <a:endParaRPr lang="en-US"/>
        </a:p>
      </dgm:t>
    </dgm:pt>
    <dgm:pt modelId="{1FDA6E8B-2356-0D4F-B6FB-9BE5E60699B9}">
      <dgm:prSet/>
      <dgm:spPr/>
      <dgm:t>
        <a:bodyPr/>
        <a:lstStyle/>
        <a:p>
          <a:r>
            <a:rPr lang="en-US"/>
            <a:t>Learned of financial impact of delays</a:t>
          </a:r>
        </a:p>
      </dgm:t>
    </dgm:pt>
    <dgm:pt modelId="{2A779B30-6C0D-2344-BFB6-3B898EA79DCB}" type="parTrans" cxnId="{1A95C9F7-2759-1B4F-9D0C-9B8C7E3C0A28}">
      <dgm:prSet/>
      <dgm:spPr/>
      <dgm:t>
        <a:bodyPr/>
        <a:lstStyle/>
        <a:p>
          <a:endParaRPr lang="en-US"/>
        </a:p>
      </dgm:t>
    </dgm:pt>
    <dgm:pt modelId="{7E4864BB-7AC0-234A-A343-44DE9CE8B4B2}" type="sibTrans" cxnId="{1A95C9F7-2759-1B4F-9D0C-9B8C7E3C0A28}">
      <dgm:prSet/>
      <dgm:spPr/>
      <dgm:t>
        <a:bodyPr/>
        <a:lstStyle/>
        <a:p>
          <a:endParaRPr lang="en-US"/>
        </a:p>
      </dgm:t>
    </dgm:pt>
    <dgm:pt modelId="{9EEF6476-9347-AD4D-BEF4-109C4AAB74DA}">
      <dgm:prSet phldrT="[Text]"/>
      <dgm:spPr/>
      <dgm:t>
        <a:bodyPr/>
        <a:lstStyle/>
        <a:p>
          <a:r>
            <a:rPr lang="en-US"/>
            <a:t>Insights into MRI demand vs operational constraints</a:t>
          </a:r>
        </a:p>
      </dgm:t>
    </dgm:pt>
    <dgm:pt modelId="{A82DDEBE-160B-3C4D-B76D-EE57755EB12D}" type="parTrans" cxnId="{3B6450B4-225F-6743-97E6-3B44923236C7}">
      <dgm:prSet/>
      <dgm:spPr/>
      <dgm:t>
        <a:bodyPr/>
        <a:lstStyle/>
        <a:p>
          <a:endParaRPr lang="en-US"/>
        </a:p>
      </dgm:t>
    </dgm:pt>
    <dgm:pt modelId="{7D382532-F355-1240-9456-4CFA0D1B0C74}" type="sibTrans" cxnId="{3B6450B4-225F-6743-97E6-3B44923236C7}">
      <dgm:prSet/>
      <dgm:spPr/>
      <dgm:t>
        <a:bodyPr/>
        <a:lstStyle/>
        <a:p>
          <a:endParaRPr lang="en-US"/>
        </a:p>
      </dgm:t>
    </dgm:pt>
    <dgm:pt modelId="{7BA9EDC3-EEE6-C347-98AD-14189B7439E0}" type="pres">
      <dgm:prSet presAssocID="{7CEC24B2-9A34-C14A-8026-2DE231AD6D91}" presName="Name0" presStyleCnt="0">
        <dgm:presLayoutVars>
          <dgm:dir/>
          <dgm:animLvl val="lvl"/>
          <dgm:resizeHandles val="exact"/>
        </dgm:presLayoutVars>
      </dgm:prSet>
      <dgm:spPr/>
    </dgm:pt>
    <dgm:pt modelId="{CE536198-555E-F745-94DC-C170A9D4272A}" type="pres">
      <dgm:prSet presAssocID="{0A82FB6C-E7E6-8342-B526-99803B77490D}" presName="linNode" presStyleCnt="0"/>
      <dgm:spPr/>
    </dgm:pt>
    <dgm:pt modelId="{2D255291-ABF5-A346-8E13-64E6357CFF1F}" type="pres">
      <dgm:prSet presAssocID="{0A82FB6C-E7E6-8342-B526-99803B77490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8C5EE5A-0C17-2647-B5C1-C46438DAEADB}" type="pres">
      <dgm:prSet presAssocID="{0A82FB6C-E7E6-8342-B526-99803B77490D}" presName="descendantText" presStyleLbl="alignAccFollowNode1" presStyleIdx="0" presStyleCnt="4">
        <dgm:presLayoutVars>
          <dgm:bulletEnabled val="1"/>
        </dgm:presLayoutVars>
      </dgm:prSet>
      <dgm:spPr/>
    </dgm:pt>
    <dgm:pt modelId="{DA95ED09-6205-AF4B-8C76-FC75922EB591}" type="pres">
      <dgm:prSet presAssocID="{895F3429-941A-FD4F-BCB9-75513CB66089}" presName="sp" presStyleCnt="0"/>
      <dgm:spPr/>
    </dgm:pt>
    <dgm:pt modelId="{0F53DE79-89D2-F740-A1E2-A7331647919F}" type="pres">
      <dgm:prSet presAssocID="{C729E93A-68A3-B944-996C-F56F03ADCF3C}" presName="linNode" presStyleCnt="0"/>
      <dgm:spPr/>
    </dgm:pt>
    <dgm:pt modelId="{DA2EFE98-B662-9D45-B74F-0DB1EAB86523}" type="pres">
      <dgm:prSet presAssocID="{C729E93A-68A3-B944-996C-F56F03ADCF3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464A8636-40C8-7E40-B74D-7C9AEEC5A68E}" type="pres">
      <dgm:prSet presAssocID="{C729E93A-68A3-B944-996C-F56F03ADCF3C}" presName="descendantText" presStyleLbl="alignAccFollowNode1" presStyleIdx="1" presStyleCnt="4">
        <dgm:presLayoutVars>
          <dgm:bulletEnabled val="1"/>
        </dgm:presLayoutVars>
      </dgm:prSet>
      <dgm:spPr/>
    </dgm:pt>
    <dgm:pt modelId="{B892C28B-5AF2-5944-9968-241B07F9D4D2}" type="pres">
      <dgm:prSet presAssocID="{C9047341-E3F3-E944-BAE5-28975978B3E0}" presName="sp" presStyleCnt="0"/>
      <dgm:spPr/>
    </dgm:pt>
    <dgm:pt modelId="{C8E9330C-2C76-944F-8EF1-2EAEA8EF2A20}" type="pres">
      <dgm:prSet presAssocID="{CA0848A2-3E0E-3E49-BBCE-29FC854D65BE}" presName="linNode" presStyleCnt="0"/>
      <dgm:spPr/>
    </dgm:pt>
    <dgm:pt modelId="{72CB2F20-E110-9D4E-A550-1902FA6D50BE}" type="pres">
      <dgm:prSet presAssocID="{CA0848A2-3E0E-3E49-BBCE-29FC854D65B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9FD6AB1-A8C5-6543-BC9C-3B67B6D8AF7C}" type="pres">
      <dgm:prSet presAssocID="{CA0848A2-3E0E-3E49-BBCE-29FC854D65BE}" presName="descendantText" presStyleLbl="alignAccFollowNode1" presStyleIdx="2" presStyleCnt="4">
        <dgm:presLayoutVars>
          <dgm:bulletEnabled val="1"/>
        </dgm:presLayoutVars>
      </dgm:prSet>
      <dgm:spPr/>
    </dgm:pt>
    <dgm:pt modelId="{B2978DCC-CB09-CB46-AF1C-53642995B598}" type="pres">
      <dgm:prSet presAssocID="{8BCBF9FD-9DE4-3E43-98FB-CCEFF30CE873}" presName="sp" presStyleCnt="0"/>
      <dgm:spPr/>
    </dgm:pt>
    <dgm:pt modelId="{688E594F-9DD1-3B48-AEFB-E8B7F873886C}" type="pres">
      <dgm:prSet presAssocID="{AFE9016D-42AC-4A4E-93D5-2F03870A8EB2}" presName="linNode" presStyleCnt="0"/>
      <dgm:spPr/>
    </dgm:pt>
    <dgm:pt modelId="{4D419EEF-20B7-3642-BCC5-BD9B13846234}" type="pres">
      <dgm:prSet presAssocID="{AFE9016D-42AC-4A4E-93D5-2F03870A8EB2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20B3A83-98AA-D142-B7E0-AF759B0D82ED}" type="pres">
      <dgm:prSet presAssocID="{AFE9016D-42AC-4A4E-93D5-2F03870A8EB2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DC683415-B0C2-EA46-B7DA-FAA57BAD5263}" srcId="{0A82FB6C-E7E6-8342-B526-99803B77490D}" destId="{5D680C2B-C93F-414D-96D3-1C37F52553E2}" srcOrd="1" destOrd="0" parTransId="{CC59CDF2-0951-6143-BB1A-8FB2CE14E2CA}" sibTransId="{1D5E3C84-7A54-854A-A527-FA5843303CEF}"/>
    <dgm:cxn modelId="{D97BFE1E-BD79-094C-86D5-756DA9C42656}" type="presOf" srcId="{54C540BD-6EA0-F147-8CF8-D8DDA441FFBB}" destId="{464A8636-40C8-7E40-B74D-7C9AEEC5A68E}" srcOrd="0" destOrd="0" presId="urn:microsoft.com/office/officeart/2005/8/layout/vList5"/>
    <dgm:cxn modelId="{0EE3301F-7F36-5648-A6EC-946ADA57EEAB}" srcId="{7CEC24B2-9A34-C14A-8026-2DE231AD6D91}" destId="{C729E93A-68A3-B944-996C-F56F03ADCF3C}" srcOrd="1" destOrd="0" parTransId="{39757DEA-51E1-2B44-AF74-AAE8EC8EA58B}" sibTransId="{C9047341-E3F3-E944-BAE5-28975978B3E0}"/>
    <dgm:cxn modelId="{85987720-AB2C-2C48-BFB4-7D83A7C83E3A}" srcId="{0A82FB6C-E7E6-8342-B526-99803B77490D}" destId="{8D4226E5-8C16-6446-8843-FA097FC683BF}" srcOrd="2" destOrd="0" parTransId="{EB1F4D00-6F00-884D-AA0D-A15EF01F8F20}" sibTransId="{06AA8B64-BF78-AC45-8A69-B0623D4D36B3}"/>
    <dgm:cxn modelId="{E18AD024-0C8C-2C45-8907-8DB23BF68338}" srcId="{7CEC24B2-9A34-C14A-8026-2DE231AD6D91}" destId="{AFE9016D-42AC-4A4E-93D5-2F03870A8EB2}" srcOrd="3" destOrd="0" parTransId="{B5E444DC-51FA-F14F-BE6D-6567C0B95BA1}" sibTransId="{ADADF229-31D7-BD42-A0F7-1B4F885728F8}"/>
    <dgm:cxn modelId="{BBB9BE3B-8D51-1548-AFBC-56ACC3D061FF}" type="presOf" srcId="{328A9820-A6D8-D54A-BEF1-FC1E86C1BDAD}" destId="{F9FD6AB1-A8C5-6543-BC9C-3B67B6D8AF7C}" srcOrd="0" destOrd="1" presId="urn:microsoft.com/office/officeart/2005/8/layout/vList5"/>
    <dgm:cxn modelId="{126D4F73-F5BC-E54E-9C02-84B95907BECA}" type="presOf" srcId="{4BD61B98-4EF7-0446-9A08-BA54AD63A5ED}" destId="{A8C5EE5A-0C17-2647-B5C1-C46438DAEADB}" srcOrd="0" destOrd="0" presId="urn:microsoft.com/office/officeart/2005/8/layout/vList5"/>
    <dgm:cxn modelId="{0E6ADC73-229A-8F47-881D-9FF03C0D230E}" type="presOf" srcId="{8D4226E5-8C16-6446-8843-FA097FC683BF}" destId="{A8C5EE5A-0C17-2647-B5C1-C46438DAEADB}" srcOrd="0" destOrd="2" presId="urn:microsoft.com/office/officeart/2005/8/layout/vList5"/>
    <dgm:cxn modelId="{6E132082-37EA-3348-9575-2521EB46F041}" srcId="{CA0848A2-3E0E-3E49-BBCE-29FC854D65BE}" destId="{CE6C4E75-2E53-4246-AD3B-25B9C7DD863D}" srcOrd="2" destOrd="0" parTransId="{9C50184A-485E-334C-8B84-C63468E16DF4}" sibTransId="{3FAF7437-804A-4A47-AD6B-A605961FCADC}"/>
    <dgm:cxn modelId="{768B7782-CED1-B048-8260-4AB21AC55540}" srcId="{CA0848A2-3E0E-3E49-BBCE-29FC854D65BE}" destId="{60135550-A9A4-DE42-A43A-12D811D0FEFE}" srcOrd="0" destOrd="0" parTransId="{0FCAE365-9F4B-2C43-ADF2-F2ADA2940ECE}" sibTransId="{A8D67677-135B-0846-B2A5-7CB624F0E2DC}"/>
    <dgm:cxn modelId="{59380685-0FA7-9B49-A978-63FD3BA4C9E0}" type="presOf" srcId="{5D680C2B-C93F-414D-96D3-1C37F52553E2}" destId="{A8C5EE5A-0C17-2647-B5C1-C46438DAEADB}" srcOrd="0" destOrd="1" presId="urn:microsoft.com/office/officeart/2005/8/layout/vList5"/>
    <dgm:cxn modelId="{7F26CA90-2499-5E4F-A42F-DC2C16AED0F7}" srcId="{7CEC24B2-9A34-C14A-8026-2DE231AD6D91}" destId="{CA0848A2-3E0E-3E49-BBCE-29FC854D65BE}" srcOrd="2" destOrd="0" parTransId="{527F73C4-7D89-4940-A343-6213BD7AC29F}" sibTransId="{8BCBF9FD-9DE4-3E43-98FB-CCEFF30CE873}"/>
    <dgm:cxn modelId="{151CBA99-3928-2446-8D1A-A9FD3D5B49D3}" type="presOf" srcId="{C729E93A-68A3-B944-996C-F56F03ADCF3C}" destId="{DA2EFE98-B662-9D45-B74F-0DB1EAB86523}" srcOrd="0" destOrd="0" presId="urn:microsoft.com/office/officeart/2005/8/layout/vList5"/>
    <dgm:cxn modelId="{2F74A6AB-B1CE-0B4D-B6B5-6AA907C667AF}" type="presOf" srcId="{9EEF6476-9347-AD4D-BEF4-109C4AAB74DA}" destId="{464A8636-40C8-7E40-B74D-7C9AEEC5A68E}" srcOrd="0" destOrd="1" presId="urn:microsoft.com/office/officeart/2005/8/layout/vList5"/>
    <dgm:cxn modelId="{DFCFE1B1-53B9-AB48-A519-5A233DC7C094}" srcId="{0A82FB6C-E7E6-8342-B526-99803B77490D}" destId="{4BD61B98-4EF7-0446-9A08-BA54AD63A5ED}" srcOrd="0" destOrd="0" parTransId="{679BAEFE-5884-D145-B0F3-5B06D86838D4}" sibTransId="{EE298B08-069C-5242-8CB9-170C5586F730}"/>
    <dgm:cxn modelId="{3B6450B4-225F-6743-97E6-3B44923236C7}" srcId="{C729E93A-68A3-B944-996C-F56F03ADCF3C}" destId="{9EEF6476-9347-AD4D-BEF4-109C4AAB74DA}" srcOrd="1" destOrd="0" parTransId="{A82DDEBE-160B-3C4D-B76D-EE57755EB12D}" sibTransId="{7D382532-F355-1240-9456-4CFA0D1B0C74}"/>
    <dgm:cxn modelId="{1CC15BBC-45F7-8C4B-B6D3-BC9A6D36AC1A}" type="presOf" srcId="{7CEC24B2-9A34-C14A-8026-2DE231AD6D91}" destId="{7BA9EDC3-EEE6-C347-98AD-14189B7439E0}" srcOrd="0" destOrd="0" presId="urn:microsoft.com/office/officeart/2005/8/layout/vList5"/>
    <dgm:cxn modelId="{3B0C2AC0-A1FB-DF4C-A38D-BE9EF565A70B}" srcId="{7CEC24B2-9A34-C14A-8026-2DE231AD6D91}" destId="{0A82FB6C-E7E6-8342-B526-99803B77490D}" srcOrd="0" destOrd="0" parTransId="{602B5901-962D-7745-87B7-85DA07451595}" sibTransId="{895F3429-941A-FD4F-BCB9-75513CB66089}"/>
    <dgm:cxn modelId="{D0BFA0C5-279F-6749-B858-03812FFF5A61}" type="presOf" srcId="{CE6C4E75-2E53-4246-AD3B-25B9C7DD863D}" destId="{F9FD6AB1-A8C5-6543-BC9C-3B67B6D8AF7C}" srcOrd="0" destOrd="2" presId="urn:microsoft.com/office/officeart/2005/8/layout/vList5"/>
    <dgm:cxn modelId="{DBDE30C6-3719-D644-A2D0-B66FDCD82670}" type="presOf" srcId="{0A82FB6C-E7E6-8342-B526-99803B77490D}" destId="{2D255291-ABF5-A346-8E13-64E6357CFF1F}" srcOrd="0" destOrd="0" presId="urn:microsoft.com/office/officeart/2005/8/layout/vList5"/>
    <dgm:cxn modelId="{95EA21CA-3CB1-8F49-A9E0-A4BE9968AA9A}" type="presOf" srcId="{60135550-A9A4-DE42-A43A-12D811D0FEFE}" destId="{F9FD6AB1-A8C5-6543-BC9C-3B67B6D8AF7C}" srcOrd="0" destOrd="0" presId="urn:microsoft.com/office/officeart/2005/8/layout/vList5"/>
    <dgm:cxn modelId="{34FA55E5-44F2-9E49-BFCC-631035F7B829}" type="presOf" srcId="{AFE9016D-42AC-4A4E-93D5-2F03870A8EB2}" destId="{4D419EEF-20B7-3642-BCC5-BD9B13846234}" srcOrd="0" destOrd="0" presId="urn:microsoft.com/office/officeart/2005/8/layout/vList5"/>
    <dgm:cxn modelId="{9031FBF0-47F7-4545-ABED-B0B2339AF6F0}" srcId="{C729E93A-68A3-B944-996C-F56F03ADCF3C}" destId="{54C540BD-6EA0-F147-8CF8-D8DDA441FFBB}" srcOrd="0" destOrd="0" parTransId="{BB43CBB0-A33D-CE4D-ABC5-7BC222434690}" sibTransId="{76FF3D15-D755-D244-B25E-4936E28024B8}"/>
    <dgm:cxn modelId="{BA6AEEF2-FD7A-0441-8C59-EF812139C471}" srcId="{CA0848A2-3E0E-3E49-BBCE-29FC854D65BE}" destId="{328A9820-A6D8-D54A-BEF1-FC1E86C1BDAD}" srcOrd="1" destOrd="0" parTransId="{DB496012-5678-8F49-BEA6-7B1338DF1ABF}" sibTransId="{17D99B13-D24B-FA48-A4D2-54BE992F12A4}"/>
    <dgm:cxn modelId="{1A95C9F7-2759-1B4F-9D0C-9B8C7E3C0A28}" srcId="{AFE9016D-42AC-4A4E-93D5-2F03870A8EB2}" destId="{1FDA6E8B-2356-0D4F-B6FB-9BE5E60699B9}" srcOrd="0" destOrd="0" parTransId="{2A779B30-6C0D-2344-BFB6-3B898EA79DCB}" sibTransId="{7E4864BB-7AC0-234A-A343-44DE9CE8B4B2}"/>
    <dgm:cxn modelId="{987534F8-7BC8-B14C-9A39-89D3566E8697}" type="presOf" srcId="{CA0848A2-3E0E-3E49-BBCE-29FC854D65BE}" destId="{72CB2F20-E110-9D4E-A550-1902FA6D50BE}" srcOrd="0" destOrd="0" presId="urn:microsoft.com/office/officeart/2005/8/layout/vList5"/>
    <dgm:cxn modelId="{99F3ACFE-B21C-8D4B-AC9D-C58C76A5AA29}" type="presOf" srcId="{1FDA6E8B-2356-0D4F-B6FB-9BE5E60699B9}" destId="{A20B3A83-98AA-D142-B7E0-AF759B0D82ED}" srcOrd="0" destOrd="0" presId="urn:microsoft.com/office/officeart/2005/8/layout/vList5"/>
    <dgm:cxn modelId="{B6766AE1-9B19-4D4B-BC9A-CB468C86147C}" type="presParOf" srcId="{7BA9EDC3-EEE6-C347-98AD-14189B7439E0}" destId="{CE536198-555E-F745-94DC-C170A9D4272A}" srcOrd="0" destOrd="0" presId="urn:microsoft.com/office/officeart/2005/8/layout/vList5"/>
    <dgm:cxn modelId="{70C3FF6A-D7D6-604B-9F91-8A61A0721F1B}" type="presParOf" srcId="{CE536198-555E-F745-94DC-C170A9D4272A}" destId="{2D255291-ABF5-A346-8E13-64E6357CFF1F}" srcOrd="0" destOrd="0" presId="urn:microsoft.com/office/officeart/2005/8/layout/vList5"/>
    <dgm:cxn modelId="{56621A33-5D99-924D-879E-6BA3816F7F59}" type="presParOf" srcId="{CE536198-555E-F745-94DC-C170A9D4272A}" destId="{A8C5EE5A-0C17-2647-B5C1-C46438DAEADB}" srcOrd="1" destOrd="0" presId="urn:microsoft.com/office/officeart/2005/8/layout/vList5"/>
    <dgm:cxn modelId="{59E609A3-EC9D-0F4F-AB82-9176517D29D5}" type="presParOf" srcId="{7BA9EDC3-EEE6-C347-98AD-14189B7439E0}" destId="{DA95ED09-6205-AF4B-8C76-FC75922EB591}" srcOrd="1" destOrd="0" presId="urn:microsoft.com/office/officeart/2005/8/layout/vList5"/>
    <dgm:cxn modelId="{8F712799-2851-E147-9877-E636A75F0BBA}" type="presParOf" srcId="{7BA9EDC3-EEE6-C347-98AD-14189B7439E0}" destId="{0F53DE79-89D2-F740-A1E2-A7331647919F}" srcOrd="2" destOrd="0" presId="urn:microsoft.com/office/officeart/2005/8/layout/vList5"/>
    <dgm:cxn modelId="{2A3BF89E-D235-C646-8BE8-93A60D40CC52}" type="presParOf" srcId="{0F53DE79-89D2-F740-A1E2-A7331647919F}" destId="{DA2EFE98-B662-9D45-B74F-0DB1EAB86523}" srcOrd="0" destOrd="0" presId="urn:microsoft.com/office/officeart/2005/8/layout/vList5"/>
    <dgm:cxn modelId="{C29B05BD-A5BA-DC40-988C-D11D77CE83DF}" type="presParOf" srcId="{0F53DE79-89D2-F740-A1E2-A7331647919F}" destId="{464A8636-40C8-7E40-B74D-7C9AEEC5A68E}" srcOrd="1" destOrd="0" presId="urn:microsoft.com/office/officeart/2005/8/layout/vList5"/>
    <dgm:cxn modelId="{795CE1A4-EA48-9F43-9704-CE8EEFCB22ED}" type="presParOf" srcId="{7BA9EDC3-EEE6-C347-98AD-14189B7439E0}" destId="{B892C28B-5AF2-5944-9968-241B07F9D4D2}" srcOrd="3" destOrd="0" presId="urn:microsoft.com/office/officeart/2005/8/layout/vList5"/>
    <dgm:cxn modelId="{1DA22F99-B2EC-B546-8C21-06D88E1688BD}" type="presParOf" srcId="{7BA9EDC3-EEE6-C347-98AD-14189B7439E0}" destId="{C8E9330C-2C76-944F-8EF1-2EAEA8EF2A20}" srcOrd="4" destOrd="0" presId="urn:microsoft.com/office/officeart/2005/8/layout/vList5"/>
    <dgm:cxn modelId="{F6B93804-657C-8842-B80D-4CCE22044173}" type="presParOf" srcId="{C8E9330C-2C76-944F-8EF1-2EAEA8EF2A20}" destId="{72CB2F20-E110-9D4E-A550-1902FA6D50BE}" srcOrd="0" destOrd="0" presId="urn:microsoft.com/office/officeart/2005/8/layout/vList5"/>
    <dgm:cxn modelId="{25F01A7B-0902-9248-BA20-B8B0B709854F}" type="presParOf" srcId="{C8E9330C-2C76-944F-8EF1-2EAEA8EF2A20}" destId="{F9FD6AB1-A8C5-6543-BC9C-3B67B6D8AF7C}" srcOrd="1" destOrd="0" presId="urn:microsoft.com/office/officeart/2005/8/layout/vList5"/>
    <dgm:cxn modelId="{5D1173CF-69EF-9240-9041-A69D3D25158D}" type="presParOf" srcId="{7BA9EDC3-EEE6-C347-98AD-14189B7439E0}" destId="{B2978DCC-CB09-CB46-AF1C-53642995B598}" srcOrd="5" destOrd="0" presId="urn:microsoft.com/office/officeart/2005/8/layout/vList5"/>
    <dgm:cxn modelId="{11094611-CD31-4A40-8828-C3839B30546C}" type="presParOf" srcId="{7BA9EDC3-EEE6-C347-98AD-14189B7439E0}" destId="{688E594F-9DD1-3B48-AEFB-E8B7F873886C}" srcOrd="6" destOrd="0" presId="urn:microsoft.com/office/officeart/2005/8/layout/vList5"/>
    <dgm:cxn modelId="{CB134187-A798-CF41-A58E-0302FD4A86AF}" type="presParOf" srcId="{688E594F-9DD1-3B48-AEFB-E8B7F873886C}" destId="{4D419EEF-20B7-3642-BCC5-BD9B13846234}" srcOrd="0" destOrd="0" presId="urn:microsoft.com/office/officeart/2005/8/layout/vList5"/>
    <dgm:cxn modelId="{B1249EA4-E1C0-4B48-A5E7-E408004AAB37}" type="presParOf" srcId="{688E594F-9DD1-3B48-AEFB-E8B7F873886C}" destId="{A20B3A83-98AA-D142-B7E0-AF759B0D82E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1121FA8-FAFD-4AD2-ADCD-6F6C966468AA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4D20ADD-59CA-4AFA-8684-F6F1965C8E65}">
      <dgm:prSet phldrT="[Text]" phldr="0" custT="1"/>
      <dgm:spPr/>
      <dgm:t>
        <a:bodyPr/>
        <a:lstStyle/>
        <a:p>
          <a:r>
            <a:rPr lang="en-US" sz="2800"/>
            <a:t>Analyzed imaging data to identify trends and insights of wait times and discharges</a:t>
          </a:r>
          <a:endParaRPr lang="en-IN" sz="2800"/>
        </a:p>
      </dgm:t>
    </dgm:pt>
    <dgm:pt modelId="{B323E2D1-72D3-4689-BD24-F1767216C49D}" type="parTrans" cxnId="{4ACAB99B-C5BB-40F5-B95E-15A4717781C5}">
      <dgm:prSet/>
      <dgm:spPr/>
      <dgm:t>
        <a:bodyPr/>
        <a:lstStyle/>
        <a:p>
          <a:endParaRPr lang="en-IN"/>
        </a:p>
      </dgm:t>
    </dgm:pt>
    <dgm:pt modelId="{F2DE305D-C590-4D78-B326-C219C6489838}" type="sibTrans" cxnId="{4ACAB99B-C5BB-40F5-B95E-15A4717781C5}">
      <dgm:prSet/>
      <dgm:spPr/>
      <dgm:t>
        <a:bodyPr/>
        <a:lstStyle/>
        <a:p>
          <a:endParaRPr lang="en-IN"/>
        </a:p>
      </dgm:t>
    </dgm:pt>
    <dgm:pt modelId="{81333507-B0F1-42D3-8955-ECF349AC8D03}" type="pres">
      <dgm:prSet presAssocID="{91121FA8-FAFD-4AD2-ADCD-6F6C966468AA}" presName="Name0" presStyleCnt="0">
        <dgm:presLayoutVars>
          <dgm:dir/>
          <dgm:resizeHandles val="exact"/>
        </dgm:presLayoutVars>
      </dgm:prSet>
      <dgm:spPr/>
    </dgm:pt>
    <dgm:pt modelId="{ADDF7A11-6080-4A96-94BA-8F2C520B0529}" type="pres">
      <dgm:prSet presAssocID="{44D20ADD-59CA-4AFA-8684-F6F1965C8E65}" presName="composite" presStyleCnt="0"/>
      <dgm:spPr/>
    </dgm:pt>
    <dgm:pt modelId="{E747CEFE-7233-4551-9DB4-C9E7EF39FB04}" type="pres">
      <dgm:prSet presAssocID="{44D20ADD-59CA-4AFA-8684-F6F1965C8E65}" presName="imagSh" presStyleLbl="bgImgPlace1" presStyleIdx="0" presStyleCnt="1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</dgm:pt>
    <dgm:pt modelId="{AE4309C6-B8CA-4D2F-9052-E8B49055DE67}" type="pres">
      <dgm:prSet presAssocID="{44D20ADD-59CA-4AFA-8684-F6F1965C8E65}" presName="txNode" presStyleLbl="node1" presStyleIdx="0" presStyleCnt="1" custScaleX="100000" custScaleY="100000">
        <dgm:presLayoutVars>
          <dgm:bulletEnabled val="1"/>
        </dgm:presLayoutVars>
      </dgm:prSet>
      <dgm:spPr/>
    </dgm:pt>
  </dgm:ptLst>
  <dgm:cxnLst>
    <dgm:cxn modelId="{9F244968-C80B-4794-A1B9-4A06C1E89469}" type="presOf" srcId="{91121FA8-FAFD-4AD2-ADCD-6F6C966468AA}" destId="{81333507-B0F1-42D3-8955-ECF349AC8D03}" srcOrd="0" destOrd="0" presId="urn:microsoft.com/office/officeart/2005/8/layout/hProcess10"/>
    <dgm:cxn modelId="{4ACAB99B-C5BB-40F5-B95E-15A4717781C5}" srcId="{91121FA8-FAFD-4AD2-ADCD-6F6C966468AA}" destId="{44D20ADD-59CA-4AFA-8684-F6F1965C8E65}" srcOrd="0" destOrd="0" parTransId="{B323E2D1-72D3-4689-BD24-F1767216C49D}" sibTransId="{F2DE305D-C590-4D78-B326-C219C6489838}"/>
    <dgm:cxn modelId="{90D7F7B1-6FA3-684F-A0FD-153927EF8E98}" type="presOf" srcId="{44D20ADD-59CA-4AFA-8684-F6F1965C8E65}" destId="{AE4309C6-B8CA-4D2F-9052-E8B49055DE67}" srcOrd="0" destOrd="0" presId="urn:microsoft.com/office/officeart/2005/8/layout/hProcess10"/>
    <dgm:cxn modelId="{352748AB-1287-874F-8716-DB8AD54DA2C6}" type="presParOf" srcId="{81333507-B0F1-42D3-8955-ECF349AC8D03}" destId="{ADDF7A11-6080-4A96-94BA-8F2C520B0529}" srcOrd="0" destOrd="0" presId="urn:microsoft.com/office/officeart/2005/8/layout/hProcess10"/>
    <dgm:cxn modelId="{362B3FEA-BCEF-A24B-97FC-540CA2781707}" type="presParOf" srcId="{ADDF7A11-6080-4A96-94BA-8F2C520B0529}" destId="{E747CEFE-7233-4551-9DB4-C9E7EF39FB04}" srcOrd="0" destOrd="0" presId="urn:microsoft.com/office/officeart/2005/8/layout/hProcess10"/>
    <dgm:cxn modelId="{A9C571B4-5435-4F4B-97B2-8265E64D0636}" type="presParOf" srcId="{ADDF7A11-6080-4A96-94BA-8F2C520B0529}" destId="{AE4309C6-B8CA-4D2F-9052-E8B49055DE67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CEC24B2-9A34-C14A-8026-2DE231AD6D91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29E93A-68A3-B944-996C-F56F03ADCF3C}">
      <dgm:prSet phldrT="[Text]"/>
      <dgm:spPr/>
      <dgm:t>
        <a:bodyPr/>
        <a:lstStyle/>
        <a:p>
          <a:r>
            <a:rPr lang="en-US"/>
            <a:t>Date Range</a:t>
          </a:r>
        </a:p>
      </dgm:t>
    </dgm:pt>
    <dgm:pt modelId="{39757DEA-51E1-2B44-AF74-AAE8EC8EA58B}" type="parTrans" cxnId="{0EE3301F-7F36-5648-A6EC-946ADA57EEAB}">
      <dgm:prSet/>
      <dgm:spPr/>
      <dgm:t>
        <a:bodyPr/>
        <a:lstStyle/>
        <a:p>
          <a:endParaRPr lang="en-US"/>
        </a:p>
      </dgm:t>
    </dgm:pt>
    <dgm:pt modelId="{C9047341-E3F3-E944-BAE5-28975978B3E0}" type="sibTrans" cxnId="{0EE3301F-7F36-5648-A6EC-946ADA57EEAB}">
      <dgm:prSet/>
      <dgm:spPr/>
      <dgm:t>
        <a:bodyPr/>
        <a:lstStyle/>
        <a:p>
          <a:endParaRPr lang="en-US"/>
        </a:p>
      </dgm:t>
    </dgm:pt>
    <dgm:pt modelId="{D5727948-6CD4-C142-9C74-E06E1C953941}">
      <dgm:prSet phldrT="[Text]" custT="1"/>
      <dgm:spPr/>
      <dgm:t>
        <a:bodyPr/>
        <a:lstStyle/>
        <a:p>
          <a:r>
            <a:rPr lang="en-US" sz="2800"/>
            <a:t> 08/01/2024 – 08/31/2025</a:t>
          </a:r>
        </a:p>
      </dgm:t>
    </dgm:pt>
    <dgm:pt modelId="{272A7553-AB76-5848-ADA1-E26A355AF1BA}" type="parTrans" cxnId="{228B43B5-7C9B-5945-B820-56DD24CD57A9}">
      <dgm:prSet/>
      <dgm:spPr/>
      <dgm:t>
        <a:bodyPr/>
        <a:lstStyle/>
        <a:p>
          <a:endParaRPr lang="en-US"/>
        </a:p>
      </dgm:t>
    </dgm:pt>
    <dgm:pt modelId="{77DD5161-14B0-864F-9B46-A8CC5DF3C4B6}" type="sibTrans" cxnId="{228B43B5-7C9B-5945-B820-56DD24CD57A9}">
      <dgm:prSet/>
      <dgm:spPr/>
      <dgm:t>
        <a:bodyPr/>
        <a:lstStyle/>
        <a:p>
          <a:endParaRPr lang="en-US"/>
        </a:p>
      </dgm:t>
    </dgm:pt>
    <dgm:pt modelId="{54C540BD-6EA0-F147-8CF8-D8DDA441FFBB}">
      <dgm:prSet phldrT="[Text]" custT="1"/>
      <dgm:spPr/>
      <dgm:t>
        <a:bodyPr/>
        <a:lstStyle/>
        <a:p>
          <a:r>
            <a:rPr lang="en-US" sz="2800"/>
            <a:t>Filtered by Order and Procedure Weekday</a:t>
          </a:r>
        </a:p>
      </dgm:t>
    </dgm:pt>
    <dgm:pt modelId="{BB43CBB0-A33D-CE4D-ABC5-7BC222434690}" type="parTrans" cxnId="{9031FBF0-47F7-4545-ABED-B0B2339AF6F0}">
      <dgm:prSet/>
      <dgm:spPr/>
      <dgm:t>
        <a:bodyPr/>
        <a:lstStyle/>
        <a:p>
          <a:endParaRPr lang="en-US"/>
        </a:p>
      </dgm:t>
    </dgm:pt>
    <dgm:pt modelId="{76FF3D15-D755-D244-B25E-4936E28024B8}" type="sibTrans" cxnId="{9031FBF0-47F7-4545-ABED-B0B2339AF6F0}">
      <dgm:prSet/>
      <dgm:spPr/>
      <dgm:t>
        <a:bodyPr/>
        <a:lstStyle/>
        <a:p>
          <a:endParaRPr lang="en-US"/>
        </a:p>
      </dgm:t>
    </dgm:pt>
    <dgm:pt modelId="{CA0848A2-3E0E-3E49-BBCE-29FC854D65BE}">
      <dgm:prSet phldrT="[Text]"/>
      <dgm:spPr/>
      <dgm:t>
        <a:bodyPr/>
        <a:lstStyle/>
        <a:p>
          <a:r>
            <a:rPr lang="en-US"/>
            <a:t>Patient Class</a:t>
          </a:r>
        </a:p>
      </dgm:t>
    </dgm:pt>
    <dgm:pt modelId="{527F73C4-7D89-4940-A343-6213BD7AC29F}" type="parTrans" cxnId="{7F26CA90-2499-5E4F-A42F-DC2C16AED0F7}">
      <dgm:prSet/>
      <dgm:spPr/>
      <dgm:t>
        <a:bodyPr/>
        <a:lstStyle/>
        <a:p>
          <a:endParaRPr lang="en-US"/>
        </a:p>
      </dgm:t>
    </dgm:pt>
    <dgm:pt modelId="{8BCBF9FD-9DE4-3E43-98FB-CCEFF30CE873}" type="sibTrans" cxnId="{7F26CA90-2499-5E4F-A42F-DC2C16AED0F7}">
      <dgm:prSet/>
      <dgm:spPr/>
      <dgm:t>
        <a:bodyPr/>
        <a:lstStyle/>
        <a:p>
          <a:endParaRPr lang="en-US"/>
        </a:p>
      </dgm:t>
    </dgm:pt>
    <dgm:pt modelId="{60135550-A9A4-DE42-A43A-12D811D0FEFE}">
      <dgm:prSet phldrT="[Text]" custT="1"/>
      <dgm:spPr/>
      <dgm:t>
        <a:bodyPr/>
        <a:lstStyle/>
        <a:p>
          <a:r>
            <a:rPr lang="en-US" sz="2800"/>
            <a:t>Inpatient at time of discharge</a:t>
          </a:r>
        </a:p>
      </dgm:t>
    </dgm:pt>
    <dgm:pt modelId="{0FCAE365-9F4B-2C43-ADF2-F2ADA2940ECE}" type="parTrans" cxnId="{768B7782-CED1-B048-8260-4AB21AC55540}">
      <dgm:prSet/>
      <dgm:spPr/>
      <dgm:t>
        <a:bodyPr/>
        <a:lstStyle/>
        <a:p>
          <a:endParaRPr lang="en-US"/>
        </a:p>
      </dgm:t>
    </dgm:pt>
    <dgm:pt modelId="{A8D67677-135B-0846-B2A5-7CB624F0E2DC}" type="sibTrans" cxnId="{768B7782-CED1-B048-8260-4AB21AC55540}">
      <dgm:prSet/>
      <dgm:spPr/>
      <dgm:t>
        <a:bodyPr/>
        <a:lstStyle/>
        <a:p>
          <a:endParaRPr lang="en-US"/>
        </a:p>
      </dgm:t>
    </dgm:pt>
    <dgm:pt modelId="{0A82FB6C-E7E6-8342-B526-99803B77490D}">
      <dgm:prSet phldrT="[Text]"/>
      <dgm:spPr/>
      <dgm:t>
        <a:bodyPr/>
        <a:lstStyle/>
        <a:p>
          <a:r>
            <a:rPr lang="en-US"/>
            <a:t>Order Types</a:t>
          </a:r>
        </a:p>
      </dgm:t>
    </dgm:pt>
    <dgm:pt modelId="{602B5901-962D-7745-87B7-85DA07451595}" type="parTrans" cxnId="{3B0C2AC0-A1FB-DF4C-A38D-BE9EF565A70B}">
      <dgm:prSet/>
      <dgm:spPr/>
      <dgm:t>
        <a:bodyPr/>
        <a:lstStyle/>
        <a:p>
          <a:endParaRPr lang="en-US"/>
        </a:p>
      </dgm:t>
    </dgm:pt>
    <dgm:pt modelId="{895F3429-941A-FD4F-BCB9-75513CB66089}" type="sibTrans" cxnId="{3B0C2AC0-A1FB-DF4C-A38D-BE9EF565A70B}">
      <dgm:prSet/>
      <dgm:spPr/>
      <dgm:t>
        <a:bodyPr/>
        <a:lstStyle/>
        <a:p>
          <a:endParaRPr lang="en-US"/>
        </a:p>
      </dgm:t>
    </dgm:pt>
    <dgm:pt modelId="{4BD61B98-4EF7-0446-9A08-BA54AD63A5ED}">
      <dgm:prSet phldrT="[Text]" custT="1"/>
      <dgm:spPr/>
      <dgm:t>
        <a:bodyPr/>
        <a:lstStyle/>
        <a:p>
          <a:r>
            <a:rPr lang="en-US" sz="2400"/>
            <a:t>Echocardiography</a:t>
          </a:r>
        </a:p>
      </dgm:t>
    </dgm:pt>
    <dgm:pt modelId="{679BAEFE-5884-D145-B0F3-5B06D86838D4}" type="parTrans" cxnId="{DFCFE1B1-53B9-AB48-A519-5A233DC7C094}">
      <dgm:prSet/>
      <dgm:spPr/>
      <dgm:t>
        <a:bodyPr/>
        <a:lstStyle/>
        <a:p>
          <a:endParaRPr lang="en-US"/>
        </a:p>
      </dgm:t>
    </dgm:pt>
    <dgm:pt modelId="{EE298B08-069C-5242-8CB9-170C5586F730}" type="sibTrans" cxnId="{DFCFE1B1-53B9-AB48-A519-5A233DC7C094}">
      <dgm:prSet/>
      <dgm:spPr/>
      <dgm:t>
        <a:bodyPr/>
        <a:lstStyle/>
        <a:p>
          <a:endParaRPr lang="en-US"/>
        </a:p>
      </dgm:t>
    </dgm:pt>
    <dgm:pt modelId="{28F5CF16-2E2B-D34C-ABDB-3ABB158C16FF}">
      <dgm:prSet phldrT="[Text]" custT="1"/>
      <dgm:spPr/>
      <dgm:t>
        <a:bodyPr/>
        <a:lstStyle/>
        <a:p>
          <a:r>
            <a:rPr lang="en-US" sz="2400"/>
            <a:t>Imaging</a:t>
          </a:r>
        </a:p>
      </dgm:t>
    </dgm:pt>
    <dgm:pt modelId="{06C427D7-8D3F-1D49-9B4D-8C7D672A18E4}" type="parTrans" cxnId="{01B9A613-7B0D-0D4E-ADD6-844E7B0FAA5E}">
      <dgm:prSet/>
      <dgm:spPr/>
      <dgm:t>
        <a:bodyPr/>
        <a:lstStyle/>
        <a:p>
          <a:endParaRPr lang="en-US"/>
        </a:p>
      </dgm:t>
    </dgm:pt>
    <dgm:pt modelId="{D789995D-3202-B142-953A-7A6699160A5E}" type="sibTrans" cxnId="{01B9A613-7B0D-0D4E-ADD6-844E7B0FAA5E}">
      <dgm:prSet/>
      <dgm:spPr/>
      <dgm:t>
        <a:bodyPr/>
        <a:lstStyle/>
        <a:p>
          <a:endParaRPr lang="en-US"/>
        </a:p>
      </dgm:t>
    </dgm:pt>
    <dgm:pt modelId="{316C1937-0036-1044-9A78-2739A70DBE5F}">
      <dgm:prSet phldrT="[Text]" custT="1"/>
      <dgm:spPr/>
      <dgm:t>
        <a:bodyPr/>
        <a:lstStyle/>
        <a:p>
          <a:r>
            <a:rPr lang="en-US" sz="2400"/>
            <a:t>MRI, CT, Ultrasound(US), Interventional Radiology(IR)</a:t>
          </a:r>
        </a:p>
      </dgm:t>
    </dgm:pt>
    <dgm:pt modelId="{C144D76D-8E6F-4648-AB53-D8018004979C}" type="parTrans" cxnId="{C559A398-8250-7343-B28C-9723B0E71821}">
      <dgm:prSet/>
      <dgm:spPr/>
      <dgm:t>
        <a:bodyPr/>
        <a:lstStyle/>
        <a:p>
          <a:endParaRPr lang="en-US"/>
        </a:p>
      </dgm:t>
    </dgm:pt>
    <dgm:pt modelId="{4F47BA2E-F421-7445-9FAA-4AA3A0CE0772}" type="sibTrans" cxnId="{C559A398-8250-7343-B28C-9723B0E71821}">
      <dgm:prSet/>
      <dgm:spPr/>
      <dgm:t>
        <a:bodyPr/>
        <a:lstStyle/>
        <a:p>
          <a:endParaRPr lang="en-US"/>
        </a:p>
      </dgm:t>
    </dgm:pt>
    <dgm:pt modelId="{5E31BD72-907A-3144-AF78-6ADAEEB6A787}">
      <dgm:prSet phldrT="[Text]" custT="1"/>
      <dgm:spPr/>
      <dgm:t>
        <a:bodyPr/>
        <a:lstStyle/>
        <a:p>
          <a:r>
            <a:rPr lang="en-US" sz="2400"/>
            <a:t>Did not include X-Ray</a:t>
          </a:r>
        </a:p>
      </dgm:t>
    </dgm:pt>
    <dgm:pt modelId="{04511021-FEE3-7D4C-9270-86FF91ABF983}" type="parTrans" cxnId="{82FED569-D2D1-E841-A6AB-3B3528901920}">
      <dgm:prSet/>
      <dgm:spPr/>
      <dgm:t>
        <a:bodyPr/>
        <a:lstStyle/>
        <a:p>
          <a:endParaRPr lang="en-US"/>
        </a:p>
      </dgm:t>
    </dgm:pt>
    <dgm:pt modelId="{04B538D4-0E6F-AD4F-88DF-E4B7B19FDB88}" type="sibTrans" cxnId="{82FED569-D2D1-E841-A6AB-3B3528901920}">
      <dgm:prSet/>
      <dgm:spPr/>
      <dgm:t>
        <a:bodyPr/>
        <a:lstStyle/>
        <a:p>
          <a:endParaRPr lang="en-US"/>
        </a:p>
      </dgm:t>
    </dgm:pt>
    <dgm:pt modelId="{AFE9016D-42AC-4A4E-93D5-2F03870A8EB2}">
      <dgm:prSet/>
      <dgm:spPr/>
      <dgm:t>
        <a:bodyPr/>
        <a:lstStyle/>
        <a:p>
          <a:r>
            <a:rPr lang="en-US"/>
            <a:t>Order Info</a:t>
          </a:r>
        </a:p>
      </dgm:t>
    </dgm:pt>
    <dgm:pt modelId="{B5E444DC-51FA-F14F-BE6D-6567C0B95BA1}" type="parTrans" cxnId="{E18AD024-0C8C-2C45-8907-8DB23BF68338}">
      <dgm:prSet/>
      <dgm:spPr/>
      <dgm:t>
        <a:bodyPr/>
        <a:lstStyle/>
        <a:p>
          <a:endParaRPr lang="en-US"/>
        </a:p>
      </dgm:t>
    </dgm:pt>
    <dgm:pt modelId="{ADADF229-31D7-BD42-A0F7-1B4F885728F8}" type="sibTrans" cxnId="{E18AD024-0C8C-2C45-8907-8DB23BF68338}">
      <dgm:prSet/>
      <dgm:spPr/>
      <dgm:t>
        <a:bodyPr/>
        <a:lstStyle/>
        <a:p>
          <a:endParaRPr lang="en-US"/>
        </a:p>
      </dgm:t>
    </dgm:pt>
    <dgm:pt modelId="{80F684B5-3582-B448-9BFF-B88A07357D5B}">
      <dgm:prSet custT="1"/>
      <dgm:spPr/>
      <dgm:t>
        <a:bodyPr/>
        <a:lstStyle/>
        <a:p>
          <a:r>
            <a:rPr lang="en-US" sz="2800"/>
            <a:t>Order2Procedure</a:t>
          </a:r>
        </a:p>
      </dgm:t>
    </dgm:pt>
    <dgm:pt modelId="{8658E900-F44F-584E-8D87-AF3E9C8B4D0F}" type="parTrans" cxnId="{37962AB1-F1B2-AA45-A8A0-83EE3E44B28C}">
      <dgm:prSet/>
      <dgm:spPr/>
      <dgm:t>
        <a:bodyPr/>
        <a:lstStyle/>
        <a:p>
          <a:endParaRPr lang="en-US"/>
        </a:p>
      </dgm:t>
    </dgm:pt>
    <dgm:pt modelId="{8DF0F451-B1E0-174E-91CA-5A3A76427670}" type="sibTrans" cxnId="{37962AB1-F1B2-AA45-A8A0-83EE3E44B28C}">
      <dgm:prSet/>
      <dgm:spPr/>
      <dgm:t>
        <a:bodyPr/>
        <a:lstStyle/>
        <a:p>
          <a:endParaRPr lang="en-US"/>
        </a:p>
      </dgm:t>
    </dgm:pt>
    <dgm:pt modelId="{B0C41EFC-E817-8A4B-8964-514FD2E28108}">
      <dgm:prSet custT="1"/>
      <dgm:spPr/>
      <dgm:t>
        <a:bodyPr/>
        <a:lstStyle/>
        <a:p>
          <a:r>
            <a:rPr lang="en-US" sz="2800"/>
            <a:t>Ordering Department </a:t>
          </a:r>
        </a:p>
      </dgm:t>
    </dgm:pt>
    <dgm:pt modelId="{9EA7558B-A489-644A-971F-2CA1537BA687}" type="parTrans" cxnId="{991CD9E6-B24E-1E47-BB27-35E65C642424}">
      <dgm:prSet/>
      <dgm:spPr/>
      <dgm:t>
        <a:bodyPr/>
        <a:lstStyle/>
        <a:p>
          <a:endParaRPr lang="en-US"/>
        </a:p>
      </dgm:t>
    </dgm:pt>
    <dgm:pt modelId="{44406A97-5339-2F48-A423-3FC06B4B5052}" type="sibTrans" cxnId="{991CD9E6-B24E-1E47-BB27-35E65C642424}">
      <dgm:prSet/>
      <dgm:spPr/>
      <dgm:t>
        <a:bodyPr/>
        <a:lstStyle/>
        <a:p>
          <a:endParaRPr lang="en-US"/>
        </a:p>
      </dgm:t>
    </dgm:pt>
    <dgm:pt modelId="{7D3418F5-C5E5-1B4F-B66E-7B21FC64F2D6}">
      <dgm:prSet custT="1"/>
      <dgm:spPr/>
      <dgm:t>
        <a:bodyPr/>
        <a:lstStyle/>
        <a:p>
          <a:r>
            <a:rPr lang="en-US" sz="2800"/>
            <a:t>Order2Result</a:t>
          </a:r>
        </a:p>
      </dgm:t>
    </dgm:pt>
    <dgm:pt modelId="{FFCECB52-0AB6-E34F-8804-0E1F7E581041}" type="parTrans" cxnId="{EE1D9900-155D-004A-9439-864E28A482C2}">
      <dgm:prSet/>
      <dgm:spPr/>
      <dgm:t>
        <a:bodyPr/>
        <a:lstStyle/>
        <a:p>
          <a:endParaRPr lang="en-US"/>
        </a:p>
      </dgm:t>
    </dgm:pt>
    <dgm:pt modelId="{B4203560-C1FD-F240-88D7-630B39B84D52}" type="sibTrans" cxnId="{EE1D9900-155D-004A-9439-864E28A482C2}">
      <dgm:prSet/>
      <dgm:spPr/>
      <dgm:t>
        <a:bodyPr/>
        <a:lstStyle/>
        <a:p>
          <a:endParaRPr lang="en-US"/>
        </a:p>
      </dgm:t>
    </dgm:pt>
    <dgm:pt modelId="{C7B3307B-AE1B-4F47-AFB5-151EF698DD9D}">
      <dgm:prSet custT="1"/>
      <dgm:spPr/>
      <dgm:t>
        <a:bodyPr/>
        <a:lstStyle/>
        <a:p>
          <a:r>
            <a:rPr lang="en-US" sz="2800"/>
            <a:t>Result2Discharge</a:t>
          </a:r>
        </a:p>
      </dgm:t>
    </dgm:pt>
    <dgm:pt modelId="{1A355507-D4E0-CB40-BE49-AFB3DE7FBB1B}" type="parTrans" cxnId="{E02AF7F7-B80E-234C-B3CA-432EC7DCD568}">
      <dgm:prSet/>
      <dgm:spPr/>
      <dgm:t>
        <a:bodyPr/>
        <a:lstStyle/>
        <a:p>
          <a:endParaRPr lang="en-US"/>
        </a:p>
      </dgm:t>
    </dgm:pt>
    <dgm:pt modelId="{2A683D66-C7CF-3D49-A1FC-65AB8E7B45FD}" type="sibTrans" cxnId="{E02AF7F7-B80E-234C-B3CA-432EC7DCD568}">
      <dgm:prSet/>
      <dgm:spPr/>
      <dgm:t>
        <a:bodyPr/>
        <a:lstStyle/>
        <a:p>
          <a:endParaRPr lang="en-US"/>
        </a:p>
      </dgm:t>
    </dgm:pt>
    <dgm:pt modelId="{7BA9EDC3-EEE6-C347-98AD-14189B7439E0}" type="pres">
      <dgm:prSet presAssocID="{7CEC24B2-9A34-C14A-8026-2DE231AD6D91}" presName="Name0" presStyleCnt="0">
        <dgm:presLayoutVars>
          <dgm:dir/>
          <dgm:animLvl val="lvl"/>
          <dgm:resizeHandles val="exact"/>
        </dgm:presLayoutVars>
      </dgm:prSet>
      <dgm:spPr/>
    </dgm:pt>
    <dgm:pt modelId="{0F53DE79-89D2-F740-A1E2-A7331647919F}" type="pres">
      <dgm:prSet presAssocID="{C729E93A-68A3-B944-996C-F56F03ADCF3C}" presName="linNode" presStyleCnt="0"/>
      <dgm:spPr/>
    </dgm:pt>
    <dgm:pt modelId="{DA2EFE98-B662-9D45-B74F-0DB1EAB86523}" type="pres">
      <dgm:prSet presAssocID="{C729E93A-68A3-B944-996C-F56F03ADCF3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64A8636-40C8-7E40-B74D-7C9AEEC5A68E}" type="pres">
      <dgm:prSet presAssocID="{C729E93A-68A3-B944-996C-F56F03ADCF3C}" presName="descendantText" presStyleLbl="alignAccFollowNode1" presStyleIdx="0" presStyleCnt="4">
        <dgm:presLayoutVars>
          <dgm:bulletEnabled val="1"/>
        </dgm:presLayoutVars>
      </dgm:prSet>
      <dgm:spPr/>
    </dgm:pt>
    <dgm:pt modelId="{B892C28B-5AF2-5944-9968-241B07F9D4D2}" type="pres">
      <dgm:prSet presAssocID="{C9047341-E3F3-E944-BAE5-28975978B3E0}" presName="sp" presStyleCnt="0"/>
      <dgm:spPr/>
    </dgm:pt>
    <dgm:pt modelId="{C8E9330C-2C76-944F-8EF1-2EAEA8EF2A20}" type="pres">
      <dgm:prSet presAssocID="{CA0848A2-3E0E-3E49-BBCE-29FC854D65BE}" presName="linNode" presStyleCnt="0"/>
      <dgm:spPr/>
    </dgm:pt>
    <dgm:pt modelId="{72CB2F20-E110-9D4E-A550-1902FA6D50BE}" type="pres">
      <dgm:prSet presAssocID="{CA0848A2-3E0E-3E49-BBCE-29FC854D65B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9FD6AB1-A8C5-6543-BC9C-3B67B6D8AF7C}" type="pres">
      <dgm:prSet presAssocID="{CA0848A2-3E0E-3E49-BBCE-29FC854D65BE}" presName="descendantText" presStyleLbl="alignAccFollowNode1" presStyleIdx="1" presStyleCnt="4">
        <dgm:presLayoutVars>
          <dgm:bulletEnabled val="1"/>
        </dgm:presLayoutVars>
      </dgm:prSet>
      <dgm:spPr/>
    </dgm:pt>
    <dgm:pt modelId="{B2978DCC-CB09-CB46-AF1C-53642995B598}" type="pres">
      <dgm:prSet presAssocID="{8BCBF9FD-9DE4-3E43-98FB-CCEFF30CE873}" presName="sp" presStyleCnt="0"/>
      <dgm:spPr/>
    </dgm:pt>
    <dgm:pt modelId="{CE536198-555E-F745-94DC-C170A9D4272A}" type="pres">
      <dgm:prSet presAssocID="{0A82FB6C-E7E6-8342-B526-99803B77490D}" presName="linNode" presStyleCnt="0"/>
      <dgm:spPr/>
    </dgm:pt>
    <dgm:pt modelId="{2D255291-ABF5-A346-8E13-64E6357CFF1F}" type="pres">
      <dgm:prSet presAssocID="{0A82FB6C-E7E6-8342-B526-99803B77490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8C5EE5A-0C17-2647-B5C1-C46438DAEADB}" type="pres">
      <dgm:prSet presAssocID="{0A82FB6C-E7E6-8342-B526-99803B77490D}" presName="descendantText" presStyleLbl="alignAccFollowNode1" presStyleIdx="2" presStyleCnt="4" custScaleY="133225">
        <dgm:presLayoutVars>
          <dgm:bulletEnabled val="1"/>
        </dgm:presLayoutVars>
      </dgm:prSet>
      <dgm:spPr/>
    </dgm:pt>
    <dgm:pt modelId="{DA95ED09-6205-AF4B-8C76-FC75922EB591}" type="pres">
      <dgm:prSet presAssocID="{895F3429-941A-FD4F-BCB9-75513CB66089}" presName="sp" presStyleCnt="0"/>
      <dgm:spPr/>
    </dgm:pt>
    <dgm:pt modelId="{688E594F-9DD1-3B48-AEFB-E8B7F873886C}" type="pres">
      <dgm:prSet presAssocID="{AFE9016D-42AC-4A4E-93D5-2F03870A8EB2}" presName="linNode" presStyleCnt="0"/>
      <dgm:spPr/>
    </dgm:pt>
    <dgm:pt modelId="{4D419EEF-20B7-3642-BCC5-BD9B13846234}" type="pres">
      <dgm:prSet presAssocID="{AFE9016D-42AC-4A4E-93D5-2F03870A8EB2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20B3A83-98AA-D142-B7E0-AF759B0D82ED}" type="pres">
      <dgm:prSet presAssocID="{AFE9016D-42AC-4A4E-93D5-2F03870A8EB2}" presName="descendantText" presStyleLbl="alignAccFollowNode1" presStyleIdx="3" presStyleCnt="4" custScaleY="134578">
        <dgm:presLayoutVars>
          <dgm:bulletEnabled val="1"/>
        </dgm:presLayoutVars>
      </dgm:prSet>
      <dgm:spPr/>
    </dgm:pt>
  </dgm:ptLst>
  <dgm:cxnLst>
    <dgm:cxn modelId="{EE1D9900-155D-004A-9439-864E28A482C2}" srcId="{AFE9016D-42AC-4A4E-93D5-2F03870A8EB2}" destId="{7D3418F5-C5E5-1B4F-B66E-7B21FC64F2D6}" srcOrd="1" destOrd="0" parTransId="{FFCECB52-0AB6-E34F-8804-0E1F7E581041}" sibTransId="{B4203560-C1FD-F240-88D7-630B39B84D52}"/>
    <dgm:cxn modelId="{F987AB01-BBDF-E347-B996-61FA7E10B210}" type="presOf" srcId="{7D3418F5-C5E5-1B4F-B66E-7B21FC64F2D6}" destId="{A20B3A83-98AA-D142-B7E0-AF759B0D82ED}" srcOrd="0" destOrd="1" presId="urn:microsoft.com/office/officeart/2005/8/layout/vList5"/>
    <dgm:cxn modelId="{6A9C4413-BFD3-F543-8140-BED07EF8099B}" type="presOf" srcId="{28F5CF16-2E2B-D34C-ABDB-3ABB158C16FF}" destId="{A8C5EE5A-0C17-2647-B5C1-C46438DAEADB}" srcOrd="0" destOrd="1" presId="urn:microsoft.com/office/officeart/2005/8/layout/vList5"/>
    <dgm:cxn modelId="{01B9A613-7B0D-0D4E-ADD6-844E7B0FAA5E}" srcId="{0A82FB6C-E7E6-8342-B526-99803B77490D}" destId="{28F5CF16-2E2B-D34C-ABDB-3ABB158C16FF}" srcOrd="1" destOrd="0" parTransId="{06C427D7-8D3F-1D49-9B4D-8C7D672A18E4}" sibTransId="{D789995D-3202-B142-953A-7A6699160A5E}"/>
    <dgm:cxn modelId="{8ECAB91B-37D7-154B-9BAC-51F4EECF013E}" type="presOf" srcId="{D5727948-6CD4-C142-9C74-E06E1C953941}" destId="{464A8636-40C8-7E40-B74D-7C9AEEC5A68E}" srcOrd="0" destOrd="0" presId="urn:microsoft.com/office/officeart/2005/8/layout/vList5"/>
    <dgm:cxn modelId="{5547C81C-BABD-D24D-A080-BDAE8EE015DE}" type="presOf" srcId="{80F684B5-3582-B448-9BFF-B88A07357D5B}" destId="{A20B3A83-98AA-D142-B7E0-AF759B0D82ED}" srcOrd="0" destOrd="0" presId="urn:microsoft.com/office/officeart/2005/8/layout/vList5"/>
    <dgm:cxn modelId="{0EE3301F-7F36-5648-A6EC-946ADA57EEAB}" srcId="{7CEC24B2-9A34-C14A-8026-2DE231AD6D91}" destId="{C729E93A-68A3-B944-996C-F56F03ADCF3C}" srcOrd="0" destOrd="0" parTransId="{39757DEA-51E1-2B44-AF74-AAE8EC8EA58B}" sibTransId="{C9047341-E3F3-E944-BAE5-28975978B3E0}"/>
    <dgm:cxn modelId="{DDEEB31F-7063-724B-B61E-60AFCE96301A}" type="presOf" srcId="{C7B3307B-AE1B-4F47-AFB5-151EF698DD9D}" destId="{A20B3A83-98AA-D142-B7E0-AF759B0D82ED}" srcOrd="0" destOrd="2" presId="urn:microsoft.com/office/officeart/2005/8/layout/vList5"/>
    <dgm:cxn modelId="{E18AD024-0C8C-2C45-8907-8DB23BF68338}" srcId="{7CEC24B2-9A34-C14A-8026-2DE231AD6D91}" destId="{AFE9016D-42AC-4A4E-93D5-2F03870A8EB2}" srcOrd="3" destOrd="0" parTransId="{B5E444DC-51FA-F14F-BE6D-6567C0B95BA1}" sibTransId="{ADADF229-31D7-BD42-A0F7-1B4F885728F8}"/>
    <dgm:cxn modelId="{A2993133-E8E6-8547-9892-9F45B4C5F5FC}" type="presOf" srcId="{60135550-A9A4-DE42-A43A-12D811D0FEFE}" destId="{F9FD6AB1-A8C5-6543-BC9C-3B67B6D8AF7C}" srcOrd="0" destOrd="0" presId="urn:microsoft.com/office/officeart/2005/8/layout/vList5"/>
    <dgm:cxn modelId="{4554D633-4CE6-2A4B-AA41-A7C25C719172}" type="presOf" srcId="{CA0848A2-3E0E-3E49-BBCE-29FC854D65BE}" destId="{72CB2F20-E110-9D4E-A550-1902FA6D50BE}" srcOrd="0" destOrd="0" presId="urn:microsoft.com/office/officeart/2005/8/layout/vList5"/>
    <dgm:cxn modelId="{AC99863B-6D08-5948-8775-22CD679C10A4}" type="presOf" srcId="{B0C41EFC-E817-8A4B-8964-514FD2E28108}" destId="{A20B3A83-98AA-D142-B7E0-AF759B0D82ED}" srcOrd="0" destOrd="3" presId="urn:microsoft.com/office/officeart/2005/8/layout/vList5"/>
    <dgm:cxn modelId="{0BD14A46-5225-8F4F-9429-0301BC988B9A}" type="presOf" srcId="{54C540BD-6EA0-F147-8CF8-D8DDA441FFBB}" destId="{464A8636-40C8-7E40-B74D-7C9AEEC5A68E}" srcOrd="0" destOrd="1" presId="urn:microsoft.com/office/officeart/2005/8/layout/vList5"/>
    <dgm:cxn modelId="{82FED569-D2D1-E841-A6AB-3B3528901920}" srcId="{28F5CF16-2E2B-D34C-ABDB-3ABB158C16FF}" destId="{5E31BD72-907A-3144-AF78-6ADAEEB6A787}" srcOrd="1" destOrd="0" parTransId="{04511021-FEE3-7D4C-9270-86FF91ABF983}" sibTransId="{04B538D4-0E6F-AD4F-88DF-E4B7B19FDB88}"/>
    <dgm:cxn modelId="{768B7782-CED1-B048-8260-4AB21AC55540}" srcId="{CA0848A2-3E0E-3E49-BBCE-29FC854D65BE}" destId="{60135550-A9A4-DE42-A43A-12D811D0FEFE}" srcOrd="0" destOrd="0" parTransId="{0FCAE365-9F4B-2C43-ADF2-F2ADA2940ECE}" sibTransId="{A8D67677-135B-0846-B2A5-7CB624F0E2DC}"/>
    <dgm:cxn modelId="{7F26CA90-2499-5E4F-A42F-DC2C16AED0F7}" srcId="{7CEC24B2-9A34-C14A-8026-2DE231AD6D91}" destId="{CA0848A2-3E0E-3E49-BBCE-29FC854D65BE}" srcOrd="1" destOrd="0" parTransId="{527F73C4-7D89-4940-A343-6213BD7AC29F}" sibTransId="{8BCBF9FD-9DE4-3E43-98FB-CCEFF30CE873}"/>
    <dgm:cxn modelId="{C559A398-8250-7343-B28C-9723B0E71821}" srcId="{28F5CF16-2E2B-D34C-ABDB-3ABB158C16FF}" destId="{316C1937-0036-1044-9A78-2739A70DBE5F}" srcOrd="0" destOrd="0" parTransId="{C144D76D-8E6F-4648-AB53-D8018004979C}" sibTransId="{4F47BA2E-F421-7445-9FAA-4AA3A0CE0772}"/>
    <dgm:cxn modelId="{D53BA09C-145F-0A4B-A8AE-7D1AEE642EED}" type="presOf" srcId="{5E31BD72-907A-3144-AF78-6ADAEEB6A787}" destId="{A8C5EE5A-0C17-2647-B5C1-C46438DAEADB}" srcOrd="0" destOrd="3" presId="urn:microsoft.com/office/officeart/2005/8/layout/vList5"/>
    <dgm:cxn modelId="{CFC85BAA-3EFC-8846-8130-CF943D456AA0}" type="presOf" srcId="{0A82FB6C-E7E6-8342-B526-99803B77490D}" destId="{2D255291-ABF5-A346-8E13-64E6357CFF1F}" srcOrd="0" destOrd="0" presId="urn:microsoft.com/office/officeart/2005/8/layout/vList5"/>
    <dgm:cxn modelId="{37962AB1-F1B2-AA45-A8A0-83EE3E44B28C}" srcId="{AFE9016D-42AC-4A4E-93D5-2F03870A8EB2}" destId="{80F684B5-3582-B448-9BFF-B88A07357D5B}" srcOrd="0" destOrd="0" parTransId="{8658E900-F44F-584E-8D87-AF3E9C8B4D0F}" sibTransId="{8DF0F451-B1E0-174E-91CA-5A3A76427670}"/>
    <dgm:cxn modelId="{DFCFE1B1-53B9-AB48-A519-5A233DC7C094}" srcId="{0A82FB6C-E7E6-8342-B526-99803B77490D}" destId="{4BD61B98-4EF7-0446-9A08-BA54AD63A5ED}" srcOrd="0" destOrd="0" parTransId="{679BAEFE-5884-D145-B0F3-5B06D86838D4}" sibTransId="{EE298B08-069C-5242-8CB9-170C5586F730}"/>
    <dgm:cxn modelId="{842859B4-16A2-8344-BE16-3058FDCEEAEA}" type="presOf" srcId="{C729E93A-68A3-B944-996C-F56F03ADCF3C}" destId="{DA2EFE98-B662-9D45-B74F-0DB1EAB86523}" srcOrd="0" destOrd="0" presId="urn:microsoft.com/office/officeart/2005/8/layout/vList5"/>
    <dgm:cxn modelId="{228B43B5-7C9B-5945-B820-56DD24CD57A9}" srcId="{C729E93A-68A3-B944-996C-F56F03ADCF3C}" destId="{D5727948-6CD4-C142-9C74-E06E1C953941}" srcOrd="0" destOrd="0" parTransId="{272A7553-AB76-5848-ADA1-E26A355AF1BA}" sibTransId="{77DD5161-14B0-864F-9B46-A8CC5DF3C4B6}"/>
    <dgm:cxn modelId="{1CC15BBC-45F7-8C4B-B6D3-BC9A6D36AC1A}" type="presOf" srcId="{7CEC24B2-9A34-C14A-8026-2DE231AD6D91}" destId="{7BA9EDC3-EEE6-C347-98AD-14189B7439E0}" srcOrd="0" destOrd="0" presId="urn:microsoft.com/office/officeart/2005/8/layout/vList5"/>
    <dgm:cxn modelId="{3B0C2AC0-A1FB-DF4C-A38D-BE9EF565A70B}" srcId="{7CEC24B2-9A34-C14A-8026-2DE231AD6D91}" destId="{0A82FB6C-E7E6-8342-B526-99803B77490D}" srcOrd="2" destOrd="0" parTransId="{602B5901-962D-7745-87B7-85DA07451595}" sibTransId="{895F3429-941A-FD4F-BCB9-75513CB66089}"/>
    <dgm:cxn modelId="{E329F7E4-A4A6-3C4E-9FDA-7B54D59C3A54}" type="presOf" srcId="{4BD61B98-4EF7-0446-9A08-BA54AD63A5ED}" destId="{A8C5EE5A-0C17-2647-B5C1-C46438DAEADB}" srcOrd="0" destOrd="0" presId="urn:microsoft.com/office/officeart/2005/8/layout/vList5"/>
    <dgm:cxn modelId="{991CD9E6-B24E-1E47-BB27-35E65C642424}" srcId="{AFE9016D-42AC-4A4E-93D5-2F03870A8EB2}" destId="{B0C41EFC-E817-8A4B-8964-514FD2E28108}" srcOrd="3" destOrd="0" parTransId="{9EA7558B-A489-644A-971F-2CA1537BA687}" sibTransId="{44406A97-5339-2F48-A423-3FC06B4B5052}"/>
    <dgm:cxn modelId="{9031FBF0-47F7-4545-ABED-B0B2339AF6F0}" srcId="{C729E93A-68A3-B944-996C-F56F03ADCF3C}" destId="{54C540BD-6EA0-F147-8CF8-D8DDA441FFBB}" srcOrd="1" destOrd="0" parTransId="{BB43CBB0-A33D-CE4D-ABC5-7BC222434690}" sibTransId="{76FF3D15-D755-D244-B25E-4936E28024B8}"/>
    <dgm:cxn modelId="{E9CF8BF2-005E-5D48-BB50-39D7C75D867A}" type="presOf" srcId="{AFE9016D-42AC-4A4E-93D5-2F03870A8EB2}" destId="{4D419EEF-20B7-3642-BCC5-BD9B13846234}" srcOrd="0" destOrd="0" presId="urn:microsoft.com/office/officeart/2005/8/layout/vList5"/>
    <dgm:cxn modelId="{E02AF7F7-B80E-234C-B3CA-432EC7DCD568}" srcId="{AFE9016D-42AC-4A4E-93D5-2F03870A8EB2}" destId="{C7B3307B-AE1B-4F47-AFB5-151EF698DD9D}" srcOrd="2" destOrd="0" parTransId="{1A355507-D4E0-CB40-BE49-AFB3DE7FBB1B}" sibTransId="{2A683D66-C7CF-3D49-A1FC-65AB8E7B45FD}"/>
    <dgm:cxn modelId="{A9EF53FF-A6E4-224F-BF5B-B308894DABD7}" type="presOf" srcId="{316C1937-0036-1044-9A78-2739A70DBE5F}" destId="{A8C5EE5A-0C17-2647-B5C1-C46438DAEADB}" srcOrd="0" destOrd="2" presId="urn:microsoft.com/office/officeart/2005/8/layout/vList5"/>
    <dgm:cxn modelId="{1FA86880-0734-5843-AEF6-084EAF2A7EB3}" type="presParOf" srcId="{7BA9EDC3-EEE6-C347-98AD-14189B7439E0}" destId="{0F53DE79-89D2-F740-A1E2-A7331647919F}" srcOrd="0" destOrd="0" presId="urn:microsoft.com/office/officeart/2005/8/layout/vList5"/>
    <dgm:cxn modelId="{370F865B-FE06-944D-AE92-C0C6BB1DC15B}" type="presParOf" srcId="{0F53DE79-89D2-F740-A1E2-A7331647919F}" destId="{DA2EFE98-B662-9D45-B74F-0DB1EAB86523}" srcOrd="0" destOrd="0" presId="urn:microsoft.com/office/officeart/2005/8/layout/vList5"/>
    <dgm:cxn modelId="{852D7BCA-6C76-964E-8F33-DF48199A68B8}" type="presParOf" srcId="{0F53DE79-89D2-F740-A1E2-A7331647919F}" destId="{464A8636-40C8-7E40-B74D-7C9AEEC5A68E}" srcOrd="1" destOrd="0" presId="urn:microsoft.com/office/officeart/2005/8/layout/vList5"/>
    <dgm:cxn modelId="{67255278-6F86-0148-A8E8-4AD1BD715524}" type="presParOf" srcId="{7BA9EDC3-EEE6-C347-98AD-14189B7439E0}" destId="{B892C28B-5AF2-5944-9968-241B07F9D4D2}" srcOrd="1" destOrd="0" presId="urn:microsoft.com/office/officeart/2005/8/layout/vList5"/>
    <dgm:cxn modelId="{BB1BE54E-8302-384D-A5BA-150BD07D4031}" type="presParOf" srcId="{7BA9EDC3-EEE6-C347-98AD-14189B7439E0}" destId="{C8E9330C-2C76-944F-8EF1-2EAEA8EF2A20}" srcOrd="2" destOrd="0" presId="urn:microsoft.com/office/officeart/2005/8/layout/vList5"/>
    <dgm:cxn modelId="{F31E720B-1DDC-2742-B356-70AB87F1F87C}" type="presParOf" srcId="{C8E9330C-2C76-944F-8EF1-2EAEA8EF2A20}" destId="{72CB2F20-E110-9D4E-A550-1902FA6D50BE}" srcOrd="0" destOrd="0" presId="urn:microsoft.com/office/officeart/2005/8/layout/vList5"/>
    <dgm:cxn modelId="{722DDD55-DB71-DF4D-A169-96256E697575}" type="presParOf" srcId="{C8E9330C-2C76-944F-8EF1-2EAEA8EF2A20}" destId="{F9FD6AB1-A8C5-6543-BC9C-3B67B6D8AF7C}" srcOrd="1" destOrd="0" presId="urn:microsoft.com/office/officeart/2005/8/layout/vList5"/>
    <dgm:cxn modelId="{782B31DB-88D8-FF48-BCF5-0288114916F2}" type="presParOf" srcId="{7BA9EDC3-EEE6-C347-98AD-14189B7439E0}" destId="{B2978DCC-CB09-CB46-AF1C-53642995B598}" srcOrd="3" destOrd="0" presId="urn:microsoft.com/office/officeart/2005/8/layout/vList5"/>
    <dgm:cxn modelId="{697FCBFD-691C-8B43-B5C4-CC0A83FB1D68}" type="presParOf" srcId="{7BA9EDC3-EEE6-C347-98AD-14189B7439E0}" destId="{CE536198-555E-F745-94DC-C170A9D4272A}" srcOrd="4" destOrd="0" presId="urn:microsoft.com/office/officeart/2005/8/layout/vList5"/>
    <dgm:cxn modelId="{DDC162B2-C9B3-C848-A6B2-059D06C818AE}" type="presParOf" srcId="{CE536198-555E-F745-94DC-C170A9D4272A}" destId="{2D255291-ABF5-A346-8E13-64E6357CFF1F}" srcOrd="0" destOrd="0" presId="urn:microsoft.com/office/officeart/2005/8/layout/vList5"/>
    <dgm:cxn modelId="{B59BA255-8740-034F-BC56-6ACB4BE241CC}" type="presParOf" srcId="{CE536198-555E-F745-94DC-C170A9D4272A}" destId="{A8C5EE5A-0C17-2647-B5C1-C46438DAEADB}" srcOrd="1" destOrd="0" presId="urn:microsoft.com/office/officeart/2005/8/layout/vList5"/>
    <dgm:cxn modelId="{B5C84EFF-1C20-9046-ADE8-7B2CC1D476C8}" type="presParOf" srcId="{7BA9EDC3-EEE6-C347-98AD-14189B7439E0}" destId="{DA95ED09-6205-AF4B-8C76-FC75922EB591}" srcOrd="5" destOrd="0" presId="urn:microsoft.com/office/officeart/2005/8/layout/vList5"/>
    <dgm:cxn modelId="{3924CA37-8CC3-744F-9B9D-0ED0EE6EE000}" type="presParOf" srcId="{7BA9EDC3-EEE6-C347-98AD-14189B7439E0}" destId="{688E594F-9DD1-3B48-AEFB-E8B7F873886C}" srcOrd="6" destOrd="0" presId="urn:microsoft.com/office/officeart/2005/8/layout/vList5"/>
    <dgm:cxn modelId="{890CB9D6-92A1-B74B-858B-777566D92A4B}" type="presParOf" srcId="{688E594F-9DD1-3B48-AEFB-E8B7F873886C}" destId="{4D419EEF-20B7-3642-BCC5-BD9B13846234}" srcOrd="0" destOrd="0" presId="urn:microsoft.com/office/officeart/2005/8/layout/vList5"/>
    <dgm:cxn modelId="{48EACC17-5AA2-204F-BB2A-F93106E1FA74}" type="presParOf" srcId="{688E594F-9DD1-3B48-AEFB-E8B7F873886C}" destId="{A20B3A83-98AA-D142-B7E0-AF759B0D82E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F91490-81C5-C54E-8A4F-C6981D17A0B2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6D9593-4388-9E43-B0CA-6011A8806C68}">
      <dgm:prSet phldrT="[Text]"/>
      <dgm:spPr/>
      <dgm:t>
        <a:bodyPr/>
        <a:lstStyle/>
        <a:p>
          <a:r>
            <a:rPr lang="en-US"/>
            <a:t>Weekend service availability gaps and pre-procedural inefficiencies contribute to discharge delays</a:t>
          </a:r>
        </a:p>
      </dgm:t>
    </dgm:pt>
    <dgm:pt modelId="{9CCA42B4-942A-134C-BCC0-90AD82273010}" type="parTrans" cxnId="{C566BE4A-DF0A-2442-990C-2EEE94C2A3D3}">
      <dgm:prSet/>
      <dgm:spPr/>
      <dgm:t>
        <a:bodyPr/>
        <a:lstStyle/>
        <a:p>
          <a:endParaRPr lang="en-US"/>
        </a:p>
      </dgm:t>
    </dgm:pt>
    <dgm:pt modelId="{1D7C275E-5414-AD4B-8572-579CCE10BA9E}" type="sibTrans" cxnId="{C566BE4A-DF0A-2442-990C-2EEE94C2A3D3}">
      <dgm:prSet/>
      <dgm:spPr/>
      <dgm:t>
        <a:bodyPr/>
        <a:lstStyle/>
        <a:p>
          <a:endParaRPr lang="en-US"/>
        </a:p>
      </dgm:t>
    </dgm:pt>
    <dgm:pt modelId="{A113650D-FA44-9242-850C-98F8D41587FB}">
      <dgm:prSet phldrT="[Text]"/>
      <dgm:spPr/>
      <dgm:t>
        <a:bodyPr/>
        <a:lstStyle/>
        <a:p>
          <a:r>
            <a:rPr lang="en-US"/>
            <a:t>Capacity and Demand of MRI and Echo services</a:t>
          </a:r>
        </a:p>
      </dgm:t>
    </dgm:pt>
    <dgm:pt modelId="{B3071675-B7C8-3F4A-B1A8-EB9348F1322B}" type="parTrans" cxnId="{4B66B81E-3EBE-DE47-96FD-A22D73D2EF4B}">
      <dgm:prSet/>
      <dgm:spPr/>
      <dgm:t>
        <a:bodyPr/>
        <a:lstStyle/>
        <a:p>
          <a:endParaRPr lang="en-US"/>
        </a:p>
      </dgm:t>
    </dgm:pt>
    <dgm:pt modelId="{544B4640-6F35-9B4E-A596-C69D07C0A325}" type="sibTrans" cxnId="{4B66B81E-3EBE-DE47-96FD-A22D73D2EF4B}">
      <dgm:prSet/>
      <dgm:spPr/>
      <dgm:t>
        <a:bodyPr/>
        <a:lstStyle/>
        <a:p>
          <a:endParaRPr lang="en-US"/>
        </a:p>
      </dgm:t>
    </dgm:pt>
    <dgm:pt modelId="{C9776363-D06B-A044-AC28-73D399FB5DF3}">
      <dgm:prSet phldrT="[Text]"/>
      <dgm:spPr/>
      <dgm:t>
        <a:bodyPr/>
        <a:lstStyle/>
        <a:p>
          <a:r>
            <a:rPr lang="en-US"/>
            <a:t>Ordering &amp; Scheduling</a:t>
          </a:r>
        </a:p>
      </dgm:t>
    </dgm:pt>
    <dgm:pt modelId="{05171210-E032-6447-BCDC-C71A640DBAC4}" type="parTrans" cxnId="{3568D71A-AE13-844E-B423-56D49BC18327}">
      <dgm:prSet/>
      <dgm:spPr/>
      <dgm:t>
        <a:bodyPr/>
        <a:lstStyle/>
        <a:p>
          <a:endParaRPr lang="en-US"/>
        </a:p>
      </dgm:t>
    </dgm:pt>
    <dgm:pt modelId="{7A059EA7-BB81-F14D-AAD9-BAB7338796C4}" type="sibTrans" cxnId="{3568D71A-AE13-844E-B423-56D49BC18327}">
      <dgm:prSet/>
      <dgm:spPr/>
      <dgm:t>
        <a:bodyPr/>
        <a:lstStyle/>
        <a:p>
          <a:endParaRPr lang="en-US"/>
        </a:p>
      </dgm:t>
    </dgm:pt>
    <dgm:pt modelId="{C3621571-CB2A-F34C-9642-A7701203FF79}" type="pres">
      <dgm:prSet presAssocID="{7EF91490-81C5-C54E-8A4F-C6981D17A0B2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DD0F517-8476-984B-8B8B-86A00CAB729E}" type="pres">
      <dgm:prSet presAssocID="{9E6D9593-4388-9E43-B0CA-6011A8806C68}" presName="singleCycle" presStyleCnt="0"/>
      <dgm:spPr/>
    </dgm:pt>
    <dgm:pt modelId="{F0C52E1B-88E6-4141-8D56-03F51A693530}" type="pres">
      <dgm:prSet presAssocID="{9E6D9593-4388-9E43-B0CA-6011A8806C68}" presName="singleCenter" presStyleLbl="node1" presStyleIdx="0" presStyleCnt="3" custScaleX="299902" custLinFactNeighborX="-595" custLinFactNeighborY="-12500">
        <dgm:presLayoutVars>
          <dgm:chMax val="7"/>
          <dgm:chPref val="7"/>
        </dgm:presLayoutVars>
      </dgm:prSet>
      <dgm:spPr>
        <a:prstGeom prst="roundRect">
          <a:avLst/>
        </a:prstGeom>
      </dgm:spPr>
    </dgm:pt>
    <dgm:pt modelId="{4AB03368-EBEA-0D4C-B21C-08614C73FD5F}" type="pres">
      <dgm:prSet presAssocID="{B3071675-B7C8-3F4A-B1A8-EB9348F1322B}" presName="Name56" presStyleLbl="parChTrans1D2" presStyleIdx="0" presStyleCnt="2"/>
      <dgm:spPr/>
    </dgm:pt>
    <dgm:pt modelId="{8CD8DF9D-92A7-8445-969C-0CEF543D0F36}" type="pres">
      <dgm:prSet presAssocID="{A113650D-FA44-9242-850C-98F8D41587FB}" presName="text0" presStyleLbl="node1" presStyleIdx="1" presStyleCnt="3" custScaleX="252748" custRadScaleRad="143703" custRadScaleInc="-139735">
        <dgm:presLayoutVars>
          <dgm:bulletEnabled val="1"/>
        </dgm:presLayoutVars>
      </dgm:prSet>
      <dgm:spPr>
        <a:prstGeom prst="rect">
          <a:avLst/>
        </a:prstGeom>
      </dgm:spPr>
    </dgm:pt>
    <dgm:pt modelId="{0F6BE085-A2F9-5C47-85BB-F2B02FE25408}" type="pres">
      <dgm:prSet presAssocID="{05171210-E032-6447-BCDC-C71A640DBAC4}" presName="Name56" presStyleLbl="parChTrans1D2" presStyleIdx="1" presStyleCnt="2"/>
      <dgm:spPr/>
    </dgm:pt>
    <dgm:pt modelId="{4DE0F1FA-EB4A-D443-A0B4-1BF54408C3BC}" type="pres">
      <dgm:prSet presAssocID="{C9776363-D06B-A044-AC28-73D399FB5DF3}" presName="text0" presStyleLbl="node1" presStyleIdx="2" presStyleCnt="3" custScaleX="258063" custRadScaleRad="142790" custRadScaleInc="-59971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AFDEE818-DFCE-D949-ACA8-E6C2A33847A8}" type="presOf" srcId="{05171210-E032-6447-BCDC-C71A640DBAC4}" destId="{0F6BE085-A2F9-5C47-85BB-F2B02FE25408}" srcOrd="0" destOrd="0" presId="urn:microsoft.com/office/officeart/2008/layout/RadialCluster"/>
    <dgm:cxn modelId="{3568D71A-AE13-844E-B423-56D49BC18327}" srcId="{9E6D9593-4388-9E43-B0CA-6011A8806C68}" destId="{C9776363-D06B-A044-AC28-73D399FB5DF3}" srcOrd="1" destOrd="0" parTransId="{05171210-E032-6447-BCDC-C71A640DBAC4}" sibTransId="{7A059EA7-BB81-F14D-AAD9-BAB7338796C4}"/>
    <dgm:cxn modelId="{4B66B81E-3EBE-DE47-96FD-A22D73D2EF4B}" srcId="{9E6D9593-4388-9E43-B0CA-6011A8806C68}" destId="{A113650D-FA44-9242-850C-98F8D41587FB}" srcOrd="0" destOrd="0" parTransId="{B3071675-B7C8-3F4A-B1A8-EB9348F1322B}" sibTransId="{544B4640-6F35-9B4E-A596-C69D07C0A325}"/>
    <dgm:cxn modelId="{EA357F2E-5DF0-F748-BFAF-44E4454EF6F4}" type="presOf" srcId="{A113650D-FA44-9242-850C-98F8D41587FB}" destId="{8CD8DF9D-92A7-8445-969C-0CEF543D0F36}" srcOrd="0" destOrd="0" presId="urn:microsoft.com/office/officeart/2008/layout/RadialCluster"/>
    <dgm:cxn modelId="{5657D45B-F744-CF46-9228-47BAA9736D87}" type="presOf" srcId="{C9776363-D06B-A044-AC28-73D399FB5DF3}" destId="{4DE0F1FA-EB4A-D443-A0B4-1BF54408C3BC}" srcOrd="0" destOrd="0" presId="urn:microsoft.com/office/officeart/2008/layout/RadialCluster"/>
    <dgm:cxn modelId="{C566BE4A-DF0A-2442-990C-2EEE94C2A3D3}" srcId="{7EF91490-81C5-C54E-8A4F-C6981D17A0B2}" destId="{9E6D9593-4388-9E43-B0CA-6011A8806C68}" srcOrd="0" destOrd="0" parTransId="{9CCA42B4-942A-134C-BCC0-90AD82273010}" sibTransId="{1D7C275E-5414-AD4B-8572-579CCE10BA9E}"/>
    <dgm:cxn modelId="{E597DB4D-9A67-5243-BE8E-46898FD9AE55}" type="presOf" srcId="{9E6D9593-4388-9E43-B0CA-6011A8806C68}" destId="{F0C52E1B-88E6-4141-8D56-03F51A693530}" srcOrd="0" destOrd="0" presId="urn:microsoft.com/office/officeart/2008/layout/RadialCluster"/>
    <dgm:cxn modelId="{E7F8ACAF-C04F-434F-BD9F-C2E5CCABF35B}" type="presOf" srcId="{7EF91490-81C5-C54E-8A4F-C6981D17A0B2}" destId="{C3621571-CB2A-F34C-9642-A7701203FF79}" srcOrd="0" destOrd="0" presId="urn:microsoft.com/office/officeart/2008/layout/RadialCluster"/>
    <dgm:cxn modelId="{B9B951B3-488C-6345-B58B-C4CE2A313BAE}" type="presOf" srcId="{B3071675-B7C8-3F4A-B1A8-EB9348F1322B}" destId="{4AB03368-EBEA-0D4C-B21C-08614C73FD5F}" srcOrd="0" destOrd="0" presId="urn:microsoft.com/office/officeart/2008/layout/RadialCluster"/>
    <dgm:cxn modelId="{38B9424C-E0B3-6E43-9317-F561BFBD0D28}" type="presParOf" srcId="{C3621571-CB2A-F34C-9642-A7701203FF79}" destId="{ADD0F517-8476-984B-8B8B-86A00CAB729E}" srcOrd="0" destOrd="0" presId="urn:microsoft.com/office/officeart/2008/layout/RadialCluster"/>
    <dgm:cxn modelId="{FD3250B6-0FCC-094C-851B-08AFE77FE160}" type="presParOf" srcId="{ADD0F517-8476-984B-8B8B-86A00CAB729E}" destId="{F0C52E1B-88E6-4141-8D56-03F51A693530}" srcOrd="0" destOrd="0" presId="urn:microsoft.com/office/officeart/2008/layout/RadialCluster"/>
    <dgm:cxn modelId="{6BB5829F-97F1-F64E-B642-DBFE90822118}" type="presParOf" srcId="{ADD0F517-8476-984B-8B8B-86A00CAB729E}" destId="{4AB03368-EBEA-0D4C-B21C-08614C73FD5F}" srcOrd="1" destOrd="0" presId="urn:microsoft.com/office/officeart/2008/layout/RadialCluster"/>
    <dgm:cxn modelId="{E7E8EDDB-3D96-0A42-8564-422979D56D57}" type="presParOf" srcId="{ADD0F517-8476-984B-8B8B-86A00CAB729E}" destId="{8CD8DF9D-92A7-8445-969C-0CEF543D0F36}" srcOrd="2" destOrd="0" presId="urn:microsoft.com/office/officeart/2008/layout/RadialCluster"/>
    <dgm:cxn modelId="{873DAF8E-4D90-D34E-B4E8-607D1890B0AF}" type="presParOf" srcId="{ADD0F517-8476-984B-8B8B-86A00CAB729E}" destId="{0F6BE085-A2F9-5C47-85BB-F2B02FE25408}" srcOrd="3" destOrd="0" presId="urn:microsoft.com/office/officeart/2008/layout/RadialCluster"/>
    <dgm:cxn modelId="{19DF8B9D-BB31-4D4C-956F-1F963EE4BC1D}" type="presParOf" srcId="{ADD0F517-8476-984B-8B8B-86A00CAB729E}" destId="{4DE0F1FA-EB4A-D443-A0B4-1BF54408C3BC}" srcOrd="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1121FA8-FAFD-4AD2-ADCD-6F6C966468AA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0E51342-A60D-488B-9FC2-7A28B1802940}">
      <dgm:prSet phldrT="[Text]" custT="1"/>
      <dgm:spPr/>
      <dgm:t>
        <a:bodyPr/>
        <a:lstStyle/>
        <a:p>
          <a:pPr algn="ctr"/>
          <a:r>
            <a:rPr lang="en-US" sz="2800"/>
            <a:t>Performed regression analysis on key metrics of imaging orders </a:t>
          </a:r>
          <a:endParaRPr lang="en-IN" sz="2800"/>
        </a:p>
      </dgm:t>
    </dgm:pt>
    <dgm:pt modelId="{E302AD72-85EC-4AF9-BB5B-D7BCFCD0E868}" type="parTrans" cxnId="{13566F3F-0919-48DC-AAA9-33D0D062C1C6}">
      <dgm:prSet/>
      <dgm:spPr/>
      <dgm:t>
        <a:bodyPr/>
        <a:lstStyle/>
        <a:p>
          <a:endParaRPr lang="en-IN"/>
        </a:p>
      </dgm:t>
    </dgm:pt>
    <dgm:pt modelId="{9F2E8229-BBE8-4A75-A956-EB978F4B2B5F}" type="sibTrans" cxnId="{13566F3F-0919-48DC-AAA9-33D0D062C1C6}">
      <dgm:prSet/>
      <dgm:spPr/>
      <dgm:t>
        <a:bodyPr/>
        <a:lstStyle/>
        <a:p>
          <a:endParaRPr lang="en-IN"/>
        </a:p>
      </dgm:t>
    </dgm:pt>
    <dgm:pt modelId="{68415894-1348-4892-BBFF-2B3C5438E2A6}">
      <dgm:prSet phldrT="[Text]" custT="1"/>
      <dgm:spPr/>
      <dgm:t>
        <a:bodyPr/>
        <a:lstStyle/>
        <a:p>
          <a:r>
            <a:rPr lang="en-US" sz="2800" b="0" i="0"/>
            <a:t>Conducted observations and interviews of MRI and ECHO services</a:t>
          </a:r>
          <a:endParaRPr lang="en-IN" sz="2800"/>
        </a:p>
      </dgm:t>
    </dgm:pt>
    <dgm:pt modelId="{BB96840A-A82C-457A-83CC-CB48832D0DAC}" type="parTrans" cxnId="{CBEC2CC4-B03F-4CC8-A5EB-B593264DAE99}">
      <dgm:prSet/>
      <dgm:spPr/>
      <dgm:t>
        <a:bodyPr/>
        <a:lstStyle/>
        <a:p>
          <a:endParaRPr lang="en-IN"/>
        </a:p>
      </dgm:t>
    </dgm:pt>
    <dgm:pt modelId="{51F7EE14-09B1-4F12-A09B-EED5E33323ED}" type="sibTrans" cxnId="{CBEC2CC4-B03F-4CC8-A5EB-B593264DAE99}">
      <dgm:prSet/>
      <dgm:spPr/>
      <dgm:t>
        <a:bodyPr/>
        <a:lstStyle/>
        <a:p>
          <a:endParaRPr lang="en-IN"/>
        </a:p>
      </dgm:t>
    </dgm:pt>
    <dgm:pt modelId="{CEC53530-A2F2-4598-B01C-556550C50409}">
      <dgm:prSet phldrT="[Text]" phldr="0" custT="1"/>
      <dgm:spPr/>
      <dgm:t>
        <a:bodyPr/>
        <a:lstStyle/>
        <a:p>
          <a:r>
            <a:rPr lang="en-IN" sz="2800"/>
            <a:t>Redefined problem statement and narrowed scope </a:t>
          </a:r>
        </a:p>
      </dgm:t>
    </dgm:pt>
    <dgm:pt modelId="{3A1D68B6-9727-46FC-9EA7-8D3AF3B7B7D7}" type="parTrans" cxnId="{A03DF0D3-491A-478C-B188-AC1333DB67CA}">
      <dgm:prSet/>
      <dgm:spPr/>
      <dgm:t>
        <a:bodyPr/>
        <a:lstStyle/>
        <a:p>
          <a:endParaRPr lang="en-IN"/>
        </a:p>
      </dgm:t>
    </dgm:pt>
    <dgm:pt modelId="{6DE0C8BB-4AED-463C-A18A-19485E0657F0}" type="sibTrans" cxnId="{A03DF0D3-491A-478C-B188-AC1333DB67CA}">
      <dgm:prSet/>
      <dgm:spPr/>
      <dgm:t>
        <a:bodyPr/>
        <a:lstStyle/>
        <a:p>
          <a:endParaRPr lang="en-IN"/>
        </a:p>
      </dgm:t>
    </dgm:pt>
    <dgm:pt modelId="{81333507-B0F1-42D3-8955-ECF349AC8D03}" type="pres">
      <dgm:prSet presAssocID="{91121FA8-FAFD-4AD2-ADCD-6F6C966468AA}" presName="Name0" presStyleCnt="0">
        <dgm:presLayoutVars>
          <dgm:dir/>
          <dgm:resizeHandles val="exact"/>
        </dgm:presLayoutVars>
      </dgm:prSet>
      <dgm:spPr/>
    </dgm:pt>
    <dgm:pt modelId="{8E61AEC2-F309-4430-8522-BCDBA6745786}" type="pres">
      <dgm:prSet presAssocID="{CEC53530-A2F2-4598-B01C-556550C50409}" presName="composite" presStyleCnt="0"/>
      <dgm:spPr/>
    </dgm:pt>
    <dgm:pt modelId="{6C761252-0204-4BFA-AA88-CAA84A98AC0C}" type="pres">
      <dgm:prSet presAssocID="{CEC53530-A2F2-4598-B01C-556550C50409}" presName="imagSh" presStyleLbl="bgImgPlac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</dgm:spPr>
    </dgm:pt>
    <dgm:pt modelId="{8B876F19-370B-44AB-8367-3BC2CC90F588}" type="pres">
      <dgm:prSet presAssocID="{CEC53530-A2F2-4598-B01C-556550C50409}" presName="txNode" presStyleLbl="node1" presStyleIdx="0" presStyleCnt="3">
        <dgm:presLayoutVars>
          <dgm:bulletEnabled val="1"/>
        </dgm:presLayoutVars>
      </dgm:prSet>
      <dgm:spPr/>
    </dgm:pt>
    <dgm:pt modelId="{07502869-5DF6-41E5-86FA-117A114F319D}" type="pres">
      <dgm:prSet presAssocID="{6DE0C8BB-4AED-463C-A18A-19485E0657F0}" presName="sibTrans" presStyleLbl="sibTrans2D1" presStyleIdx="0" presStyleCnt="2"/>
      <dgm:spPr/>
    </dgm:pt>
    <dgm:pt modelId="{20B5B65D-2074-4F7D-B700-2CDB37BECE71}" type="pres">
      <dgm:prSet presAssocID="{6DE0C8BB-4AED-463C-A18A-19485E0657F0}" presName="connTx" presStyleLbl="sibTrans2D1" presStyleIdx="0" presStyleCnt="2"/>
      <dgm:spPr/>
    </dgm:pt>
    <dgm:pt modelId="{D7AD1292-E8A3-4133-B78E-3ACA10ED6E7E}" type="pres">
      <dgm:prSet presAssocID="{B0E51342-A60D-488B-9FC2-7A28B1802940}" presName="composite" presStyleCnt="0"/>
      <dgm:spPr/>
    </dgm:pt>
    <dgm:pt modelId="{27104348-8664-497C-9316-145AA4C2114D}" type="pres">
      <dgm:prSet presAssocID="{B0E51342-A60D-488B-9FC2-7A28B1802940}" presName="imagSh" presStyleLbl="bgImgPlace1" presStyleIdx="1" presStyleCnt="3" custLinFactNeighborX="-212" custLinFactNeighborY="2285"/>
      <dgm:spPr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</dgm:pt>
    <dgm:pt modelId="{7BE203FD-913B-45A9-BE4D-884F6050178D}" type="pres">
      <dgm:prSet presAssocID="{B0E51342-A60D-488B-9FC2-7A28B1802940}" presName="txNode" presStyleLbl="node1" presStyleIdx="1" presStyleCnt="3">
        <dgm:presLayoutVars>
          <dgm:bulletEnabled val="1"/>
        </dgm:presLayoutVars>
      </dgm:prSet>
      <dgm:spPr/>
    </dgm:pt>
    <dgm:pt modelId="{AEDD6D8C-DAB0-4B4C-A48F-49AABA3E8D17}" type="pres">
      <dgm:prSet presAssocID="{9F2E8229-BBE8-4A75-A956-EB978F4B2B5F}" presName="sibTrans" presStyleLbl="sibTrans2D1" presStyleIdx="1" presStyleCnt="2"/>
      <dgm:spPr/>
    </dgm:pt>
    <dgm:pt modelId="{AF75130A-4489-4FDB-9B5E-8F84CB3EA58B}" type="pres">
      <dgm:prSet presAssocID="{9F2E8229-BBE8-4A75-A956-EB978F4B2B5F}" presName="connTx" presStyleLbl="sibTrans2D1" presStyleIdx="1" presStyleCnt="2"/>
      <dgm:spPr/>
    </dgm:pt>
    <dgm:pt modelId="{798D31DA-37D9-43EE-8243-C083D1AE86C4}" type="pres">
      <dgm:prSet presAssocID="{68415894-1348-4892-BBFF-2B3C5438E2A6}" presName="composite" presStyleCnt="0"/>
      <dgm:spPr/>
    </dgm:pt>
    <dgm:pt modelId="{FECC7800-F2F1-45FD-9D8F-200920C3AA48}" type="pres">
      <dgm:prSet presAssocID="{68415894-1348-4892-BBFF-2B3C5438E2A6}" presName="imagSh" presStyleLbl="bgImgPlace1" presStyleIdx="2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452A357C-DD78-47B9-8C27-CD85BD588C6D}" type="pres">
      <dgm:prSet presAssocID="{68415894-1348-4892-BBFF-2B3C5438E2A6}" presName="txNode" presStyleLbl="node1" presStyleIdx="2" presStyleCnt="3">
        <dgm:presLayoutVars>
          <dgm:bulletEnabled val="1"/>
        </dgm:presLayoutVars>
      </dgm:prSet>
      <dgm:spPr/>
    </dgm:pt>
  </dgm:ptLst>
  <dgm:cxnLst>
    <dgm:cxn modelId="{985F242C-7D89-AE4F-B5D9-6706985BCA3B}" type="presOf" srcId="{9F2E8229-BBE8-4A75-A956-EB978F4B2B5F}" destId="{AF75130A-4489-4FDB-9B5E-8F84CB3EA58B}" srcOrd="1" destOrd="0" presId="urn:microsoft.com/office/officeart/2005/8/layout/hProcess10"/>
    <dgm:cxn modelId="{3AAC8D33-3DA8-434D-9628-585E2D4BC388}" type="presOf" srcId="{9F2E8229-BBE8-4A75-A956-EB978F4B2B5F}" destId="{AEDD6D8C-DAB0-4B4C-A48F-49AABA3E8D17}" srcOrd="0" destOrd="0" presId="urn:microsoft.com/office/officeart/2005/8/layout/hProcess10"/>
    <dgm:cxn modelId="{13566F3F-0919-48DC-AAA9-33D0D062C1C6}" srcId="{91121FA8-FAFD-4AD2-ADCD-6F6C966468AA}" destId="{B0E51342-A60D-488B-9FC2-7A28B1802940}" srcOrd="1" destOrd="0" parTransId="{E302AD72-85EC-4AF9-BB5B-D7BCFCD0E868}" sibTransId="{9F2E8229-BBE8-4A75-A956-EB978F4B2B5F}"/>
    <dgm:cxn modelId="{9F244968-C80B-4794-A1B9-4A06C1E89469}" type="presOf" srcId="{91121FA8-FAFD-4AD2-ADCD-6F6C966468AA}" destId="{81333507-B0F1-42D3-8955-ECF349AC8D03}" srcOrd="0" destOrd="0" presId="urn:microsoft.com/office/officeart/2005/8/layout/hProcess10"/>
    <dgm:cxn modelId="{AD621B6B-F291-AA49-8CF7-F982386DF3B7}" type="presOf" srcId="{CEC53530-A2F2-4598-B01C-556550C50409}" destId="{8B876F19-370B-44AB-8367-3BC2CC90F588}" srcOrd="0" destOrd="0" presId="urn:microsoft.com/office/officeart/2005/8/layout/hProcess10"/>
    <dgm:cxn modelId="{724DC050-7B0A-B443-AE4B-3B6F81C88E08}" type="presOf" srcId="{B0E51342-A60D-488B-9FC2-7A28B1802940}" destId="{7BE203FD-913B-45A9-BE4D-884F6050178D}" srcOrd="0" destOrd="0" presId="urn:microsoft.com/office/officeart/2005/8/layout/hProcess10"/>
    <dgm:cxn modelId="{C3141D7E-3598-F048-A0E8-642BB1C014FC}" type="presOf" srcId="{6DE0C8BB-4AED-463C-A18A-19485E0657F0}" destId="{20B5B65D-2074-4F7D-B700-2CDB37BECE71}" srcOrd="1" destOrd="0" presId="urn:microsoft.com/office/officeart/2005/8/layout/hProcess10"/>
    <dgm:cxn modelId="{435403A5-7EBE-7842-8952-8252335F1CE6}" type="presOf" srcId="{68415894-1348-4892-BBFF-2B3C5438E2A6}" destId="{452A357C-DD78-47B9-8C27-CD85BD588C6D}" srcOrd="0" destOrd="0" presId="urn:microsoft.com/office/officeart/2005/8/layout/hProcess10"/>
    <dgm:cxn modelId="{5DCBC1B1-BAB0-1A41-B8D6-DC9DDDD3E475}" type="presOf" srcId="{6DE0C8BB-4AED-463C-A18A-19485E0657F0}" destId="{07502869-5DF6-41E5-86FA-117A114F319D}" srcOrd="0" destOrd="0" presId="urn:microsoft.com/office/officeart/2005/8/layout/hProcess10"/>
    <dgm:cxn modelId="{CBEC2CC4-B03F-4CC8-A5EB-B593264DAE99}" srcId="{91121FA8-FAFD-4AD2-ADCD-6F6C966468AA}" destId="{68415894-1348-4892-BBFF-2B3C5438E2A6}" srcOrd="2" destOrd="0" parTransId="{BB96840A-A82C-457A-83CC-CB48832D0DAC}" sibTransId="{51F7EE14-09B1-4F12-A09B-EED5E33323ED}"/>
    <dgm:cxn modelId="{A03DF0D3-491A-478C-B188-AC1333DB67CA}" srcId="{91121FA8-FAFD-4AD2-ADCD-6F6C966468AA}" destId="{CEC53530-A2F2-4598-B01C-556550C50409}" srcOrd="0" destOrd="0" parTransId="{3A1D68B6-9727-46FC-9EA7-8D3AF3B7B7D7}" sibTransId="{6DE0C8BB-4AED-463C-A18A-19485E0657F0}"/>
    <dgm:cxn modelId="{21F27A13-27CB-2D47-B6BB-3B0CCBFF7281}" type="presParOf" srcId="{81333507-B0F1-42D3-8955-ECF349AC8D03}" destId="{8E61AEC2-F309-4430-8522-BCDBA6745786}" srcOrd="0" destOrd="0" presId="urn:microsoft.com/office/officeart/2005/8/layout/hProcess10"/>
    <dgm:cxn modelId="{4F0023EC-159A-5B44-95FA-CEDDC8D46B9A}" type="presParOf" srcId="{8E61AEC2-F309-4430-8522-BCDBA6745786}" destId="{6C761252-0204-4BFA-AA88-CAA84A98AC0C}" srcOrd="0" destOrd="0" presId="urn:microsoft.com/office/officeart/2005/8/layout/hProcess10"/>
    <dgm:cxn modelId="{859E0307-7FAD-C14F-918A-5BFDD7C29E86}" type="presParOf" srcId="{8E61AEC2-F309-4430-8522-BCDBA6745786}" destId="{8B876F19-370B-44AB-8367-3BC2CC90F588}" srcOrd="1" destOrd="0" presId="urn:microsoft.com/office/officeart/2005/8/layout/hProcess10"/>
    <dgm:cxn modelId="{C447F9AE-0017-BB4F-BE53-0E0B05205E34}" type="presParOf" srcId="{81333507-B0F1-42D3-8955-ECF349AC8D03}" destId="{07502869-5DF6-41E5-86FA-117A114F319D}" srcOrd="1" destOrd="0" presId="urn:microsoft.com/office/officeart/2005/8/layout/hProcess10"/>
    <dgm:cxn modelId="{32628A03-1B83-7D4B-88A0-0CBC26688E02}" type="presParOf" srcId="{07502869-5DF6-41E5-86FA-117A114F319D}" destId="{20B5B65D-2074-4F7D-B700-2CDB37BECE71}" srcOrd="0" destOrd="0" presId="urn:microsoft.com/office/officeart/2005/8/layout/hProcess10"/>
    <dgm:cxn modelId="{EA1B5236-0CA4-074F-8036-5EF55F5E0AD6}" type="presParOf" srcId="{81333507-B0F1-42D3-8955-ECF349AC8D03}" destId="{D7AD1292-E8A3-4133-B78E-3ACA10ED6E7E}" srcOrd="2" destOrd="0" presId="urn:microsoft.com/office/officeart/2005/8/layout/hProcess10"/>
    <dgm:cxn modelId="{6109CF7D-41FB-3F4C-87B9-521484907B1F}" type="presParOf" srcId="{D7AD1292-E8A3-4133-B78E-3ACA10ED6E7E}" destId="{27104348-8664-497C-9316-145AA4C2114D}" srcOrd="0" destOrd="0" presId="urn:microsoft.com/office/officeart/2005/8/layout/hProcess10"/>
    <dgm:cxn modelId="{7618D6C1-4D46-C241-9A08-F13A3068325F}" type="presParOf" srcId="{D7AD1292-E8A3-4133-B78E-3ACA10ED6E7E}" destId="{7BE203FD-913B-45A9-BE4D-884F6050178D}" srcOrd="1" destOrd="0" presId="urn:microsoft.com/office/officeart/2005/8/layout/hProcess10"/>
    <dgm:cxn modelId="{CAC4910C-7C67-094B-9F2B-29BF18B3B2BD}" type="presParOf" srcId="{81333507-B0F1-42D3-8955-ECF349AC8D03}" destId="{AEDD6D8C-DAB0-4B4C-A48F-49AABA3E8D17}" srcOrd="3" destOrd="0" presId="urn:microsoft.com/office/officeart/2005/8/layout/hProcess10"/>
    <dgm:cxn modelId="{EFC0C9D9-601D-1146-BAA2-17B7BB80752B}" type="presParOf" srcId="{AEDD6D8C-DAB0-4B4C-A48F-49AABA3E8D17}" destId="{AF75130A-4489-4FDB-9B5E-8F84CB3EA58B}" srcOrd="0" destOrd="0" presId="urn:microsoft.com/office/officeart/2005/8/layout/hProcess10"/>
    <dgm:cxn modelId="{F7D0CE06-CA54-ED4C-B7B0-95F0CF1F4DA0}" type="presParOf" srcId="{81333507-B0F1-42D3-8955-ECF349AC8D03}" destId="{798D31DA-37D9-43EE-8243-C083D1AE86C4}" srcOrd="4" destOrd="0" presId="urn:microsoft.com/office/officeart/2005/8/layout/hProcess10"/>
    <dgm:cxn modelId="{0276871D-D342-F343-BFC1-57DFA0A5DA91}" type="presParOf" srcId="{798D31DA-37D9-43EE-8243-C083D1AE86C4}" destId="{FECC7800-F2F1-45FD-9D8F-200920C3AA48}" srcOrd="0" destOrd="0" presId="urn:microsoft.com/office/officeart/2005/8/layout/hProcess10"/>
    <dgm:cxn modelId="{63CCECF1-86D1-804A-8B41-856213426DE6}" type="presParOf" srcId="{798D31DA-37D9-43EE-8243-C083D1AE86C4}" destId="{452A357C-DD78-47B9-8C27-CD85BD588C6D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1E5D7FC-0299-F048-A2EC-88BD3E8ABDBD}" type="doc">
      <dgm:prSet loTypeId="urn:microsoft.com/office/officeart/2005/8/layout/targe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A44A2F-FCA8-7941-B84B-DA63FB7372FC}">
      <dgm:prSet phldrT="[Text]"/>
      <dgm:spPr/>
      <dgm:t>
        <a:bodyPr/>
        <a:lstStyle/>
        <a:p>
          <a:r>
            <a:rPr lang="en-US"/>
            <a:t>Addressing Operating Constraints</a:t>
          </a:r>
        </a:p>
      </dgm:t>
    </dgm:pt>
    <dgm:pt modelId="{99FA29C0-2627-CB4F-B098-856177FC58E5}" type="parTrans" cxnId="{0EF1D43A-14BB-324C-9436-700AC609D973}">
      <dgm:prSet/>
      <dgm:spPr/>
      <dgm:t>
        <a:bodyPr/>
        <a:lstStyle/>
        <a:p>
          <a:endParaRPr lang="en-US"/>
        </a:p>
      </dgm:t>
    </dgm:pt>
    <dgm:pt modelId="{E740E55B-28FD-2A4C-AE2E-542B77BDFA97}" type="sibTrans" cxnId="{0EF1D43A-14BB-324C-9436-700AC609D973}">
      <dgm:prSet/>
      <dgm:spPr/>
      <dgm:t>
        <a:bodyPr/>
        <a:lstStyle/>
        <a:p>
          <a:endParaRPr lang="en-US"/>
        </a:p>
      </dgm:t>
    </dgm:pt>
    <dgm:pt modelId="{3AAB3BA2-4D3F-3649-A661-213E011F07CD}">
      <dgm:prSet phldrT="[Text]"/>
      <dgm:spPr/>
      <dgm:t>
        <a:bodyPr/>
        <a:lstStyle/>
        <a:p>
          <a:r>
            <a:rPr lang="en-US"/>
            <a:t>Expanding MRI Weekend Service Availability </a:t>
          </a:r>
        </a:p>
      </dgm:t>
    </dgm:pt>
    <dgm:pt modelId="{04AC3B03-F386-464A-92D4-C6666E1A63BA}" type="parTrans" cxnId="{A147976B-FFC0-5D49-A5E2-B7119AF09DE9}">
      <dgm:prSet/>
      <dgm:spPr/>
      <dgm:t>
        <a:bodyPr/>
        <a:lstStyle/>
        <a:p>
          <a:endParaRPr lang="en-US"/>
        </a:p>
      </dgm:t>
    </dgm:pt>
    <dgm:pt modelId="{C536CCBA-E6EA-5044-87B3-5C5A0C40FBAB}" type="sibTrans" cxnId="{A147976B-FFC0-5D49-A5E2-B7119AF09DE9}">
      <dgm:prSet/>
      <dgm:spPr/>
      <dgm:t>
        <a:bodyPr/>
        <a:lstStyle/>
        <a:p>
          <a:endParaRPr lang="en-US"/>
        </a:p>
      </dgm:t>
    </dgm:pt>
    <dgm:pt modelId="{DB953C73-8C83-614B-AA29-93303A7BE716}">
      <dgm:prSet phldrT="[Text]"/>
      <dgm:spPr/>
      <dgm:t>
        <a:bodyPr/>
        <a:lstStyle/>
        <a:p>
          <a:r>
            <a:rPr lang="en-US"/>
            <a:t>Sonographer Shortage</a:t>
          </a:r>
        </a:p>
      </dgm:t>
    </dgm:pt>
    <dgm:pt modelId="{B126A364-2B5E-A745-A488-B5E86F71D39D}" type="parTrans" cxnId="{B7771FC4-8C97-9043-B463-93354712C1A7}">
      <dgm:prSet/>
      <dgm:spPr/>
      <dgm:t>
        <a:bodyPr/>
        <a:lstStyle/>
        <a:p>
          <a:endParaRPr lang="en-US"/>
        </a:p>
      </dgm:t>
    </dgm:pt>
    <dgm:pt modelId="{C496C776-624A-D048-99D2-697A22F3959A}" type="sibTrans" cxnId="{B7771FC4-8C97-9043-B463-93354712C1A7}">
      <dgm:prSet/>
      <dgm:spPr/>
      <dgm:t>
        <a:bodyPr/>
        <a:lstStyle/>
        <a:p>
          <a:endParaRPr lang="en-US"/>
        </a:p>
      </dgm:t>
    </dgm:pt>
    <dgm:pt modelId="{6FB5D56D-9E22-6F4C-8DAB-788BB10745D8}">
      <dgm:prSet phldrT="[Text]"/>
      <dgm:spPr/>
      <dgm:t>
        <a:bodyPr/>
        <a:lstStyle/>
        <a:p>
          <a:r>
            <a:rPr lang="en-US"/>
            <a:t>Scheduling &amp; Priority Clarity</a:t>
          </a:r>
        </a:p>
      </dgm:t>
    </dgm:pt>
    <dgm:pt modelId="{8D84C924-53EA-9D4C-A00E-B04FCAF5FD33}" type="parTrans" cxnId="{94E19F3F-A80C-6349-8A8F-9BE703F0388E}">
      <dgm:prSet/>
      <dgm:spPr/>
      <dgm:t>
        <a:bodyPr/>
        <a:lstStyle/>
        <a:p>
          <a:endParaRPr lang="en-US"/>
        </a:p>
      </dgm:t>
    </dgm:pt>
    <dgm:pt modelId="{0B017CFA-BC8A-1B46-98A0-084EA4D13A60}" type="sibTrans" cxnId="{94E19F3F-A80C-6349-8A8F-9BE703F0388E}">
      <dgm:prSet/>
      <dgm:spPr/>
      <dgm:t>
        <a:bodyPr/>
        <a:lstStyle/>
        <a:p>
          <a:endParaRPr lang="en-US"/>
        </a:p>
      </dgm:t>
    </dgm:pt>
    <dgm:pt modelId="{0B9E54A0-31BD-3243-9BEF-C0D49108297C}">
      <dgm:prSet phldrT="[Text]"/>
      <dgm:spPr/>
      <dgm:t>
        <a:bodyPr/>
        <a:lstStyle/>
        <a:p>
          <a:r>
            <a:rPr lang="en-US"/>
            <a:t>Adding LOS as factor</a:t>
          </a:r>
        </a:p>
      </dgm:t>
    </dgm:pt>
    <dgm:pt modelId="{A914EDE1-21EF-CC45-B98C-6A570F12EFAF}" type="parTrans" cxnId="{E1F00129-43D4-EC4F-A99E-82D0F3AF90BC}">
      <dgm:prSet/>
      <dgm:spPr/>
      <dgm:t>
        <a:bodyPr/>
        <a:lstStyle/>
        <a:p>
          <a:endParaRPr lang="en-US"/>
        </a:p>
      </dgm:t>
    </dgm:pt>
    <dgm:pt modelId="{C884D09D-4058-6A41-BEA2-DEBC3F15830E}" type="sibTrans" cxnId="{E1F00129-43D4-EC4F-A99E-82D0F3AF90BC}">
      <dgm:prSet/>
      <dgm:spPr/>
      <dgm:t>
        <a:bodyPr/>
        <a:lstStyle/>
        <a:p>
          <a:endParaRPr lang="en-US"/>
        </a:p>
      </dgm:t>
    </dgm:pt>
    <dgm:pt modelId="{ABDE7637-C17E-3C42-A091-404EF67F5F9C}">
      <dgm:prSet phldrT="[Text]"/>
      <dgm:spPr/>
      <dgm:t>
        <a:bodyPr/>
        <a:lstStyle/>
        <a:p>
          <a:r>
            <a:rPr lang="en-US"/>
            <a:t>Restraint on STAT classification</a:t>
          </a:r>
        </a:p>
      </dgm:t>
    </dgm:pt>
    <dgm:pt modelId="{E90F4047-08A8-A34C-99FC-4AC9ECFFAC32}" type="parTrans" cxnId="{8A312207-A081-4D45-8ADC-41825BDCFAD5}">
      <dgm:prSet/>
      <dgm:spPr/>
      <dgm:t>
        <a:bodyPr/>
        <a:lstStyle/>
        <a:p>
          <a:endParaRPr lang="en-US"/>
        </a:p>
      </dgm:t>
    </dgm:pt>
    <dgm:pt modelId="{B8CCCB22-23F6-0E4E-9680-B9C8D6036A0D}" type="sibTrans" cxnId="{8A312207-A081-4D45-8ADC-41825BDCFAD5}">
      <dgm:prSet/>
      <dgm:spPr/>
      <dgm:t>
        <a:bodyPr/>
        <a:lstStyle/>
        <a:p>
          <a:endParaRPr lang="en-US"/>
        </a:p>
      </dgm:t>
    </dgm:pt>
    <dgm:pt modelId="{24BBD9C5-573E-6748-9A90-1D8B9F11F454}">
      <dgm:prSet phldrT="[Text]"/>
      <dgm:spPr/>
      <dgm:t>
        <a:bodyPr/>
        <a:lstStyle/>
        <a:p>
          <a:r>
            <a:rPr lang="en-US"/>
            <a:t>Effective Order Placing</a:t>
          </a:r>
        </a:p>
      </dgm:t>
    </dgm:pt>
    <dgm:pt modelId="{3526D745-3817-9B43-BA93-B5459D9C3DDD}" type="parTrans" cxnId="{85463451-5113-8647-8820-BC876E6FB706}">
      <dgm:prSet/>
      <dgm:spPr/>
      <dgm:t>
        <a:bodyPr/>
        <a:lstStyle/>
        <a:p>
          <a:endParaRPr lang="en-US"/>
        </a:p>
      </dgm:t>
    </dgm:pt>
    <dgm:pt modelId="{F4388365-A9B3-8E48-9F5A-8A830BE9D018}" type="sibTrans" cxnId="{85463451-5113-8647-8820-BC876E6FB706}">
      <dgm:prSet/>
      <dgm:spPr/>
      <dgm:t>
        <a:bodyPr/>
        <a:lstStyle/>
        <a:p>
          <a:endParaRPr lang="en-US"/>
        </a:p>
      </dgm:t>
    </dgm:pt>
    <dgm:pt modelId="{AD2864D1-C800-0B47-9604-1CB1AC954578}">
      <dgm:prSet phldrT="[Text]"/>
      <dgm:spPr/>
      <dgm:t>
        <a:bodyPr/>
        <a:lstStyle/>
        <a:p>
          <a:r>
            <a:rPr lang="en-US"/>
            <a:t>Reducing Redundant Ordering</a:t>
          </a:r>
        </a:p>
      </dgm:t>
    </dgm:pt>
    <dgm:pt modelId="{4AF28742-0614-0144-B608-7314CEDD590C}" type="parTrans" cxnId="{25C22C52-92BE-4942-9F7F-FF9BDA6BF7D3}">
      <dgm:prSet/>
      <dgm:spPr/>
      <dgm:t>
        <a:bodyPr/>
        <a:lstStyle/>
        <a:p>
          <a:endParaRPr lang="en-US"/>
        </a:p>
      </dgm:t>
    </dgm:pt>
    <dgm:pt modelId="{3D028B52-2F68-1F4A-966D-75227FABD9E3}" type="sibTrans" cxnId="{25C22C52-92BE-4942-9F7F-FF9BDA6BF7D3}">
      <dgm:prSet/>
      <dgm:spPr/>
      <dgm:t>
        <a:bodyPr/>
        <a:lstStyle/>
        <a:p>
          <a:endParaRPr lang="en-US"/>
        </a:p>
      </dgm:t>
    </dgm:pt>
    <dgm:pt modelId="{698593FE-B080-3643-9AAD-1C47404A2680}">
      <dgm:prSet phldrT="[Text]"/>
      <dgm:spPr/>
      <dgm:t>
        <a:bodyPr/>
        <a:lstStyle/>
        <a:p>
          <a:r>
            <a:rPr lang="en-US"/>
            <a:t>Considering more efficient procedures</a:t>
          </a:r>
        </a:p>
      </dgm:t>
    </dgm:pt>
    <dgm:pt modelId="{A9230001-D185-C047-9E1E-8E7A86D0E280}" type="parTrans" cxnId="{02A308F7-2D41-7441-9D65-E57030498D2C}">
      <dgm:prSet/>
      <dgm:spPr/>
      <dgm:t>
        <a:bodyPr/>
        <a:lstStyle/>
        <a:p>
          <a:endParaRPr lang="en-US"/>
        </a:p>
      </dgm:t>
    </dgm:pt>
    <dgm:pt modelId="{E8CE75F7-360C-3241-9DD0-D6332FFB12DC}" type="sibTrans" cxnId="{02A308F7-2D41-7441-9D65-E57030498D2C}">
      <dgm:prSet/>
      <dgm:spPr/>
      <dgm:t>
        <a:bodyPr/>
        <a:lstStyle/>
        <a:p>
          <a:endParaRPr lang="en-US"/>
        </a:p>
      </dgm:t>
    </dgm:pt>
    <dgm:pt modelId="{9117527D-F41A-8645-94CF-1B8F1CFD133C}" type="pres">
      <dgm:prSet presAssocID="{F1E5D7FC-0299-F048-A2EC-88BD3E8ABDB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BAD0272-E95F-D949-B528-CA96EB13CC9E}" type="pres">
      <dgm:prSet presAssocID="{6FB5D56D-9E22-6F4C-8DAB-788BB10745D8}" presName="circle1" presStyleLbl="node1" presStyleIdx="0" presStyleCnt="3"/>
      <dgm:spPr/>
    </dgm:pt>
    <dgm:pt modelId="{DE991E76-A001-4C40-9505-1201BAAA5A06}" type="pres">
      <dgm:prSet presAssocID="{6FB5D56D-9E22-6F4C-8DAB-788BB10745D8}" presName="space" presStyleCnt="0"/>
      <dgm:spPr/>
    </dgm:pt>
    <dgm:pt modelId="{7C21A689-A1E5-0743-90ED-6094B84D0E2A}" type="pres">
      <dgm:prSet presAssocID="{6FB5D56D-9E22-6F4C-8DAB-788BB10745D8}" presName="rect1" presStyleLbl="alignAcc1" presStyleIdx="0" presStyleCnt="3"/>
      <dgm:spPr/>
    </dgm:pt>
    <dgm:pt modelId="{D5A69F9E-24CC-6147-8D41-818F2F6532DD}" type="pres">
      <dgm:prSet presAssocID="{24BBD9C5-573E-6748-9A90-1D8B9F11F454}" presName="vertSpace2" presStyleLbl="node1" presStyleIdx="0" presStyleCnt="3"/>
      <dgm:spPr/>
    </dgm:pt>
    <dgm:pt modelId="{5C3D4398-6315-9542-9DAE-0CC0EBA3BF78}" type="pres">
      <dgm:prSet presAssocID="{24BBD9C5-573E-6748-9A90-1D8B9F11F454}" presName="circle2" presStyleLbl="node1" presStyleIdx="1" presStyleCnt="3"/>
      <dgm:spPr/>
    </dgm:pt>
    <dgm:pt modelId="{3D788292-FFB1-2042-879A-42E92B28D039}" type="pres">
      <dgm:prSet presAssocID="{24BBD9C5-573E-6748-9A90-1D8B9F11F454}" presName="rect2" presStyleLbl="alignAcc1" presStyleIdx="1" presStyleCnt="3"/>
      <dgm:spPr/>
    </dgm:pt>
    <dgm:pt modelId="{B9316362-FB64-0A48-BA59-8B2FA0F940E5}" type="pres">
      <dgm:prSet presAssocID="{BFA44A2F-FCA8-7941-B84B-DA63FB7372FC}" presName="vertSpace3" presStyleLbl="node1" presStyleIdx="1" presStyleCnt="3"/>
      <dgm:spPr/>
    </dgm:pt>
    <dgm:pt modelId="{6ED88FCA-5032-9A4B-881A-318ABC7F9E8D}" type="pres">
      <dgm:prSet presAssocID="{BFA44A2F-FCA8-7941-B84B-DA63FB7372FC}" presName="circle3" presStyleLbl="node1" presStyleIdx="2" presStyleCnt="3"/>
      <dgm:spPr/>
    </dgm:pt>
    <dgm:pt modelId="{11E14E53-2C5D-1B45-B8FA-7BAA099F6244}" type="pres">
      <dgm:prSet presAssocID="{BFA44A2F-FCA8-7941-B84B-DA63FB7372FC}" presName="rect3" presStyleLbl="alignAcc1" presStyleIdx="2" presStyleCnt="3"/>
      <dgm:spPr/>
    </dgm:pt>
    <dgm:pt modelId="{28CAF378-19FB-6A4A-8D88-825688D95A62}" type="pres">
      <dgm:prSet presAssocID="{6FB5D56D-9E22-6F4C-8DAB-788BB10745D8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E02B30C8-C14E-034E-933C-E42332FA32B9}" type="pres">
      <dgm:prSet presAssocID="{6FB5D56D-9E22-6F4C-8DAB-788BB10745D8}" presName="rect1ChTx" presStyleLbl="alignAcc1" presStyleIdx="2" presStyleCnt="3">
        <dgm:presLayoutVars>
          <dgm:bulletEnabled val="1"/>
        </dgm:presLayoutVars>
      </dgm:prSet>
      <dgm:spPr/>
    </dgm:pt>
    <dgm:pt modelId="{FF7AC423-068E-4A48-9C93-CA128AE5AB45}" type="pres">
      <dgm:prSet presAssocID="{24BBD9C5-573E-6748-9A90-1D8B9F11F454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396E9F31-E4E5-7245-952C-6D98E27C34BA}" type="pres">
      <dgm:prSet presAssocID="{24BBD9C5-573E-6748-9A90-1D8B9F11F454}" presName="rect2ChTx" presStyleLbl="alignAcc1" presStyleIdx="2" presStyleCnt="3">
        <dgm:presLayoutVars>
          <dgm:bulletEnabled val="1"/>
        </dgm:presLayoutVars>
      </dgm:prSet>
      <dgm:spPr/>
    </dgm:pt>
    <dgm:pt modelId="{540B7A9F-4C6E-214F-8ED2-40EF0C8F2B38}" type="pres">
      <dgm:prSet presAssocID="{BFA44A2F-FCA8-7941-B84B-DA63FB7372FC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AC9E09D5-7AC9-A34F-A990-9EC0BF1A070D}" type="pres">
      <dgm:prSet presAssocID="{BFA44A2F-FCA8-7941-B84B-DA63FB7372FC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8A312207-A081-4D45-8ADC-41825BDCFAD5}" srcId="{6FB5D56D-9E22-6F4C-8DAB-788BB10745D8}" destId="{ABDE7637-C17E-3C42-A091-404EF67F5F9C}" srcOrd="1" destOrd="0" parTransId="{E90F4047-08A8-A34C-99FC-4AC9ECFFAC32}" sibTransId="{B8CCCB22-23F6-0E4E-9680-B9C8D6036A0D}"/>
    <dgm:cxn modelId="{E85F7A26-724F-4349-BCA2-964B335012DC}" type="presOf" srcId="{DB953C73-8C83-614B-AA29-93303A7BE716}" destId="{AC9E09D5-7AC9-A34F-A990-9EC0BF1A070D}" srcOrd="0" destOrd="1" presId="urn:microsoft.com/office/officeart/2005/8/layout/target3"/>
    <dgm:cxn modelId="{E1F00129-43D4-EC4F-A99E-82D0F3AF90BC}" srcId="{6FB5D56D-9E22-6F4C-8DAB-788BB10745D8}" destId="{0B9E54A0-31BD-3243-9BEF-C0D49108297C}" srcOrd="0" destOrd="0" parTransId="{A914EDE1-21EF-CC45-B98C-6A570F12EFAF}" sibTransId="{C884D09D-4058-6A41-BEA2-DEBC3F15830E}"/>
    <dgm:cxn modelId="{C2B6F92D-F86A-9746-A915-30C6150B6F75}" type="presOf" srcId="{3AAB3BA2-4D3F-3649-A661-213E011F07CD}" destId="{AC9E09D5-7AC9-A34F-A990-9EC0BF1A070D}" srcOrd="0" destOrd="0" presId="urn:microsoft.com/office/officeart/2005/8/layout/target3"/>
    <dgm:cxn modelId="{0EF1D43A-14BB-324C-9436-700AC609D973}" srcId="{F1E5D7FC-0299-F048-A2EC-88BD3E8ABDBD}" destId="{BFA44A2F-FCA8-7941-B84B-DA63FB7372FC}" srcOrd="2" destOrd="0" parTransId="{99FA29C0-2627-CB4F-B098-856177FC58E5}" sibTransId="{E740E55B-28FD-2A4C-AE2E-542B77BDFA97}"/>
    <dgm:cxn modelId="{2BA6173F-2003-6D4B-916E-8AA03A797AA5}" type="presOf" srcId="{0B9E54A0-31BD-3243-9BEF-C0D49108297C}" destId="{E02B30C8-C14E-034E-933C-E42332FA32B9}" srcOrd="0" destOrd="0" presId="urn:microsoft.com/office/officeart/2005/8/layout/target3"/>
    <dgm:cxn modelId="{94E19F3F-A80C-6349-8A8F-9BE703F0388E}" srcId="{F1E5D7FC-0299-F048-A2EC-88BD3E8ABDBD}" destId="{6FB5D56D-9E22-6F4C-8DAB-788BB10745D8}" srcOrd="0" destOrd="0" parTransId="{8D84C924-53EA-9D4C-A00E-B04FCAF5FD33}" sibTransId="{0B017CFA-BC8A-1B46-98A0-084EA4D13A60}"/>
    <dgm:cxn modelId="{E66CA547-7573-8E43-A2DC-BC8316C27C95}" type="presOf" srcId="{6FB5D56D-9E22-6F4C-8DAB-788BB10745D8}" destId="{28CAF378-19FB-6A4A-8D88-825688D95A62}" srcOrd="1" destOrd="0" presId="urn:microsoft.com/office/officeart/2005/8/layout/target3"/>
    <dgm:cxn modelId="{A147976B-FFC0-5D49-A5E2-B7119AF09DE9}" srcId="{BFA44A2F-FCA8-7941-B84B-DA63FB7372FC}" destId="{3AAB3BA2-4D3F-3649-A661-213E011F07CD}" srcOrd="0" destOrd="0" parTransId="{04AC3B03-F386-464A-92D4-C6666E1A63BA}" sibTransId="{C536CCBA-E6EA-5044-87B3-5C5A0C40FBAB}"/>
    <dgm:cxn modelId="{83586450-DB27-BE4C-B662-E1684733D648}" type="presOf" srcId="{698593FE-B080-3643-9AAD-1C47404A2680}" destId="{396E9F31-E4E5-7245-952C-6D98E27C34BA}" srcOrd="0" destOrd="1" presId="urn:microsoft.com/office/officeart/2005/8/layout/target3"/>
    <dgm:cxn modelId="{85463451-5113-8647-8820-BC876E6FB706}" srcId="{F1E5D7FC-0299-F048-A2EC-88BD3E8ABDBD}" destId="{24BBD9C5-573E-6748-9A90-1D8B9F11F454}" srcOrd="1" destOrd="0" parTransId="{3526D745-3817-9B43-BA93-B5459D9C3DDD}" sibTransId="{F4388365-A9B3-8E48-9F5A-8A830BE9D018}"/>
    <dgm:cxn modelId="{25C22C52-92BE-4942-9F7F-FF9BDA6BF7D3}" srcId="{24BBD9C5-573E-6748-9A90-1D8B9F11F454}" destId="{AD2864D1-C800-0B47-9604-1CB1AC954578}" srcOrd="0" destOrd="0" parTransId="{4AF28742-0614-0144-B608-7314CEDD590C}" sibTransId="{3D028B52-2F68-1F4A-966D-75227FABD9E3}"/>
    <dgm:cxn modelId="{41839576-7462-CD42-8F04-92C7242118F4}" type="presOf" srcId="{F1E5D7FC-0299-F048-A2EC-88BD3E8ABDBD}" destId="{9117527D-F41A-8645-94CF-1B8F1CFD133C}" srcOrd="0" destOrd="0" presId="urn:microsoft.com/office/officeart/2005/8/layout/target3"/>
    <dgm:cxn modelId="{E273F779-9B8C-3C42-873F-A77B64C169C6}" type="presOf" srcId="{24BBD9C5-573E-6748-9A90-1D8B9F11F454}" destId="{FF7AC423-068E-4A48-9C93-CA128AE5AB45}" srcOrd="1" destOrd="0" presId="urn:microsoft.com/office/officeart/2005/8/layout/target3"/>
    <dgm:cxn modelId="{F9C1007A-D13C-7D4F-9635-91501C29C251}" type="presOf" srcId="{AD2864D1-C800-0B47-9604-1CB1AC954578}" destId="{396E9F31-E4E5-7245-952C-6D98E27C34BA}" srcOrd="0" destOrd="0" presId="urn:microsoft.com/office/officeart/2005/8/layout/target3"/>
    <dgm:cxn modelId="{F3108489-85A2-E34A-A515-BD1D7A822EFF}" type="presOf" srcId="{ABDE7637-C17E-3C42-A091-404EF67F5F9C}" destId="{E02B30C8-C14E-034E-933C-E42332FA32B9}" srcOrd="0" destOrd="1" presId="urn:microsoft.com/office/officeart/2005/8/layout/target3"/>
    <dgm:cxn modelId="{B7771FC4-8C97-9043-B463-93354712C1A7}" srcId="{BFA44A2F-FCA8-7941-B84B-DA63FB7372FC}" destId="{DB953C73-8C83-614B-AA29-93303A7BE716}" srcOrd="1" destOrd="0" parTransId="{B126A364-2B5E-A745-A488-B5E86F71D39D}" sibTransId="{C496C776-624A-D048-99D2-697A22F3959A}"/>
    <dgm:cxn modelId="{0F87BBE4-DC9F-9841-A387-9985841F01B9}" type="presOf" srcId="{BFA44A2F-FCA8-7941-B84B-DA63FB7372FC}" destId="{540B7A9F-4C6E-214F-8ED2-40EF0C8F2B38}" srcOrd="1" destOrd="0" presId="urn:microsoft.com/office/officeart/2005/8/layout/target3"/>
    <dgm:cxn modelId="{07A9BAF1-E001-874C-88CD-91D6B363BD46}" type="presOf" srcId="{6FB5D56D-9E22-6F4C-8DAB-788BB10745D8}" destId="{7C21A689-A1E5-0743-90ED-6094B84D0E2A}" srcOrd="0" destOrd="0" presId="urn:microsoft.com/office/officeart/2005/8/layout/target3"/>
    <dgm:cxn modelId="{BE7963F3-1D21-034D-8F46-03864958C211}" type="presOf" srcId="{BFA44A2F-FCA8-7941-B84B-DA63FB7372FC}" destId="{11E14E53-2C5D-1B45-B8FA-7BAA099F6244}" srcOrd="0" destOrd="0" presId="urn:microsoft.com/office/officeart/2005/8/layout/target3"/>
    <dgm:cxn modelId="{02A308F7-2D41-7441-9D65-E57030498D2C}" srcId="{24BBD9C5-573E-6748-9A90-1D8B9F11F454}" destId="{698593FE-B080-3643-9AAD-1C47404A2680}" srcOrd="1" destOrd="0" parTransId="{A9230001-D185-C047-9E1E-8E7A86D0E280}" sibTransId="{E8CE75F7-360C-3241-9DD0-D6332FFB12DC}"/>
    <dgm:cxn modelId="{469642FA-BE95-CF45-80B7-27BAD8F301CE}" type="presOf" srcId="{24BBD9C5-573E-6748-9A90-1D8B9F11F454}" destId="{3D788292-FFB1-2042-879A-42E92B28D039}" srcOrd="0" destOrd="0" presId="urn:microsoft.com/office/officeart/2005/8/layout/target3"/>
    <dgm:cxn modelId="{F88E3672-8E82-3C4C-93B4-710CD81F4069}" type="presParOf" srcId="{9117527D-F41A-8645-94CF-1B8F1CFD133C}" destId="{EBAD0272-E95F-D949-B528-CA96EB13CC9E}" srcOrd="0" destOrd="0" presId="urn:microsoft.com/office/officeart/2005/8/layout/target3"/>
    <dgm:cxn modelId="{09FF5C46-D4F9-F84A-AAFD-7ACE6DFDA4D1}" type="presParOf" srcId="{9117527D-F41A-8645-94CF-1B8F1CFD133C}" destId="{DE991E76-A001-4C40-9505-1201BAAA5A06}" srcOrd="1" destOrd="0" presId="urn:microsoft.com/office/officeart/2005/8/layout/target3"/>
    <dgm:cxn modelId="{565267BA-0545-5B42-B509-B730E015CD2D}" type="presParOf" srcId="{9117527D-F41A-8645-94CF-1B8F1CFD133C}" destId="{7C21A689-A1E5-0743-90ED-6094B84D0E2A}" srcOrd="2" destOrd="0" presId="urn:microsoft.com/office/officeart/2005/8/layout/target3"/>
    <dgm:cxn modelId="{359EAA7E-34C1-DE4A-A21C-94F5CF826470}" type="presParOf" srcId="{9117527D-F41A-8645-94CF-1B8F1CFD133C}" destId="{D5A69F9E-24CC-6147-8D41-818F2F6532DD}" srcOrd="3" destOrd="0" presId="urn:microsoft.com/office/officeart/2005/8/layout/target3"/>
    <dgm:cxn modelId="{A8EAE878-F0DD-FF4D-AC5D-450E8A04D7B2}" type="presParOf" srcId="{9117527D-F41A-8645-94CF-1B8F1CFD133C}" destId="{5C3D4398-6315-9542-9DAE-0CC0EBA3BF78}" srcOrd="4" destOrd="0" presId="urn:microsoft.com/office/officeart/2005/8/layout/target3"/>
    <dgm:cxn modelId="{62291E7E-4884-DE40-92A6-859F37FE4A24}" type="presParOf" srcId="{9117527D-F41A-8645-94CF-1B8F1CFD133C}" destId="{3D788292-FFB1-2042-879A-42E92B28D039}" srcOrd="5" destOrd="0" presId="urn:microsoft.com/office/officeart/2005/8/layout/target3"/>
    <dgm:cxn modelId="{1A4DF73B-862F-DF44-9834-BB2C2CA61BC5}" type="presParOf" srcId="{9117527D-F41A-8645-94CF-1B8F1CFD133C}" destId="{B9316362-FB64-0A48-BA59-8B2FA0F940E5}" srcOrd="6" destOrd="0" presId="urn:microsoft.com/office/officeart/2005/8/layout/target3"/>
    <dgm:cxn modelId="{24C793FC-D181-654B-934E-5A836503A2E8}" type="presParOf" srcId="{9117527D-F41A-8645-94CF-1B8F1CFD133C}" destId="{6ED88FCA-5032-9A4B-881A-318ABC7F9E8D}" srcOrd="7" destOrd="0" presId="urn:microsoft.com/office/officeart/2005/8/layout/target3"/>
    <dgm:cxn modelId="{C702B65F-D9D0-0442-9F43-05ACA22AF9F0}" type="presParOf" srcId="{9117527D-F41A-8645-94CF-1B8F1CFD133C}" destId="{11E14E53-2C5D-1B45-B8FA-7BAA099F6244}" srcOrd="8" destOrd="0" presId="urn:microsoft.com/office/officeart/2005/8/layout/target3"/>
    <dgm:cxn modelId="{7C80DF68-F2E7-544B-AE06-F941FA2A3DE0}" type="presParOf" srcId="{9117527D-F41A-8645-94CF-1B8F1CFD133C}" destId="{28CAF378-19FB-6A4A-8D88-825688D95A62}" srcOrd="9" destOrd="0" presId="urn:microsoft.com/office/officeart/2005/8/layout/target3"/>
    <dgm:cxn modelId="{B867CF98-3C1F-4C40-859C-DE2A177EB588}" type="presParOf" srcId="{9117527D-F41A-8645-94CF-1B8F1CFD133C}" destId="{E02B30C8-C14E-034E-933C-E42332FA32B9}" srcOrd="10" destOrd="0" presId="urn:microsoft.com/office/officeart/2005/8/layout/target3"/>
    <dgm:cxn modelId="{256121ED-DA28-0C43-A4F1-57BCA3699DA2}" type="presParOf" srcId="{9117527D-F41A-8645-94CF-1B8F1CFD133C}" destId="{FF7AC423-068E-4A48-9C93-CA128AE5AB45}" srcOrd="11" destOrd="0" presId="urn:microsoft.com/office/officeart/2005/8/layout/target3"/>
    <dgm:cxn modelId="{C86053BA-BB7F-8F49-BEB4-40C8140E4183}" type="presParOf" srcId="{9117527D-F41A-8645-94CF-1B8F1CFD133C}" destId="{396E9F31-E4E5-7245-952C-6D98E27C34BA}" srcOrd="12" destOrd="0" presId="urn:microsoft.com/office/officeart/2005/8/layout/target3"/>
    <dgm:cxn modelId="{FF52C71F-F526-C045-B331-63EE1B5E62AE}" type="presParOf" srcId="{9117527D-F41A-8645-94CF-1B8F1CFD133C}" destId="{540B7A9F-4C6E-214F-8ED2-40EF0C8F2B38}" srcOrd="13" destOrd="0" presId="urn:microsoft.com/office/officeart/2005/8/layout/target3"/>
    <dgm:cxn modelId="{9BD115A2-9865-924F-BCB0-5774817C5FD4}" type="presParOf" srcId="{9117527D-F41A-8645-94CF-1B8F1CFD133C}" destId="{AC9E09D5-7AC9-A34F-A990-9EC0BF1A070D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1E5D7FC-0299-F048-A2EC-88BD3E8ABDBD}" type="doc">
      <dgm:prSet loTypeId="urn:microsoft.com/office/officeart/2005/8/layout/targe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B5D56D-9E22-6F4C-8DAB-788BB10745D8}">
      <dgm:prSet phldrT="[Text]"/>
      <dgm:spPr/>
      <dgm:t>
        <a:bodyPr/>
        <a:lstStyle/>
        <a:p>
          <a:r>
            <a:rPr lang="en-US"/>
            <a:t>Ordering &amp; Scheduling</a:t>
          </a:r>
          <a:endParaRPr lang="en-US" b="0">
            <a:solidFill>
              <a:schemeClr val="tx1"/>
            </a:solidFill>
          </a:endParaRPr>
        </a:p>
      </dgm:t>
    </dgm:pt>
    <dgm:pt modelId="{8D84C924-53EA-9D4C-A00E-B04FCAF5FD33}" type="parTrans" cxnId="{94E19F3F-A80C-6349-8A8F-9BE703F0388E}">
      <dgm:prSet/>
      <dgm:spPr/>
      <dgm:t>
        <a:bodyPr/>
        <a:lstStyle/>
        <a:p>
          <a:endParaRPr lang="en-US"/>
        </a:p>
      </dgm:t>
    </dgm:pt>
    <dgm:pt modelId="{0B017CFA-BC8A-1B46-98A0-084EA4D13A60}" type="sibTrans" cxnId="{94E19F3F-A80C-6349-8A8F-9BE703F0388E}">
      <dgm:prSet/>
      <dgm:spPr/>
      <dgm:t>
        <a:bodyPr/>
        <a:lstStyle/>
        <a:p>
          <a:endParaRPr lang="en-US"/>
        </a:p>
      </dgm:t>
    </dgm:pt>
    <dgm:pt modelId="{A517F27F-3DDF-0F41-A424-87676ABA5D5B}">
      <dgm:prSet phldrT="[Text]"/>
      <dgm:spPr/>
      <dgm:t>
        <a:bodyPr/>
        <a:lstStyle/>
        <a:p>
          <a:r>
            <a:rPr lang="en-US" b="0">
              <a:solidFill>
                <a:schemeClr val="tx1"/>
              </a:solidFill>
            </a:rPr>
            <a:t>Adding</a:t>
          </a:r>
          <a:r>
            <a:rPr lang="en-US"/>
            <a:t> LOS as decision factor</a:t>
          </a:r>
        </a:p>
      </dgm:t>
    </dgm:pt>
    <dgm:pt modelId="{317FB147-FCB2-EA44-A8CA-5D2EE33536B6}" type="parTrans" cxnId="{5C59F5B5-7F6A-4AF2-A211-37146EDC60E9}">
      <dgm:prSet/>
      <dgm:spPr/>
      <dgm:t>
        <a:bodyPr/>
        <a:lstStyle/>
        <a:p>
          <a:endParaRPr lang="en-US"/>
        </a:p>
      </dgm:t>
    </dgm:pt>
    <dgm:pt modelId="{7443417B-CFE2-FC47-9341-CBBBC7FD6783}" type="sibTrans" cxnId="{5C59F5B5-7F6A-4AF2-A211-37146EDC60E9}">
      <dgm:prSet/>
      <dgm:spPr/>
      <dgm:t>
        <a:bodyPr/>
        <a:lstStyle/>
        <a:p>
          <a:endParaRPr lang="en-US"/>
        </a:p>
      </dgm:t>
    </dgm:pt>
    <dgm:pt modelId="{33317E6E-684F-F04E-8115-0F2F6ACD89F0}">
      <dgm:prSet phldrT="[Text]"/>
      <dgm:spPr/>
      <dgm:t>
        <a:bodyPr/>
        <a:lstStyle/>
        <a:p>
          <a:r>
            <a:rPr lang="en-US"/>
            <a:t>Restraint on </a:t>
          </a:r>
          <a:r>
            <a:rPr lang="en-US" b="0">
              <a:solidFill>
                <a:schemeClr val="tx1"/>
              </a:solidFill>
            </a:rPr>
            <a:t>STAT</a:t>
          </a:r>
          <a:r>
            <a:rPr lang="en-US"/>
            <a:t> classification</a:t>
          </a:r>
        </a:p>
      </dgm:t>
    </dgm:pt>
    <dgm:pt modelId="{AE522640-6CDE-9347-AC81-3178B4D9BB8B}" type="parTrans" cxnId="{3FA67D18-35F9-4CFB-B6FA-C98E3A7BCDFE}">
      <dgm:prSet/>
      <dgm:spPr/>
      <dgm:t>
        <a:bodyPr/>
        <a:lstStyle/>
        <a:p>
          <a:endParaRPr lang="en-US"/>
        </a:p>
      </dgm:t>
    </dgm:pt>
    <dgm:pt modelId="{484B3176-D4CD-374A-8DFE-ECF0CEA64D3B}" type="sibTrans" cxnId="{3FA67D18-35F9-4CFB-B6FA-C98E3A7BCDFE}">
      <dgm:prSet/>
      <dgm:spPr/>
      <dgm:t>
        <a:bodyPr/>
        <a:lstStyle/>
        <a:p>
          <a:endParaRPr lang="en-US"/>
        </a:p>
      </dgm:t>
    </dgm:pt>
    <dgm:pt modelId="{9117527D-F41A-8645-94CF-1B8F1CFD133C}" type="pres">
      <dgm:prSet presAssocID="{F1E5D7FC-0299-F048-A2EC-88BD3E8ABDB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EE1EBA1-01F1-D54C-B4F8-1A78B3C81817}" type="pres">
      <dgm:prSet presAssocID="{6FB5D56D-9E22-6F4C-8DAB-788BB10745D8}" presName="circle1" presStyleLbl="node1" presStyleIdx="0" presStyleCnt="1"/>
      <dgm:spPr/>
    </dgm:pt>
    <dgm:pt modelId="{4A73714E-2060-0F46-B4E8-CD088C51256B}" type="pres">
      <dgm:prSet presAssocID="{6FB5D56D-9E22-6F4C-8DAB-788BB10745D8}" presName="space" presStyleCnt="0"/>
      <dgm:spPr/>
    </dgm:pt>
    <dgm:pt modelId="{5AF68580-81E8-8846-9C15-C54FE5BDCD23}" type="pres">
      <dgm:prSet presAssocID="{6FB5D56D-9E22-6F4C-8DAB-788BB10745D8}" presName="rect1" presStyleLbl="alignAcc1" presStyleIdx="0" presStyleCnt="1"/>
      <dgm:spPr/>
    </dgm:pt>
    <dgm:pt modelId="{C6CEE0A6-0219-6142-921F-B6DE53DF4C2B}" type="pres">
      <dgm:prSet presAssocID="{6FB5D56D-9E22-6F4C-8DAB-788BB10745D8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705460F9-DF08-6542-BE52-4631CB9F38FC}" type="pres">
      <dgm:prSet presAssocID="{6FB5D56D-9E22-6F4C-8DAB-788BB10745D8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3FA67D18-35F9-4CFB-B6FA-C98E3A7BCDFE}" srcId="{6FB5D56D-9E22-6F4C-8DAB-788BB10745D8}" destId="{33317E6E-684F-F04E-8115-0F2F6ACD89F0}" srcOrd="1" destOrd="0" parTransId="{AE522640-6CDE-9347-AC81-3178B4D9BB8B}" sibTransId="{484B3176-D4CD-374A-8DFE-ECF0CEA64D3B}"/>
    <dgm:cxn modelId="{EDF0891B-4B0D-3548-B2A5-D60890F74711}" type="presOf" srcId="{6FB5D56D-9E22-6F4C-8DAB-788BB10745D8}" destId="{C6CEE0A6-0219-6142-921F-B6DE53DF4C2B}" srcOrd="1" destOrd="0" presId="urn:microsoft.com/office/officeart/2005/8/layout/target3"/>
    <dgm:cxn modelId="{94E19F3F-A80C-6349-8A8F-9BE703F0388E}" srcId="{F1E5D7FC-0299-F048-A2EC-88BD3E8ABDBD}" destId="{6FB5D56D-9E22-6F4C-8DAB-788BB10745D8}" srcOrd="0" destOrd="0" parTransId="{8D84C924-53EA-9D4C-A00E-B04FCAF5FD33}" sibTransId="{0B017CFA-BC8A-1B46-98A0-084EA4D13A60}"/>
    <dgm:cxn modelId="{D4C52C55-2D93-4CA4-AD95-1ACC8FA11168}" type="presOf" srcId="{A517F27F-3DDF-0F41-A424-87676ABA5D5B}" destId="{705460F9-DF08-6542-BE52-4631CB9F38FC}" srcOrd="0" destOrd="0" presId="urn:microsoft.com/office/officeart/2005/8/layout/target3"/>
    <dgm:cxn modelId="{41839576-7462-CD42-8F04-92C7242118F4}" type="presOf" srcId="{F1E5D7FC-0299-F048-A2EC-88BD3E8ABDBD}" destId="{9117527D-F41A-8645-94CF-1B8F1CFD133C}" srcOrd="0" destOrd="0" presId="urn:microsoft.com/office/officeart/2005/8/layout/target3"/>
    <dgm:cxn modelId="{96AA6F98-4E53-4FE8-9E11-0FF8A0A2B138}" type="presOf" srcId="{33317E6E-684F-F04E-8115-0F2F6ACD89F0}" destId="{705460F9-DF08-6542-BE52-4631CB9F38FC}" srcOrd="0" destOrd="1" presId="urn:microsoft.com/office/officeart/2005/8/layout/target3"/>
    <dgm:cxn modelId="{5C59F5B5-7F6A-4AF2-A211-37146EDC60E9}" srcId="{6FB5D56D-9E22-6F4C-8DAB-788BB10745D8}" destId="{A517F27F-3DDF-0F41-A424-87676ABA5D5B}" srcOrd="0" destOrd="0" parTransId="{317FB147-FCB2-EA44-A8CA-5D2EE33536B6}" sibTransId="{7443417B-CFE2-FC47-9341-CBBBC7FD6783}"/>
    <dgm:cxn modelId="{DE5CE8C0-7CF3-2347-8FE1-53AF5FE5BBDA}" type="presOf" srcId="{6FB5D56D-9E22-6F4C-8DAB-788BB10745D8}" destId="{5AF68580-81E8-8846-9C15-C54FE5BDCD23}" srcOrd="0" destOrd="0" presId="urn:microsoft.com/office/officeart/2005/8/layout/target3"/>
    <dgm:cxn modelId="{E2F23B03-9269-0748-9AD0-36880D0A99A0}" type="presParOf" srcId="{9117527D-F41A-8645-94CF-1B8F1CFD133C}" destId="{1EE1EBA1-01F1-D54C-B4F8-1A78B3C81817}" srcOrd="0" destOrd="0" presId="urn:microsoft.com/office/officeart/2005/8/layout/target3"/>
    <dgm:cxn modelId="{82CD514D-4BBF-4A45-80EC-06075EDC7ABB}" type="presParOf" srcId="{9117527D-F41A-8645-94CF-1B8F1CFD133C}" destId="{4A73714E-2060-0F46-B4E8-CD088C51256B}" srcOrd="1" destOrd="0" presId="urn:microsoft.com/office/officeart/2005/8/layout/target3"/>
    <dgm:cxn modelId="{4D849C0F-0299-2E44-90F1-C9B1A6151419}" type="presParOf" srcId="{9117527D-F41A-8645-94CF-1B8F1CFD133C}" destId="{5AF68580-81E8-8846-9C15-C54FE5BDCD23}" srcOrd="2" destOrd="0" presId="urn:microsoft.com/office/officeart/2005/8/layout/target3"/>
    <dgm:cxn modelId="{A1B22EF6-2AB4-6845-A9BC-48E048D2AF14}" type="presParOf" srcId="{9117527D-F41A-8645-94CF-1B8F1CFD133C}" destId="{C6CEE0A6-0219-6142-921F-B6DE53DF4C2B}" srcOrd="3" destOrd="0" presId="urn:microsoft.com/office/officeart/2005/8/layout/target3"/>
    <dgm:cxn modelId="{AED90A00-E7AA-DD4E-AA8A-B992C18F5A52}" type="presParOf" srcId="{9117527D-F41A-8645-94CF-1B8F1CFD133C}" destId="{705460F9-DF08-6542-BE52-4631CB9F38FC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1E5D7FC-0299-F048-A2EC-88BD3E8ABDBD}" type="doc">
      <dgm:prSet loTypeId="urn:microsoft.com/office/officeart/2005/8/layout/targe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B5D56D-9E22-6F4C-8DAB-788BB10745D8}">
      <dgm:prSet phldrT="[Text]"/>
      <dgm:spPr/>
      <dgm:t>
        <a:bodyPr/>
        <a:lstStyle/>
        <a:p>
          <a:r>
            <a:rPr lang="en-US"/>
            <a:t>Ordering &amp; Scheduling</a:t>
          </a:r>
          <a:endParaRPr lang="en-US" b="0">
            <a:solidFill>
              <a:schemeClr val="tx1"/>
            </a:solidFill>
          </a:endParaRPr>
        </a:p>
      </dgm:t>
    </dgm:pt>
    <dgm:pt modelId="{8D84C924-53EA-9D4C-A00E-B04FCAF5FD33}" type="parTrans" cxnId="{94E19F3F-A80C-6349-8A8F-9BE703F0388E}">
      <dgm:prSet/>
      <dgm:spPr/>
      <dgm:t>
        <a:bodyPr/>
        <a:lstStyle/>
        <a:p>
          <a:endParaRPr lang="en-US"/>
        </a:p>
      </dgm:t>
    </dgm:pt>
    <dgm:pt modelId="{0B017CFA-BC8A-1B46-98A0-084EA4D13A60}" type="sibTrans" cxnId="{94E19F3F-A80C-6349-8A8F-9BE703F0388E}">
      <dgm:prSet/>
      <dgm:spPr/>
      <dgm:t>
        <a:bodyPr/>
        <a:lstStyle/>
        <a:p>
          <a:endParaRPr lang="en-US"/>
        </a:p>
      </dgm:t>
    </dgm:pt>
    <dgm:pt modelId="{A517F27F-3DDF-0F41-A424-87676ABA5D5B}">
      <dgm:prSet phldrT="[Text]"/>
      <dgm:spPr/>
      <dgm:t>
        <a:bodyPr/>
        <a:lstStyle/>
        <a:p>
          <a:r>
            <a:rPr lang="en-US" b="0">
              <a:solidFill>
                <a:schemeClr val="tx1"/>
              </a:solidFill>
            </a:rPr>
            <a:t>Adding</a:t>
          </a:r>
          <a:r>
            <a:rPr lang="en-US"/>
            <a:t> LOS as decision factor</a:t>
          </a:r>
        </a:p>
      </dgm:t>
    </dgm:pt>
    <dgm:pt modelId="{317FB147-FCB2-EA44-A8CA-5D2EE33536B6}" type="parTrans" cxnId="{5C59F5B5-7F6A-4AF2-A211-37146EDC60E9}">
      <dgm:prSet/>
      <dgm:spPr/>
      <dgm:t>
        <a:bodyPr/>
        <a:lstStyle/>
        <a:p>
          <a:endParaRPr lang="en-US"/>
        </a:p>
      </dgm:t>
    </dgm:pt>
    <dgm:pt modelId="{7443417B-CFE2-FC47-9341-CBBBC7FD6783}" type="sibTrans" cxnId="{5C59F5B5-7F6A-4AF2-A211-37146EDC60E9}">
      <dgm:prSet/>
      <dgm:spPr/>
      <dgm:t>
        <a:bodyPr/>
        <a:lstStyle/>
        <a:p>
          <a:endParaRPr lang="en-US"/>
        </a:p>
      </dgm:t>
    </dgm:pt>
    <dgm:pt modelId="{33317E6E-684F-F04E-8115-0F2F6ACD89F0}">
      <dgm:prSet phldrT="[Text]"/>
      <dgm:spPr/>
      <dgm:t>
        <a:bodyPr/>
        <a:lstStyle/>
        <a:p>
          <a:r>
            <a:rPr lang="en-US"/>
            <a:t>Restraint on </a:t>
          </a:r>
          <a:r>
            <a:rPr lang="en-US" b="0">
              <a:solidFill>
                <a:schemeClr val="tx1"/>
              </a:solidFill>
            </a:rPr>
            <a:t>STAT</a:t>
          </a:r>
          <a:r>
            <a:rPr lang="en-US"/>
            <a:t> classification</a:t>
          </a:r>
        </a:p>
      </dgm:t>
    </dgm:pt>
    <dgm:pt modelId="{AE522640-6CDE-9347-AC81-3178B4D9BB8B}" type="parTrans" cxnId="{3FA67D18-35F9-4CFB-B6FA-C98E3A7BCDFE}">
      <dgm:prSet/>
      <dgm:spPr/>
      <dgm:t>
        <a:bodyPr/>
        <a:lstStyle/>
        <a:p>
          <a:endParaRPr lang="en-US"/>
        </a:p>
      </dgm:t>
    </dgm:pt>
    <dgm:pt modelId="{484B3176-D4CD-374A-8DFE-ECF0CEA64D3B}" type="sibTrans" cxnId="{3FA67D18-35F9-4CFB-B6FA-C98E3A7BCDFE}">
      <dgm:prSet/>
      <dgm:spPr/>
      <dgm:t>
        <a:bodyPr/>
        <a:lstStyle/>
        <a:p>
          <a:endParaRPr lang="en-US"/>
        </a:p>
      </dgm:t>
    </dgm:pt>
    <dgm:pt modelId="{9117527D-F41A-8645-94CF-1B8F1CFD133C}" type="pres">
      <dgm:prSet presAssocID="{F1E5D7FC-0299-F048-A2EC-88BD3E8ABDB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EE1EBA1-01F1-D54C-B4F8-1A78B3C81817}" type="pres">
      <dgm:prSet presAssocID="{6FB5D56D-9E22-6F4C-8DAB-788BB10745D8}" presName="circle1" presStyleLbl="node1" presStyleIdx="0" presStyleCnt="1"/>
      <dgm:spPr/>
    </dgm:pt>
    <dgm:pt modelId="{4A73714E-2060-0F46-B4E8-CD088C51256B}" type="pres">
      <dgm:prSet presAssocID="{6FB5D56D-9E22-6F4C-8DAB-788BB10745D8}" presName="space" presStyleCnt="0"/>
      <dgm:spPr/>
    </dgm:pt>
    <dgm:pt modelId="{5AF68580-81E8-8846-9C15-C54FE5BDCD23}" type="pres">
      <dgm:prSet presAssocID="{6FB5D56D-9E22-6F4C-8DAB-788BB10745D8}" presName="rect1" presStyleLbl="alignAcc1" presStyleIdx="0" presStyleCnt="1"/>
      <dgm:spPr/>
    </dgm:pt>
    <dgm:pt modelId="{C6CEE0A6-0219-6142-921F-B6DE53DF4C2B}" type="pres">
      <dgm:prSet presAssocID="{6FB5D56D-9E22-6F4C-8DAB-788BB10745D8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705460F9-DF08-6542-BE52-4631CB9F38FC}" type="pres">
      <dgm:prSet presAssocID="{6FB5D56D-9E22-6F4C-8DAB-788BB10745D8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3FA67D18-35F9-4CFB-B6FA-C98E3A7BCDFE}" srcId="{6FB5D56D-9E22-6F4C-8DAB-788BB10745D8}" destId="{33317E6E-684F-F04E-8115-0F2F6ACD89F0}" srcOrd="1" destOrd="0" parTransId="{AE522640-6CDE-9347-AC81-3178B4D9BB8B}" sibTransId="{484B3176-D4CD-374A-8DFE-ECF0CEA64D3B}"/>
    <dgm:cxn modelId="{EDF0891B-4B0D-3548-B2A5-D60890F74711}" type="presOf" srcId="{6FB5D56D-9E22-6F4C-8DAB-788BB10745D8}" destId="{C6CEE0A6-0219-6142-921F-B6DE53DF4C2B}" srcOrd="1" destOrd="0" presId="urn:microsoft.com/office/officeart/2005/8/layout/target3"/>
    <dgm:cxn modelId="{94E19F3F-A80C-6349-8A8F-9BE703F0388E}" srcId="{F1E5D7FC-0299-F048-A2EC-88BD3E8ABDBD}" destId="{6FB5D56D-9E22-6F4C-8DAB-788BB10745D8}" srcOrd="0" destOrd="0" parTransId="{8D84C924-53EA-9D4C-A00E-B04FCAF5FD33}" sibTransId="{0B017CFA-BC8A-1B46-98A0-084EA4D13A60}"/>
    <dgm:cxn modelId="{D4C52C55-2D93-4CA4-AD95-1ACC8FA11168}" type="presOf" srcId="{A517F27F-3DDF-0F41-A424-87676ABA5D5B}" destId="{705460F9-DF08-6542-BE52-4631CB9F38FC}" srcOrd="0" destOrd="0" presId="urn:microsoft.com/office/officeart/2005/8/layout/target3"/>
    <dgm:cxn modelId="{41839576-7462-CD42-8F04-92C7242118F4}" type="presOf" srcId="{F1E5D7FC-0299-F048-A2EC-88BD3E8ABDBD}" destId="{9117527D-F41A-8645-94CF-1B8F1CFD133C}" srcOrd="0" destOrd="0" presId="urn:microsoft.com/office/officeart/2005/8/layout/target3"/>
    <dgm:cxn modelId="{96AA6F98-4E53-4FE8-9E11-0FF8A0A2B138}" type="presOf" srcId="{33317E6E-684F-F04E-8115-0F2F6ACD89F0}" destId="{705460F9-DF08-6542-BE52-4631CB9F38FC}" srcOrd="0" destOrd="1" presId="urn:microsoft.com/office/officeart/2005/8/layout/target3"/>
    <dgm:cxn modelId="{5C59F5B5-7F6A-4AF2-A211-37146EDC60E9}" srcId="{6FB5D56D-9E22-6F4C-8DAB-788BB10745D8}" destId="{A517F27F-3DDF-0F41-A424-87676ABA5D5B}" srcOrd="0" destOrd="0" parTransId="{317FB147-FCB2-EA44-A8CA-5D2EE33536B6}" sibTransId="{7443417B-CFE2-FC47-9341-CBBBC7FD6783}"/>
    <dgm:cxn modelId="{DE5CE8C0-7CF3-2347-8FE1-53AF5FE5BBDA}" type="presOf" srcId="{6FB5D56D-9E22-6F4C-8DAB-788BB10745D8}" destId="{5AF68580-81E8-8846-9C15-C54FE5BDCD23}" srcOrd="0" destOrd="0" presId="urn:microsoft.com/office/officeart/2005/8/layout/target3"/>
    <dgm:cxn modelId="{E2F23B03-9269-0748-9AD0-36880D0A99A0}" type="presParOf" srcId="{9117527D-F41A-8645-94CF-1B8F1CFD133C}" destId="{1EE1EBA1-01F1-D54C-B4F8-1A78B3C81817}" srcOrd="0" destOrd="0" presId="urn:microsoft.com/office/officeart/2005/8/layout/target3"/>
    <dgm:cxn modelId="{82CD514D-4BBF-4A45-80EC-06075EDC7ABB}" type="presParOf" srcId="{9117527D-F41A-8645-94CF-1B8F1CFD133C}" destId="{4A73714E-2060-0F46-B4E8-CD088C51256B}" srcOrd="1" destOrd="0" presId="urn:microsoft.com/office/officeart/2005/8/layout/target3"/>
    <dgm:cxn modelId="{4D849C0F-0299-2E44-90F1-C9B1A6151419}" type="presParOf" srcId="{9117527D-F41A-8645-94CF-1B8F1CFD133C}" destId="{5AF68580-81E8-8846-9C15-C54FE5BDCD23}" srcOrd="2" destOrd="0" presId="urn:microsoft.com/office/officeart/2005/8/layout/target3"/>
    <dgm:cxn modelId="{A1B22EF6-2AB4-6845-A9BC-48E048D2AF14}" type="presParOf" srcId="{9117527D-F41A-8645-94CF-1B8F1CFD133C}" destId="{C6CEE0A6-0219-6142-921F-B6DE53DF4C2B}" srcOrd="3" destOrd="0" presId="urn:microsoft.com/office/officeart/2005/8/layout/target3"/>
    <dgm:cxn modelId="{AED90A00-E7AA-DD4E-AA8A-B992C18F5A52}" type="presParOf" srcId="{9117527D-F41A-8645-94CF-1B8F1CFD133C}" destId="{705460F9-DF08-6542-BE52-4631CB9F38FC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1E5D7FC-0299-F048-A2EC-88BD3E8ABDBD}" type="doc">
      <dgm:prSet loTypeId="urn:microsoft.com/office/officeart/2005/8/layout/targe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B5D56D-9E22-6F4C-8DAB-788BB10745D8}">
      <dgm:prSet phldrT="[Text]"/>
      <dgm:spPr/>
      <dgm:t>
        <a:bodyPr/>
        <a:lstStyle/>
        <a:p>
          <a:r>
            <a:rPr lang="en-US"/>
            <a:t>Effective Order Placement</a:t>
          </a:r>
          <a:endParaRPr lang="en-US" b="0">
            <a:solidFill>
              <a:schemeClr val="tx1"/>
            </a:solidFill>
          </a:endParaRPr>
        </a:p>
      </dgm:t>
    </dgm:pt>
    <dgm:pt modelId="{8D84C924-53EA-9D4C-A00E-B04FCAF5FD33}" type="parTrans" cxnId="{94E19F3F-A80C-6349-8A8F-9BE703F0388E}">
      <dgm:prSet/>
      <dgm:spPr/>
      <dgm:t>
        <a:bodyPr/>
        <a:lstStyle/>
        <a:p>
          <a:endParaRPr lang="en-US"/>
        </a:p>
      </dgm:t>
    </dgm:pt>
    <dgm:pt modelId="{0B017CFA-BC8A-1B46-98A0-084EA4D13A60}" type="sibTrans" cxnId="{94E19F3F-A80C-6349-8A8F-9BE703F0388E}">
      <dgm:prSet/>
      <dgm:spPr/>
      <dgm:t>
        <a:bodyPr/>
        <a:lstStyle/>
        <a:p>
          <a:endParaRPr lang="en-US"/>
        </a:p>
      </dgm:t>
    </dgm:pt>
    <dgm:pt modelId="{A517F27F-3DDF-0F41-A424-87676ABA5D5B}">
      <dgm:prSet phldrT="[Text]"/>
      <dgm:spPr/>
      <dgm:t>
        <a:bodyPr/>
        <a:lstStyle/>
        <a:p>
          <a:r>
            <a:rPr lang="en-US" b="0">
              <a:solidFill>
                <a:schemeClr val="tx1"/>
              </a:solidFill>
            </a:rPr>
            <a:t>Reducing Redundant Ordering</a:t>
          </a:r>
          <a:endParaRPr lang="en-US"/>
        </a:p>
      </dgm:t>
    </dgm:pt>
    <dgm:pt modelId="{317FB147-FCB2-EA44-A8CA-5D2EE33536B6}" type="parTrans" cxnId="{5C59F5B5-7F6A-4AF2-A211-37146EDC60E9}">
      <dgm:prSet/>
      <dgm:spPr/>
      <dgm:t>
        <a:bodyPr/>
        <a:lstStyle/>
        <a:p>
          <a:endParaRPr lang="en-US"/>
        </a:p>
      </dgm:t>
    </dgm:pt>
    <dgm:pt modelId="{7443417B-CFE2-FC47-9341-CBBBC7FD6783}" type="sibTrans" cxnId="{5C59F5B5-7F6A-4AF2-A211-37146EDC60E9}">
      <dgm:prSet/>
      <dgm:spPr/>
      <dgm:t>
        <a:bodyPr/>
        <a:lstStyle/>
        <a:p>
          <a:endParaRPr lang="en-US"/>
        </a:p>
      </dgm:t>
    </dgm:pt>
    <dgm:pt modelId="{33317E6E-684F-F04E-8115-0F2F6ACD89F0}">
      <dgm:prSet phldrT="[Text]"/>
      <dgm:spPr/>
      <dgm:t>
        <a:bodyPr/>
        <a:lstStyle/>
        <a:p>
          <a:r>
            <a:rPr lang="en-US"/>
            <a:t>Considering more efficient procedures</a:t>
          </a:r>
        </a:p>
      </dgm:t>
    </dgm:pt>
    <dgm:pt modelId="{AE522640-6CDE-9347-AC81-3178B4D9BB8B}" type="parTrans" cxnId="{3FA67D18-35F9-4CFB-B6FA-C98E3A7BCDFE}">
      <dgm:prSet/>
      <dgm:spPr/>
      <dgm:t>
        <a:bodyPr/>
        <a:lstStyle/>
        <a:p>
          <a:endParaRPr lang="en-US"/>
        </a:p>
      </dgm:t>
    </dgm:pt>
    <dgm:pt modelId="{484B3176-D4CD-374A-8DFE-ECF0CEA64D3B}" type="sibTrans" cxnId="{3FA67D18-35F9-4CFB-B6FA-C98E3A7BCDFE}">
      <dgm:prSet/>
      <dgm:spPr/>
      <dgm:t>
        <a:bodyPr/>
        <a:lstStyle/>
        <a:p>
          <a:endParaRPr lang="en-US"/>
        </a:p>
      </dgm:t>
    </dgm:pt>
    <dgm:pt modelId="{9117527D-F41A-8645-94CF-1B8F1CFD133C}" type="pres">
      <dgm:prSet presAssocID="{F1E5D7FC-0299-F048-A2EC-88BD3E8ABDB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EE1EBA1-01F1-D54C-B4F8-1A78B3C81817}" type="pres">
      <dgm:prSet presAssocID="{6FB5D56D-9E22-6F4C-8DAB-788BB10745D8}" presName="circle1" presStyleLbl="node1" presStyleIdx="0" presStyleCnt="1"/>
      <dgm:spPr/>
    </dgm:pt>
    <dgm:pt modelId="{4A73714E-2060-0F46-B4E8-CD088C51256B}" type="pres">
      <dgm:prSet presAssocID="{6FB5D56D-9E22-6F4C-8DAB-788BB10745D8}" presName="space" presStyleCnt="0"/>
      <dgm:spPr/>
    </dgm:pt>
    <dgm:pt modelId="{5AF68580-81E8-8846-9C15-C54FE5BDCD23}" type="pres">
      <dgm:prSet presAssocID="{6FB5D56D-9E22-6F4C-8DAB-788BB10745D8}" presName="rect1" presStyleLbl="alignAcc1" presStyleIdx="0" presStyleCnt="1"/>
      <dgm:spPr/>
    </dgm:pt>
    <dgm:pt modelId="{C6CEE0A6-0219-6142-921F-B6DE53DF4C2B}" type="pres">
      <dgm:prSet presAssocID="{6FB5D56D-9E22-6F4C-8DAB-788BB10745D8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705460F9-DF08-6542-BE52-4631CB9F38FC}" type="pres">
      <dgm:prSet presAssocID="{6FB5D56D-9E22-6F4C-8DAB-788BB10745D8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3FA67D18-35F9-4CFB-B6FA-C98E3A7BCDFE}" srcId="{6FB5D56D-9E22-6F4C-8DAB-788BB10745D8}" destId="{33317E6E-684F-F04E-8115-0F2F6ACD89F0}" srcOrd="1" destOrd="0" parTransId="{AE522640-6CDE-9347-AC81-3178B4D9BB8B}" sibTransId="{484B3176-D4CD-374A-8DFE-ECF0CEA64D3B}"/>
    <dgm:cxn modelId="{EDF0891B-4B0D-3548-B2A5-D60890F74711}" type="presOf" srcId="{6FB5D56D-9E22-6F4C-8DAB-788BB10745D8}" destId="{C6CEE0A6-0219-6142-921F-B6DE53DF4C2B}" srcOrd="1" destOrd="0" presId="urn:microsoft.com/office/officeart/2005/8/layout/target3"/>
    <dgm:cxn modelId="{94E19F3F-A80C-6349-8A8F-9BE703F0388E}" srcId="{F1E5D7FC-0299-F048-A2EC-88BD3E8ABDBD}" destId="{6FB5D56D-9E22-6F4C-8DAB-788BB10745D8}" srcOrd="0" destOrd="0" parTransId="{8D84C924-53EA-9D4C-A00E-B04FCAF5FD33}" sibTransId="{0B017CFA-BC8A-1B46-98A0-084EA4D13A60}"/>
    <dgm:cxn modelId="{D4C52C55-2D93-4CA4-AD95-1ACC8FA11168}" type="presOf" srcId="{A517F27F-3DDF-0F41-A424-87676ABA5D5B}" destId="{705460F9-DF08-6542-BE52-4631CB9F38FC}" srcOrd="0" destOrd="0" presId="urn:microsoft.com/office/officeart/2005/8/layout/target3"/>
    <dgm:cxn modelId="{41839576-7462-CD42-8F04-92C7242118F4}" type="presOf" srcId="{F1E5D7FC-0299-F048-A2EC-88BD3E8ABDBD}" destId="{9117527D-F41A-8645-94CF-1B8F1CFD133C}" srcOrd="0" destOrd="0" presId="urn:microsoft.com/office/officeart/2005/8/layout/target3"/>
    <dgm:cxn modelId="{96AA6F98-4E53-4FE8-9E11-0FF8A0A2B138}" type="presOf" srcId="{33317E6E-684F-F04E-8115-0F2F6ACD89F0}" destId="{705460F9-DF08-6542-BE52-4631CB9F38FC}" srcOrd="0" destOrd="1" presId="urn:microsoft.com/office/officeart/2005/8/layout/target3"/>
    <dgm:cxn modelId="{5C59F5B5-7F6A-4AF2-A211-37146EDC60E9}" srcId="{6FB5D56D-9E22-6F4C-8DAB-788BB10745D8}" destId="{A517F27F-3DDF-0F41-A424-87676ABA5D5B}" srcOrd="0" destOrd="0" parTransId="{317FB147-FCB2-EA44-A8CA-5D2EE33536B6}" sibTransId="{7443417B-CFE2-FC47-9341-CBBBC7FD6783}"/>
    <dgm:cxn modelId="{DE5CE8C0-7CF3-2347-8FE1-53AF5FE5BBDA}" type="presOf" srcId="{6FB5D56D-9E22-6F4C-8DAB-788BB10745D8}" destId="{5AF68580-81E8-8846-9C15-C54FE5BDCD23}" srcOrd="0" destOrd="0" presId="urn:microsoft.com/office/officeart/2005/8/layout/target3"/>
    <dgm:cxn modelId="{E2F23B03-9269-0748-9AD0-36880D0A99A0}" type="presParOf" srcId="{9117527D-F41A-8645-94CF-1B8F1CFD133C}" destId="{1EE1EBA1-01F1-D54C-B4F8-1A78B3C81817}" srcOrd="0" destOrd="0" presId="urn:microsoft.com/office/officeart/2005/8/layout/target3"/>
    <dgm:cxn modelId="{82CD514D-4BBF-4A45-80EC-06075EDC7ABB}" type="presParOf" srcId="{9117527D-F41A-8645-94CF-1B8F1CFD133C}" destId="{4A73714E-2060-0F46-B4E8-CD088C51256B}" srcOrd="1" destOrd="0" presId="urn:microsoft.com/office/officeart/2005/8/layout/target3"/>
    <dgm:cxn modelId="{4D849C0F-0299-2E44-90F1-C9B1A6151419}" type="presParOf" srcId="{9117527D-F41A-8645-94CF-1B8F1CFD133C}" destId="{5AF68580-81E8-8846-9C15-C54FE5BDCD23}" srcOrd="2" destOrd="0" presId="urn:microsoft.com/office/officeart/2005/8/layout/target3"/>
    <dgm:cxn modelId="{A1B22EF6-2AB4-6845-A9BC-48E048D2AF14}" type="presParOf" srcId="{9117527D-F41A-8645-94CF-1B8F1CFD133C}" destId="{C6CEE0A6-0219-6142-921F-B6DE53DF4C2B}" srcOrd="3" destOrd="0" presId="urn:microsoft.com/office/officeart/2005/8/layout/target3"/>
    <dgm:cxn modelId="{AED90A00-E7AA-DD4E-AA8A-B992C18F5A52}" type="presParOf" srcId="{9117527D-F41A-8645-94CF-1B8F1CFD133C}" destId="{705460F9-DF08-6542-BE52-4631CB9F38FC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1E5D7FC-0299-F048-A2EC-88BD3E8ABDBD}" type="doc">
      <dgm:prSet loTypeId="urn:microsoft.com/office/officeart/2005/8/layout/targe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B5D56D-9E22-6F4C-8DAB-788BB10745D8}">
      <dgm:prSet phldrT="[Text]"/>
      <dgm:spPr/>
      <dgm:t>
        <a:bodyPr/>
        <a:lstStyle/>
        <a:p>
          <a:r>
            <a:rPr lang="en-US"/>
            <a:t>Effective Order Placement</a:t>
          </a:r>
          <a:endParaRPr lang="en-US" b="0">
            <a:solidFill>
              <a:schemeClr val="tx1"/>
            </a:solidFill>
          </a:endParaRPr>
        </a:p>
      </dgm:t>
    </dgm:pt>
    <dgm:pt modelId="{8D84C924-53EA-9D4C-A00E-B04FCAF5FD33}" type="parTrans" cxnId="{94E19F3F-A80C-6349-8A8F-9BE703F0388E}">
      <dgm:prSet/>
      <dgm:spPr/>
      <dgm:t>
        <a:bodyPr/>
        <a:lstStyle/>
        <a:p>
          <a:endParaRPr lang="en-US"/>
        </a:p>
      </dgm:t>
    </dgm:pt>
    <dgm:pt modelId="{0B017CFA-BC8A-1B46-98A0-084EA4D13A60}" type="sibTrans" cxnId="{94E19F3F-A80C-6349-8A8F-9BE703F0388E}">
      <dgm:prSet/>
      <dgm:spPr/>
      <dgm:t>
        <a:bodyPr/>
        <a:lstStyle/>
        <a:p>
          <a:endParaRPr lang="en-US"/>
        </a:p>
      </dgm:t>
    </dgm:pt>
    <dgm:pt modelId="{A517F27F-3DDF-0F41-A424-87676ABA5D5B}">
      <dgm:prSet phldrT="[Text]"/>
      <dgm:spPr/>
      <dgm:t>
        <a:bodyPr/>
        <a:lstStyle/>
        <a:p>
          <a:r>
            <a:rPr lang="en-US" b="0">
              <a:solidFill>
                <a:schemeClr val="tx1"/>
              </a:solidFill>
            </a:rPr>
            <a:t>Reducing Redundant Ordering</a:t>
          </a:r>
          <a:endParaRPr lang="en-US"/>
        </a:p>
      </dgm:t>
    </dgm:pt>
    <dgm:pt modelId="{317FB147-FCB2-EA44-A8CA-5D2EE33536B6}" type="parTrans" cxnId="{5C59F5B5-7F6A-4AF2-A211-37146EDC60E9}">
      <dgm:prSet/>
      <dgm:spPr/>
      <dgm:t>
        <a:bodyPr/>
        <a:lstStyle/>
        <a:p>
          <a:endParaRPr lang="en-US"/>
        </a:p>
      </dgm:t>
    </dgm:pt>
    <dgm:pt modelId="{7443417B-CFE2-FC47-9341-CBBBC7FD6783}" type="sibTrans" cxnId="{5C59F5B5-7F6A-4AF2-A211-37146EDC60E9}">
      <dgm:prSet/>
      <dgm:spPr/>
      <dgm:t>
        <a:bodyPr/>
        <a:lstStyle/>
        <a:p>
          <a:endParaRPr lang="en-US"/>
        </a:p>
      </dgm:t>
    </dgm:pt>
    <dgm:pt modelId="{33317E6E-684F-F04E-8115-0F2F6ACD89F0}">
      <dgm:prSet phldrT="[Text]"/>
      <dgm:spPr/>
      <dgm:t>
        <a:bodyPr/>
        <a:lstStyle/>
        <a:p>
          <a:r>
            <a:rPr lang="en-US"/>
            <a:t>Considering more efficient procedures</a:t>
          </a:r>
        </a:p>
      </dgm:t>
    </dgm:pt>
    <dgm:pt modelId="{AE522640-6CDE-9347-AC81-3178B4D9BB8B}" type="parTrans" cxnId="{3FA67D18-35F9-4CFB-B6FA-C98E3A7BCDFE}">
      <dgm:prSet/>
      <dgm:spPr/>
      <dgm:t>
        <a:bodyPr/>
        <a:lstStyle/>
        <a:p>
          <a:endParaRPr lang="en-US"/>
        </a:p>
      </dgm:t>
    </dgm:pt>
    <dgm:pt modelId="{484B3176-D4CD-374A-8DFE-ECF0CEA64D3B}" type="sibTrans" cxnId="{3FA67D18-35F9-4CFB-B6FA-C98E3A7BCDFE}">
      <dgm:prSet/>
      <dgm:spPr/>
      <dgm:t>
        <a:bodyPr/>
        <a:lstStyle/>
        <a:p>
          <a:endParaRPr lang="en-US"/>
        </a:p>
      </dgm:t>
    </dgm:pt>
    <dgm:pt modelId="{9117527D-F41A-8645-94CF-1B8F1CFD133C}" type="pres">
      <dgm:prSet presAssocID="{F1E5D7FC-0299-F048-A2EC-88BD3E8ABDB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EE1EBA1-01F1-D54C-B4F8-1A78B3C81817}" type="pres">
      <dgm:prSet presAssocID="{6FB5D56D-9E22-6F4C-8DAB-788BB10745D8}" presName="circle1" presStyleLbl="node1" presStyleIdx="0" presStyleCnt="1"/>
      <dgm:spPr/>
    </dgm:pt>
    <dgm:pt modelId="{4A73714E-2060-0F46-B4E8-CD088C51256B}" type="pres">
      <dgm:prSet presAssocID="{6FB5D56D-9E22-6F4C-8DAB-788BB10745D8}" presName="space" presStyleCnt="0"/>
      <dgm:spPr/>
    </dgm:pt>
    <dgm:pt modelId="{5AF68580-81E8-8846-9C15-C54FE5BDCD23}" type="pres">
      <dgm:prSet presAssocID="{6FB5D56D-9E22-6F4C-8DAB-788BB10745D8}" presName="rect1" presStyleLbl="alignAcc1" presStyleIdx="0" presStyleCnt="1"/>
      <dgm:spPr/>
    </dgm:pt>
    <dgm:pt modelId="{C6CEE0A6-0219-6142-921F-B6DE53DF4C2B}" type="pres">
      <dgm:prSet presAssocID="{6FB5D56D-9E22-6F4C-8DAB-788BB10745D8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705460F9-DF08-6542-BE52-4631CB9F38FC}" type="pres">
      <dgm:prSet presAssocID="{6FB5D56D-9E22-6F4C-8DAB-788BB10745D8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3FA67D18-35F9-4CFB-B6FA-C98E3A7BCDFE}" srcId="{6FB5D56D-9E22-6F4C-8DAB-788BB10745D8}" destId="{33317E6E-684F-F04E-8115-0F2F6ACD89F0}" srcOrd="1" destOrd="0" parTransId="{AE522640-6CDE-9347-AC81-3178B4D9BB8B}" sibTransId="{484B3176-D4CD-374A-8DFE-ECF0CEA64D3B}"/>
    <dgm:cxn modelId="{EDF0891B-4B0D-3548-B2A5-D60890F74711}" type="presOf" srcId="{6FB5D56D-9E22-6F4C-8DAB-788BB10745D8}" destId="{C6CEE0A6-0219-6142-921F-B6DE53DF4C2B}" srcOrd="1" destOrd="0" presId="urn:microsoft.com/office/officeart/2005/8/layout/target3"/>
    <dgm:cxn modelId="{94E19F3F-A80C-6349-8A8F-9BE703F0388E}" srcId="{F1E5D7FC-0299-F048-A2EC-88BD3E8ABDBD}" destId="{6FB5D56D-9E22-6F4C-8DAB-788BB10745D8}" srcOrd="0" destOrd="0" parTransId="{8D84C924-53EA-9D4C-A00E-B04FCAF5FD33}" sibTransId="{0B017CFA-BC8A-1B46-98A0-084EA4D13A60}"/>
    <dgm:cxn modelId="{D4C52C55-2D93-4CA4-AD95-1ACC8FA11168}" type="presOf" srcId="{A517F27F-3DDF-0F41-A424-87676ABA5D5B}" destId="{705460F9-DF08-6542-BE52-4631CB9F38FC}" srcOrd="0" destOrd="0" presId="urn:microsoft.com/office/officeart/2005/8/layout/target3"/>
    <dgm:cxn modelId="{41839576-7462-CD42-8F04-92C7242118F4}" type="presOf" srcId="{F1E5D7FC-0299-F048-A2EC-88BD3E8ABDBD}" destId="{9117527D-F41A-8645-94CF-1B8F1CFD133C}" srcOrd="0" destOrd="0" presId="urn:microsoft.com/office/officeart/2005/8/layout/target3"/>
    <dgm:cxn modelId="{96AA6F98-4E53-4FE8-9E11-0FF8A0A2B138}" type="presOf" srcId="{33317E6E-684F-F04E-8115-0F2F6ACD89F0}" destId="{705460F9-DF08-6542-BE52-4631CB9F38FC}" srcOrd="0" destOrd="1" presId="urn:microsoft.com/office/officeart/2005/8/layout/target3"/>
    <dgm:cxn modelId="{5C59F5B5-7F6A-4AF2-A211-37146EDC60E9}" srcId="{6FB5D56D-9E22-6F4C-8DAB-788BB10745D8}" destId="{A517F27F-3DDF-0F41-A424-87676ABA5D5B}" srcOrd="0" destOrd="0" parTransId="{317FB147-FCB2-EA44-A8CA-5D2EE33536B6}" sibTransId="{7443417B-CFE2-FC47-9341-CBBBC7FD6783}"/>
    <dgm:cxn modelId="{DE5CE8C0-7CF3-2347-8FE1-53AF5FE5BBDA}" type="presOf" srcId="{6FB5D56D-9E22-6F4C-8DAB-788BB10745D8}" destId="{5AF68580-81E8-8846-9C15-C54FE5BDCD23}" srcOrd="0" destOrd="0" presId="urn:microsoft.com/office/officeart/2005/8/layout/target3"/>
    <dgm:cxn modelId="{E2F23B03-9269-0748-9AD0-36880D0A99A0}" type="presParOf" srcId="{9117527D-F41A-8645-94CF-1B8F1CFD133C}" destId="{1EE1EBA1-01F1-D54C-B4F8-1A78B3C81817}" srcOrd="0" destOrd="0" presId="urn:microsoft.com/office/officeart/2005/8/layout/target3"/>
    <dgm:cxn modelId="{82CD514D-4BBF-4A45-80EC-06075EDC7ABB}" type="presParOf" srcId="{9117527D-F41A-8645-94CF-1B8F1CFD133C}" destId="{4A73714E-2060-0F46-B4E8-CD088C51256B}" srcOrd="1" destOrd="0" presId="urn:microsoft.com/office/officeart/2005/8/layout/target3"/>
    <dgm:cxn modelId="{4D849C0F-0299-2E44-90F1-C9B1A6151419}" type="presParOf" srcId="{9117527D-F41A-8645-94CF-1B8F1CFD133C}" destId="{5AF68580-81E8-8846-9C15-C54FE5BDCD23}" srcOrd="2" destOrd="0" presId="urn:microsoft.com/office/officeart/2005/8/layout/target3"/>
    <dgm:cxn modelId="{A1B22EF6-2AB4-6845-A9BC-48E048D2AF14}" type="presParOf" srcId="{9117527D-F41A-8645-94CF-1B8F1CFD133C}" destId="{C6CEE0A6-0219-6142-921F-B6DE53DF4C2B}" srcOrd="3" destOrd="0" presId="urn:microsoft.com/office/officeart/2005/8/layout/target3"/>
    <dgm:cxn modelId="{AED90A00-E7AA-DD4E-AA8A-B992C18F5A52}" type="presParOf" srcId="{9117527D-F41A-8645-94CF-1B8F1CFD133C}" destId="{705460F9-DF08-6542-BE52-4631CB9F38FC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1E5D7FC-0299-F048-A2EC-88BD3E8ABDBD}" type="doc">
      <dgm:prSet loTypeId="urn:microsoft.com/office/officeart/2005/8/layout/targe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B5D56D-9E22-6F4C-8DAB-788BB10745D8}">
      <dgm:prSet phldrT="[Text]"/>
      <dgm:spPr/>
      <dgm:t>
        <a:bodyPr/>
        <a:lstStyle/>
        <a:p>
          <a:r>
            <a:rPr lang="en-US"/>
            <a:t>Effective Order Placement</a:t>
          </a:r>
          <a:endParaRPr lang="en-US" b="0">
            <a:solidFill>
              <a:schemeClr val="tx1"/>
            </a:solidFill>
          </a:endParaRPr>
        </a:p>
      </dgm:t>
    </dgm:pt>
    <dgm:pt modelId="{8D84C924-53EA-9D4C-A00E-B04FCAF5FD33}" type="parTrans" cxnId="{94E19F3F-A80C-6349-8A8F-9BE703F0388E}">
      <dgm:prSet/>
      <dgm:spPr/>
      <dgm:t>
        <a:bodyPr/>
        <a:lstStyle/>
        <a:p>
          <a:endParaRPr lang="en-US"/>
        </a:p>
      </dgm:t>
    </dgm:pt>
    <dgm:pt modelId="{0B017CFA-BC8A-1B46-98A0-084EA4D13A60}" type="sibTrans" cxnId="{94E19F3F-A80C-6349-8A8F-9BE703F0388E}">
      <dgm:prSet/>
      <dgm:spPr/>
      <dgm:t>
        <a:bodyPr/>
        <a:lstStyle/>
        <a:p>
          <a:endParaRPr lang="en-US"/>
        </a:p>
      </dgm:t>
    </dgm:pt>
    <dgm:pt modelId="{A517F27F-3DDF-0F41-A424-87676ABA5D5B}">
      <dgm:prSet phldrT="[Text]"/>
      <dgm:spPr/>
      <dgm:t>
        <a:bodyPr/>
        <a:lstStyle/>
        <a:p>
          <a:r>
            <a:rPr lang="en-US" b="0">
              <a:solidFill>
                <a:schemeClr val="tx1"/>
              </a:solidFill>
            </a:rPr>
            <a:t>Reducing Redundant Ordering</a:t>
          </a:r>
          <a:endParaRPr lang="en-US"/>
        </a:p>
      </dgm:t>
    </dgm:pt>
    <dgm:pt modelId="{317FB147-FCB2-EA44-A8CA-5D2EE33536B6}" type="parTrans" cxnId="{5C59F5B5-7F6A-4AF2-A211-37146EDC60E9}">
      <dgm:prSet/>
      <dgm:spPr/>
      <dgm:t>
        <a:bodyPr/>
        <a:lstStyle/>
        <a:p>
          <a:endParaRPr lang="en-US"/>
        </a:p>
      </dgm:t>
    </dgm:pt>
    <dgm:pt modelId="{7443417B-CFE2-FC47-9341-CBBBC7FD6783}" type="sibTrans" cxnId="{5C59F5B5-7F6A-4AF2-A211-37146EDC60E9}">
      <dgm:prSet/>
      <dgm:spPr/>
      <dgm:t>
        <a:bodyPr/>
        <a:lstStyle/>
        <a:p>
          <a:endParaRPr lang="en-US"/>
        </a:p>
      </dgm:t>
    </dgm:pt>
    <dgm:pt modelId="{33317E6E-684F-F04E-8115-0F2F6ACD89F0}">
      <dgm:prSet phldrT="[Text]"/>
      <dgm:spPr/>
      <dgm:t>
        <a:bodyPr/>
        <a:lstStyle/>
        <a:p>
          <a:r>
            <a:rPr lang="en-US"/>
            <a:t>Considering more efficient procedures</a:t>
          </a:r>
        </a:p>
      </dgm:t>
    </dgm:pt>
    <dgm:pt modelId="{AE522640-6CDE-9347-AC81-3178B4D9BB8B}" type="parTrans" cxnId="{3FA67D18-35F9-4CFB-B6FA-C98E3A7BCDFE}">
      <dgm:prSet/>
      <dgm:spPr/>
      <dgm:t>
        <a:bodyPr/>
        <a:lstStyle/>
        <a:p>
          <a:endParaRPr lang="en-US"/>
        </a:p>
      </dgm:t>
    </dgm:pt>
    <dgm:pt modelId="{484B3176-D4CD-374A-8DFE-ECF0CEA64D3B}" type="sibTrans" cxnId="{3FA67D18-35F9-4CFB-B6FA-C98E3A7BCDFE}">
      <dgm:prSet/>
      <dgm:spPr/>
      <dgm:t>
        <a:bodyPr/>
        <a:lstStyle/>
        <a:p>
          <a:endParaRPr lang="en-US"/>
        </a:p>
      </dgm:t>
    </dgm:pt>
    <dgm:pt modelId="{9117527D-F41A-8645-94CF-1B8F1CFD133C}" type="pres">
      <dgm:prSet presAssocID="{F1E5D7FC-0299-F048-A2EC-88BD3E8ABDB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EE1EBA1-01F1-D54C-B4F8-1A78B3C81817}" type="pres">
      <dgm:prSet presAssocID="{6FB5D56D-9E22-6F4C-8DAB-788BB10745D8}" presName="circle1" presStyleLbl="node1" presStyleIdx="0" presStyleCnt="1"/>
      <dgm:spPr/>
    </dgm:pt>
    <dgm:pt modelId="{4A73714E-2060-0F46-B4E8-CD088C51256B}" type="pres">
      <dgm:prSet presAssocID="{6FB5D56D-9E22-6F4C-8DAB-788BB10745D8}" presName="space" presStyleCnt="0"/>
      <dgm:spPr/>
    </dgm:pt>
    <dgm:pt modelId="{5AF68580-81E8-8846-9C15-C54FE5BDCD23}" type="pres">
      <dgm:prSet presAssocID="{6FB5D56D-9E22-6F4C-8DAB-788BB10745D8}" presName="rect1" presStyleLbl="alignAcc1" presStyleIdx="0" presStyleCnt="1"/>
      <dgm:spPr/>
    </dgm:pt>
    <dgm:pt modelId="{C6CEE0A6-0219-6142-921F-B6DE53DF4C2B}" type="pres">
      <dgm:prSet presAssocID="{6FB5D56D-9E22-6F4C-8DAB-788BB10745D8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705460F9-DF08-6542-BE52-4631CB9F38FC}" type="pres">
      <dgm:prSet presAssocID="{6FB5D56D-9E22-6F4C-8DAB-788BB10745D8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3FA67D18-35F9-4CFB-B6FA-C98E3A7BCDFE}" srcId="{6FB5D56D-9E22-6F4C-8DAB-788BB10745D8}" destId="{33317E6E-684F-F04E-8115-0F2F6ACD89F0}" srcOrd="1" destOrd="0" parTransId="{AE522640-6CDE-9347-AC81-3178B4D9BB8B}" sibTransId="{484B3176-D4CD-374A-8DFE-ECF0CEA64D3B}"/>
    <dgm:cxn modelId="{EDF0891B-4B0D-3548-B2A5-D60890F74711}" type="presOf" srcId="{6FB5D56D-9E22-6F4C-8DAB-788BB10745D8}" destId="{C6CEE0A6-0219-6142-921F-B6DE53DF4C2B}" srcOrd="1" destOrd="0" presId="urn:microsoft.com/office/officeart/2005/8/layout/target3"/>
    <dgm:cxn modelId="{94E19F3F-A80C-6349-8A8F-9BE703F0388E}" srcId="{F1E5D7FC-0299-F048-A2EC-88BD3E8ABDBD}" destId="{6FB5D56D-9E22-6F4C-8DAB-788BB10745D8}" srcOrd="0" destOrd="0" parTransId="{8D84C924-53EA-9D4C-A00E-B04FCAF5FD33}" sibTransId="{0B017CFA-BC8A-1B46-98A0-084EA4D13A60}"/>
    <dgm:cxn modelId="{D4C52C55-2D93-4CA4-AD95-1ACC8FA11168}" type="presOf" srcId="{A517F27F-3DDF-0F41-A424-87676ABA5D5B}" destId="{705460F9-DF08-6542-BE52-4631CB9F38FC}" srcOrd="0" destOrd="0" presId="urn:microsoft.com/office/officeart/2005/8/layout/target3"/>
    <dgm:cxn modelId="{41839576-7462-CD42-8F04-92C7242118F4}" type="presOf" srcId="{F1E5D7FC-0299-F048-A2EC-88BD3E8ABDBD}" destId="{9117527D-F41A-8645-94CF-1B8F1CFD133C}" srcOrd="0" destOrd="0" presId="urn:microsoft.com/office/officeart/2005/8/layout/target3"/>
    <dgm:cxn modelId="{96AA6F98-4E53-4FE8-9E11-0FF8A0A2B138}" type="presOf" srcId="{33317E6E-684F-F04E-8115-0F2F6ACD89F0}" destId="{705460F9-DF08-6542-BE52-4631CB9F38FC}" srcOrd="0" destOrd="1" presId="urn:microsoft.com/office/officeart/2005/8/layout/target3"/>
    <dgm:cxn modelId="{5C59F5B5-7F6A-4AF2-A211-37146EDC60E9}" srcId="{6FB5D56D-9E22-6F4C-8DAB-788BB10745D8}" destId="{A517F27F-3DDF-0F41-A424-87676ABA5D5B}" srcOrd="0" destOrd="0" parTransId="{317FB147-FCB2-EA44-A8CA-5D2EE33536B6}" sibTransId="{7443417B-CFE2-FC47-9341-CBBBC7FD6783}"/>
    <dgm:cxn modelId="{DE5CE8C0-7CF3-2347-8FE1-53AF5FE5BBDA}" type="presOf" srcId="{6FB5D56D-9E22-6F4C-8DAB-788BB10745D8}" destId="{5AF68580-81E8-8846-9C15-C54FE5BDCD23}" srcOrd="0" destOrd="0" presId="urn:microsoft.com/office/officeart/2005/8/layout/target3"/>
    <dgm:cxn modelId="{E2F23B03-9269-0748-9AD0-36880D0A99A0}" type="presParOf" srcId="{9117527D-F41A-8645-94CF-1B8F1CFD133C}" destId="{1EE1EBA1-01F1-D54C-B4F8-1A78B3C81817}" srcOrd="0" destOrd="0" presId="urn:microsoft.com/office/officeart/2005/8/layout/target3"/>
    <dgm:cxn modelId="{82CD514D-4BBF-4A45-80EC-06075EDC7ABB}" type="presParOf" srcId="{9117527D-F41A-8645-94CF-1B8F1CFD133C}" destId="{4A73714E-2060-0F46-B4E8-CD088C51256B}" srcOrd="1" destOrd="0" presId="urn:microsoft.com/office/officeart/2005/8/layout/target3"/>
    <dgm:cxn modelId="{4D849C0F-0299-2E44-90F1-C9B1A6151419}" type="presParOf" srcId="{9117527D-F41A-8645-94CF-1B8F1CFD133C}" destId="{5AF68580-81E8-8846-9C15-C54FE5BDCD23}" srcOrd="2" destOrd="0" presId="urn:microsoft.com/office/officeart/2005/8/layout/target3"/>
    <dgm:cxn modelId="{A1B22EF6-2AB4-6845-A9BC-48E048D2AF14}" type="presParOf" srcId="{9117527D-F41A-8645-94CF-1B8F1CFD133C}" destId="{C6CEE0A6-0219-6142-921F-B6DE53DF4C2B}" srcOrd="3" destOrd="0" presId="urn:microsoft.com/office/officeart/2005/8/layout/target3"/>
    <dgm:cxn modelId="{AED90A00-E7AA-DD4E-AA8A-B992C18F5A52}" type="presParOf" srcId="{9117527D-F41A-8645-94CF-1B8F1CFD133C}" destId="{705460F9-DF08-6542-BE52-4631CB9F38FC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1E5D7FC-0299-F048-A2EC-88BD3E8ABDBD}" type="doc">
      <dgm:prSet loTypeId="urn:microsoft.com/office/officeart/2005/8/layout/targe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B5D56D-9E22-6F4C-8DAB-788BB10745D8}">
      <dgm:prSet phldrT="[Text]"/>
      <dgm:spPr/>
      <dgm:t>
        <a:bodyPr/>
        <a:lstStyle/>
        <a:p>
          <a:r>
            <a:rPr lang="en-US"/>
            <a:t>Capacity and Demand of MRI and ECHO</a:t>
          </a:r>
          <a:endParaRPr lang="en-US" b="0">
            <a:solidFill>
              <a:schemeClr val="tx1"/>
            </a:solidFill>
          </a:endParaRPr>
        </a:p>
      </dgm:t>
    </dgm:pt>
    <dgm:pt modelId="{8D84C924-53EA-9D4C-A00E-B04FCAF5FD33}" type="parTrans" cxnId="{94E19F3F-A80C-6349-8A8F-9BE703F0388E}">
      <dgm:prSet/>
      <dgm:spPr/>
      <dgm:t>
        <a:bodyPr/>
        <a:lstStyle/>
        <a:p>
          <a:endParaRPr lang="en-US"/>
        </a:p>
      </dgm:t>
    </dgm:pt>
    <dgm:pt modelId="{0B017CFA-BC8A-1B46-98A0-084EA4D13A60}" type="sibTrans" cxnId="{94E19F3F-A80C-6349-8A8F-9BE703F0388E}">
      <dgm:prSet/>
      <dgm:spPr/>
      <dgm:t>
        <a:bodyPr/>
        <a:lstStyle/>
        <a:p>
          <a:endParaRPr lang="en-US"/>
        </a:p>
      </dgm:t>
    </dgm:pt>
    <dgm:pt modelId="{A517F27F-3DDF-0F41-A424-87676ABA5D5B}">
      <dgm:prSet phldrT="[Text]"/>
      <dgm:spPr/>
      <dgm:t>
        <a:bodyPr/>
        <a:lstStyle/>
        <a:p>
          <a:r>
            <a:rPr lang="en-US" b="0">
              <a:solidFill>
                <a:schemeClr val="tx1"/>
              </a:solidFill>
            </a:rPr>
            <a:t>Adding 1 weekend overnight MRI tech</a:t>
          </a:r>
          <a:endParaRPr lang="en-US"/>
        </a:p>
      </dgm:t>
    </dgm:pt>
    <dgm:pt modelId="{317FB147-FCB2-EA44-A8CA-5D2EE33536B6}" type="parTrans" cxnId="{5C59F5B5-7F6A-4AF2-A211-37146EDC60E9}">
      <dgm:prSet/>
      <dgm:spPr/>
      <dgm:t>
        <a:bodyPr/>
        <a:lstStyle/>
        <a:p>
          <a:endParaRPr lang="en-US"/>
        </a:p>
      </dgm:t>
    </dgm:pt>
    <dgm:pt modelId="{7443417B-CFE2-FC47-9341-CBBBC7FD6783}" type="sibTrans" cxnId="{5C59F5B5-7F6A-4AF2-A211-37146EDC60E9}">
      <dgm:prSet/>
      <dgm:spPr/>
      <dgm:t>
        <a:bodyPr/>
        <a:lstStyle/>
        <a:p>
          <a:endParaRPr lang="en-US"/>
        </a:p>
      </dgm:t>
    </dgm:pt>
    <dgm:pt modelId="{82ACB424-7A8B-A84E-906A-E4BC6153ED9E}">
      <dgm:prSet phldrT="[Text]"/>
      <dgm:spPr/>
      <dgm:t>
        <a:bodyPr/>
        <a:lstStyle/>
        <a:p>
          <a:r>
            <a:rPr lang="en-US" b="0">
              <a:solidFill>
                <a:schemeClr val="tx1"/>
              </a:solidFill>
            </a:rPr>
            <a:t>Adding 1 sonographer</a:t>
          </a:r>
          <a:endParaRPr lang="en-US"/>
        </a:p>
      </dgm:t>
    </dgm:pt>
    <dgm:pt modelId="{92CDEFDF-BB40-D746-8B96-5CF541D1CFAF}" type="parTrans" cxnId="{05B596C3-454B-9E48-9661-2BC46A92362E}">
      <dgm:prSet/>
      <dgm:spPr/>
      <dgm:t>
        <a:bodyPr/>
        <a:lstStyle/>
        <a:p>
          <a:endParaRPr lang="en-US"/>
        </a:p>
      </dgm:t>
    </dgm:pt>
    <dgm:pt modelId="{AA58E49A-8453-5849-B999-89D3FFF839AA}" type="sibTrans" cxnId="{05B596C3-454B-9E48-9661-2BC46A92362E}">
      <dgm:prSet/>
      <dgm:spPr/>
      <dgm:t>
        <a:bodyPr/>
        <a:lstStyle/>
        <a:p>
          <a:endParaRPr lang="en-US"/>
        </a:p>
      </dgm:t>
    </dgm:pt>
    <dgm:pt modelId="{9117527D-F41A-8645-94CF-1B8F1CFD133C}" type="pres">
      <dgm:prSet presAssocID="{F1E5D7FC-0299-F048-A2EC-88BD3E8ABDB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EE1EBA1-01F1-D54C-B4F8-1A78B3C81817}" type="pres">
      <dgm:prSet presAssocID="{6FB5D56D-9E22-6F4C-8DAB-788BB10745D8}" presName="circle1" presStyleLbl="node1" presStyleIdx="0" presStyleCnt="1"/>
      <dgm:spPr/>
    </dgm:pt>
    <dgm:pt modelId="{4A73714E-2060-0F46-B4E8-CD088C51256B}" type="pres">
      <dgm:prSet presAssocID="{6FB5D56D-9E22-6F4C-8DAB-788BB10745D8}" presName="space" presStyleCnt="0"/>
      <dgm:spPr/>
    </dgm:pt>
    <dgm:pt modelId="{5AF68580-81E8-8846-9C15-C54FE5BDCD23}" type="pres">
      <dgm:prSet presAssocID="{6FB5D56D-9E22-6F4C-8DAB-788BB10745D8}" presName="rect1" presStyleLbl="alignAcc1" presStyleIdx="0" presStyleCnt="1"/>
      <dgm:spPr/>
    </dgm:pt>
    <dgm:pt modelId="{C6CEE0A6-0219-6142-921F-B6DE53DF4C2B}" type="pres">
      <dgm:prSet presAssocID="{6FB5D56D-9E22-6F4C-8DAB-788BB10745D8}" presName="rect1ParTx" presStyleLbl="alignAcc1" presStyleIdx="0" presStyleCnt="1">
        <dgm:presLayoutVars>
          <dgm:chMax val="1"/>
          <dgm:bulletEnabled val="1"/>
        </dgm:presLayoutVars>
      </dgm:prSet>
      <dgm:spPr/>
    </dgm:pt>
    <dgm:pt modelId="{705460F9-DF08-6542-BE52-4631CB9F38FC}" type="pres">
      <dgm:prSet presAssocID="{6FB5D56D-9E22-6F4C-8DAB-788BB10745D8}" presName="rect1ChTx" presStyleLbl="alignAcc1" presStyleIdx="0" presStyleCnt="1">
        <dgm:presLayoutVars>
          <dgm:bulletEnabled val="1"/>
        </dgm:presLayoutVars>
      </dgm:prSet>
      <dgm:spPr/>
    </dgm:pt>
  </dgm:ptLst>
  <dgm:cxnLst>
    <dgm:cxn modelId="{EDF0891B-4B0D-3548-B2A5-D60890F74711}" type="presOf" srcId="{6FB5D56D-9E22-6F4C-8DAB-788BB10745D8}" destId="{C6CEE0A6-0219-6142-921F-B6DE53DF4C2B}" srcOrd="1" destOrd="0" presId="urn:microsoft.com/office/officeart/2005/8/layout/target3"/>
    <dgm:cxn modelId="{94E19F3F-A80C-6349-8A8F-9BE703F0388E}" srcId="{F1E5D7FC-0299-F048-A2EC-88BD3E8ABDBD}" destId="{6FB5D56D-9E22-6F4C-8DAB-788BB10745D8}" srcOrd="0" destOrd="0" parTransId="{8D84C924-53EA-9D4C-A00E-B04FCAF5FD33}" sibTransId="{0B017CFA-BC8A-1B46-98A0-084EA4D13A60}"/>
    <dgm:cxn modelId="{D4C52C55-2D93-4CA4-AD95-1ACC8FA11168}" type="presOf" srcId="{A517F27F-3DDF-0F41-A424-87676ABA5D5B}" destId="{705460F9-DF08-6542-BE52-4631CB9F38FC}" srcOrd="0" destOrd="0" presId="urn:microsoft.com/office/officeart/2005/8/layout/target3"/>
    <dgm:cxn modelId="{41839576-7462-CD42-8F04-92C7242118F4}" type="presOf" srcId="{F1E5D7FC-0299-F048-A2EC-88BD3E8ABDBD}" destId="{9117527D-F41A-8645-94CF-1B8F1CFD133C}" srcOrd="0" destOrd="0" presId="urn:microsoft.com/office/officeart/2005/8/layout/target3"/>
    <dgm:cxn modelId="{5C59F5B5-7F6A-4AF2-A211-37146EDC60E9}" srcId="{6FB5D56D-9E22-6F4C-8DAB-788BB10745D8}" destId="{A517F27F-3DDF-0F41-A424-87676ABA5D5B}" srcOrd="0" destOrd="0" parTransId="{317FB147-FCB2-EA44-A8CA-5D2EE33536B6}" sibTransId="{7443417B-CFE2-FC47-9341-CBBBC7FD6783}"/>
    <dgm:cxn modelId="{DE5CE8C0-7CF3-2347-8FE1-53AF5FE5BBDA}" type="presOf" srcId="{6FB5D56D-9E22-6F4C-8DAB-788BB10745D8}" destId="{5AF68580-81E8-8846-9C15-C54FE5BDCD23}" srcOrd="0" destOrd="0" presId="urn:microsoft.com/office/officeart/2005/8/layout/target3"/>
    <dgm:cxn modelId="{05B596C3-454B-9E48-9661-2BC46A92362E}" srcId="{6FB5D56D-9E22-6F4C-8DAB-788BB10745D8}" destId="{82ACB424-7A8B-A84E-906A-E4BC6153ED9E}" srcOrd="1" destOrd="0" parTransId="{92CDEFDF-BB40-D746-8B96-5CF541D1CFAF}" sibTransId="{AA58E49A-8453-5849-B999-89D3FFF839AA}"/>
    <dgm:cxn modelId="{E4D943DC-B379-D043-AAE6-6C261251E547}" type="presOf" srcId="{82ACB424-7A8B-A84E-906A-E4BC6153ED9E}" destId="{705460F9-DF08-6542-BE52-4631CB9F38FC}" srcOrd="0" destOrd="1" presId="urn:microsoft.com/office/officeart/2005/8/layout/target3"/>
    <dgm:cxn modelId="{E2F23B03-9269-0748-9AD0-36880D0A99A0}" type="presParOf" srcId="{9117527D-F41A-8645-94CF-1B8F1CFD133C}" destId="{1EE1EBA1-01F1-D54C-B4F8-1A78B3C81817}" srcOrd="0" destOrd="0" presId="urn:microsoft.com/office/officeart/2005/8/layout/target3"/>
    <dgm:cxn modelId="{82CD514D-4BBF-4A45-80EC-06075EDC7ABB}" type="presParOf" srcId="{9117527D-F41A-8645-94CF-1B8F1CFD133C}" destId="{4A73714E-2060-0F46-B4E8-CD088C51256B}" srcOrd="1" destOrd="0" presId="urn:microsoft.com/office/officeart/2005/8/layout/target3"/>
    <dgm:cxn modelId="{4D849C0F-0299-2E44-90F1-C9B1A6151419}" type="presParOf" srcId="{9117527D-F41A-8645-94CF-1B8F1CFD133C}" destId="{5AF68580-81E8-8846-9C15-C54FE5BDCD23}" srcOrd="2" destOrd="0" presId="urn:microsoft.com/office/officeart/2005/8/layout/target3"/>
    <dgm:cxn modelId="{A1B22EF6-2AB4-6845-A9BC-48E048D2AF14}" type="presParOf" srcId="{9117527D-F41A-8645-94CF-1B8F1CFD133C}" destId="{C6CEE0A6-0219-6142-921F-B6DE53DF4C2B}" srcOrd="3" destOrd="0" presId="urn:microsoft.com/office/officeart/2005/8/layout/target3"/>
    <dgm:cxn modelId="{AED90A00-E7AA-DD4E-AA8A-B992C18F5A52}" type="presParOf" srcId="{9117527D-F41A-8645-94CF-1B8F1CFD133C}" destId="{705460F9-DF08-6542-BE52-4631CB9F38FC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094E9D-EDF0-374C-8BBB-B73CF4E2575B}">
      <dsp:nvSpPr>
        <dsp:cNvPr id="0" name=""/>
        <dsp:cNvSpPr/>
      </dsp:nvSpPr>
      <dsp:spPr>
        <a:xfrm rot="2561600">
          <a:off x="3860267" y="5714605"/>
          <a:ext cx="1234223" cy="57656"/>
        </a:xfrm>
        <a:custGeom>
          <a:avLst/>
          <a:gdLst/>
          <a:ahLst/>
          <a:cxnLst/>
          <a:rect l="0" t="0" r="0" b="0"/>
          <a:pathLst>
            <a:path>
              <a:moveTo>
                <a:pt x="0" y="28828"/>
              </a:moveTo>
              <a:lnTo>
                <a:pt x="1234223" y="288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DA64B7-9C74-0F4E-A004-D9E079313470}">
      <dsp:nvSpPr>
        <dsp:cNvPr id="0" name=""/>
        <dsp:cNvSpPr/>
      </dsp:nvSpPr>
      <dsp:spPr>
        <a:xfrm>
          <a:off x="4023806" y="4035171"/>
          <a:ext cx="1371659" cy="57656"/>
        </a:xfrm>
        <a:custGeom>
          <a:avLst/>
          <a:gdLst/>
          <a:ahLst/>
          <a:cxnLst/>
          <a:rect l="0" t="0" r="0" b="0"/>
          <a:pathLst>
            <a:path>
              <a:moveTo>
                <a:pt x="0" y="28828"/>
              </a:moveTo>
              <a:lnTo>
                <a:pt x="1371659" y="288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D68578-17D3-5A49-93B9-EC8DA32BCC73}">
      <dsp:nvSpPr>
        <dsp:cNvPr id="0" name=""/>
        <dsp:cNvSpPr/>
      </dsp:nvSpPr>
      <dsp:spPr>
        <a:xfrm rot="19038400">
          <a:off x="3860267" y="2355737"/>
          <a:ext cx="1234223" cy="57656"/>
        </a:xfrm>
        <a:custGeom>
          <a:avLst/>
          <a:gdLst/>
          <a:ahLst/>
          <a:cxnLst/>
          <a:rect l="0" t="0" r="0" b="0"/>
          <a:pathLst>
            <a:path>
              <a:moveTo>
                <a:pt x="0" y="28828"/>
              </a:moveTo>
              <a:lnTo>
                <a:pt x="1234223" y="288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BD41A1-08CF-6449-A68A-EC8F11946C7B}">
      <dsp:nvSpPr>
        <dsp:cNvPr id="0" name=""/>
        <dsp:cNvSpPr/>
      </dsp:nvSpPr>
      <dsp:spPr>
        <a:xfrm>
          <a:off x="704343" y="2111375"/>
          <a:ext cx="3905250" cy="3905250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CE534-3338-AC49-B711-2DEACAAFFBA1}">
      <dsp:nvSpPr>
        <dsp:cNvPr id="0" name=""/>
        <dsp:cNvSpPr/>
      </dsp:nvSpPr>
      <dsp:spPr>
        <a:xfrm>
          <a:off x="4620477" y="128"/>
          <a:ext cx="2343150" cy="23431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Prolonged Length of Stay (LOS)</a:t>
          </a:r>
        </a:p>
      </dsp:txBody>
      <dsp:txXfrm>
        <a:off x="4963623" y="343274"/>
        <a:ext cx="1656858" cy="1656858"/>
      </dsp:txXfrm>
    </dsp:sp>
    <dsp:sp modelId="{FD63B9DE-0DBC-1F4B-ABAE-9A335DF1F2D7}">
      <dsp:nvSpPr>
        <dsp:cNvPr id="0" name=""/>
        <dsp:cNvSpPr/>
      </dsp:nvSpPr>
      <dsp:spPr>
        <a:xfrm>
          <a:off x="5395466" y="2892424"/>
          <a:ext cx="2343150" cy="23431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Missed opportunity to increase cash flow</a:t>
          </a:r>
        </a:p>
      </dsp:txBody>
      <dsp:txXfrm>
        <a:off x="5738612" y="3235570"/>
        <a:ext cx="1656858" cy="1656858"/>
      </dsp:txXfrm>
    </dsp:sp>
    <dsp:sp modelId="{EFE9A2D0-DAF4-1943-9F25-CEA1B4761ECB}">
      <dsp:nvSpPr>
        <dsp:cNvPr id="0" name=""/>
        <dsp:cNvSpPr/>
      </dsp:nvSpPr>
      <dsp:spPr>
        <a:xfrm>
          <a:off x="7972931" y="2892424"/>
          <a:ext cx="3514725" cy="2343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>
              <a:solidFill>
                <a:schemeClr val="bg1"/>
              </a:solidFill>
              <a:ea typeface="Cambria Math" panose="02040503050406030204" pitchFamily="18" charset="0"/>
            </a:rPr>
            <a:t>Delays = </a:t>
          </a:r>
          <a14:m xmlns:a14="http://schemas.microsoft.com/office/drawing/2010/main">
            <m:oMath xmlns:m="http://schemas.openxmlformats.org/officeDocument/2006/math">
              <m:r>
                <a:rPr lang="en-US" sz="3200" i="1" kern="1200" smtClean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m:t>↑</m:t>
              </m:r>
            </m:oMath>
          </a14:m>
          <a:r>
            <a:rPr lang="en-US" sz="3200" kern="1200">
              <a:solidFill>
                <a:schemeClr val="bg1"/>
              </a:solidFill>
            </a:rPr>
            <a:t> Lower Level of Care (LLOC) days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>
              <a:solidFill>
                <a:schemeClr val="bg1"/>
              </a:solidFill>
            </a:rPr>
            <a:t>Insurance denials = </a:t>
          </a:r>
          <a14:m xmlns:a14="http://schemas.microsoft.com/office/drawing/2010/main">
            <m:oMath xmlns:m="http://schemas.openxmlformats.org/officeDocument/2006/math">
              <m:r>
                <a:rPr lang="en-US" sz="3200" i="1" kern="1200" dirty="0" smtClean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m:t>↓</m:t>
              </m:r>
            </m:oMath>
          </a14:m>
          <a:r>
            <a:rPr lang="en-US" sz="3200" kern="1200">
              <a:solidFill>
                <a:schemeClr val="bg1"/>
              </a:solidFill>
            </a:rPr>
            <a:t> amount billable</a:t>
          </a:r>
        </a:p>
      </dsp:txBody>
      <dsp:txXfrm>
        <a:off x="7972931" y="2892424"/>
        <a:ext cx="3514725" cy="2343150"/>
      </dsp:txXfrm>
    </dsp:sp>
    <dsp:sp modelId="{0536DA43-D56A-E845-82E6-075C0473D862}">
      <dsp:nvSpPr>
        <dsp:cNvPr id="0" name=""/>
        <dsp:cNvSpPr/>
      </dsp:nvSpPr>
      <dsp:spPr>
        <a:xfrm>
          <a:off x="4620477" y="5784721"/>
          <a:ext cx="2343150" cy="23431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Blocked beds for new admits</a:t>
          </a:r>
        </a:p>
      </dsp:txBody>
      <dsp:txXfrm>
        <a:off x="4963623" y="6127867"/>
        <a:ext cx="1656858" cy="1656858"/>
      </dsp:txXfrm>
    </dsp:sp>
    <dsp:sp modelId="{3D12195A-C4A3-F24C-B04A-5ABE989DAC19}">
      <dsp:nvSpPr>
        <dsp:cNvPr id="0" name=""/>
        <dsp:cNvSpPr/>
      </dsp:nvSpPr>
      <dsp:spPr>
        <a:xfrm>
          <a:off x="7197942" y="5784721"/>
          <a:ext cx="3514725" cy="2343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>
              <a:solidFill>
                <a:schemeClr val="bg1"/>
              </a:solidFill>
            </a:rPr>
            <a:t>Overflow inpatients are boarded in ED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>
              <a:solidFill>
                <a:schemeClr val="bg1"/>
              </a:solidFill>
            </a:rPr>
            <a:t>Impacts EDs flow and capacity </a:t>
          </a:r>
        </a:p>
      </dsp:txBody>
      <dsp:txXfrm>
        <a:off x="7197942" y="5784721"/>
        <a:ext cx="3514725" cy="23431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52E1B-88E6-4141-8D56-03F51A693530}">
      <dsp:nvSpPr>
        <dsp:cNvPr id="0" name=""/>
        <dsp:cNvSpPr/>
      </dsp:nvSpPr>
      <dsp:spPr>
        <a:xfrm>
          <a:off x="2416719" y="2844799"/>
          <a:ext cx="7312810" cy="243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Assuming gaps in weekend service availability contribute to discharge delays</a:t>
          </a:r>
        </a:p>
      </dsp:txBody>
      <dsp:txXfrm>
        <a:off x="2535752" y="2963832"/>
        <a:ext cx="7074744" cy="2200334"/>
      </dsp:txXfrm>
    </dsp:sp>
    <dsp:sp modelId="{D5591386-8055-0C40-903A-77DBA5985243}">
      <dsp:nvSpPr>
        <dsp:cNvPr id="0" name=""/>
        <dsp:cNvSpPr/>
      </dsp:nvSpPr>
      <dsp:spPr>
        <a:xfrm rot="16254541">
          <a:off x="5711654" y="2457894"/>
          <a:ext cx="77390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3908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9911BB-F09A-C84D-AC2F-0D8DE77B56DC}">
      <dsp:nvSpPr>
        <dsp:cNvPr id="0" name=""/>
        <dsp:cNvSpPr/>
      </dsp:nvSpPr>
      <dsp:spPr>
        <a:xfrm>
          <a:off x="3619836" y="437260"/>
          <a:ext cx="4995744" cy="16337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Quantify impact of gaps</a:t>
          </a:r>
        </a:p>
      </dsp:txBody>
      <dsp:txXfrm>
        <a:off x="3619836" y="437260"/>
        <a:ext cx="4995744" cy="1633728"/>
      </dsp:txXfrm>
    </dsp:sp>
    <dsp:sp modelId="{4AB03368-EBEA-0D4C-B21C-08614C73FD5F}">
      <dsp:nvSpPr>
        <dsp:cNvPr id="0" name=""/>
        <dsp:cNvSpPr/>
      </dsp:nvSpPr>
      <dsp:spPr>
        <a:xfrm rot="2430409">
          <a:off x="7357517" y="5670105"/>
          <a:ext cx="119132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91324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D8DF9D-92A7-8445-969C-0CEF543D0F36}">
      <dsp:nvSpPr>
        <dsp:cNvPr id="0" name=""/>
        <dsp:cNvSpPr/>
      </dsp:nvSpPr>
      <dsp:spPr>
        <a:xfrm>
          <a:off x="7297664" y="6057010"/>
          <a:ext cx="4129214" cy="16337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Identify frequency and cost of delays</a:t>
          </a:r>
        </a:p>
      </dsp:txBody>
      <dsp:txXfrm>
        <a:off x="7297664" y="6057010"/>
        <a:ext cx="4129214" cy="1633728"/>
      </dsp:txXfrm>
    </dsp:sp>
    <dsp:sp modelId="{0F6BE085-A2F9-5C47-85BB-F2B02FE25408}">
      <dsp:nvSpPr>
        <dsp:cNvPr id="0" name=""/>
        <dsp:cNvSpPr/>
      </dsp:nvSpPr>
      <dsp:spPr>
        <a:xfrm rot="8322835">
          <a:off x="3657656" y="5670105"/>
          <a:ext cx="11727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7276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E0F1FA-EB4A-D443-A0B4-1BF54408C3BC}">
      <dsp:nvSpPr>
        <dsp:cNvPr id="0" name=""/>
        <dsp:cNvSpPr/>
      </dsp:nvSpPr>
      <dsp:spPr>
        <a:xfrm>
          <a:off x="765120" y="6057011"/>
          <a:ext cx="4216047" cy="16337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360" tIns="86360" rIns="86360" bIns="8636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Explore benefits of expanding service availability</a:t>
          </a:r>
        </a:p>
      </dsp:txBody>
      <dsp:txXfrm>
        <a:off x="765120" y="6057011"/>
        <a:ext cx="4216047" cy="16337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4306A1-A130-154A-8C33-306DFBB4B535}">
      <dsp:nvSpPr>
        <dsp:cNvPr id="0" name=""/>
        <dsp:cNvSpPr/>
      </dsp:nvSpPr>
      <dsp:spPr>
        <a:xfrm>
          <a:off x="4217" y="4972"/>
          <a:ext cx="11417847" cy="22247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Addressing Weekend Discharge Delays</a:t>
          </a:r>
        </a:p>
      </dsp:txBody>
      <dsp:txXfrm>
        <a:off x="69379" y="70134"/>
        <a:ext cx="11287523" cy="2094454"/>
      </dsp:txXfrm>
    </dsp:sp>
    <dsp:sp modelId="{9BD68FDE-29D5-8649-ACE6-4338C08AADB8}">
      <dsp:nvSpPr>
        <dsp:cNvPr id="0" name=""/>
        <dsp:cNvSpPr/>
      </dsp:nvSpPr>
      <dsp:spPr>
        <a:xfrm>
          <a:off x="4217" y="2430647"/>
          <a:ext cx="5593868" cy="22247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Limited Weekend Imaging Services</a:t>
          </a:r>
        </a:p>
      </dsp:txBody>
      <dsp:txXfrm>
        <a:off x="69379" y="2495809"/>
        <a:ext cx="5463544" cy="2094454"/>
      </dsp:txXfrm>
    </dsp:sp>
    <dsp:sp modelId="{C84C4022-CB0F-534A-87B4-84C5905CBD79}">
      <dsp:nvSpPr>
        <dsp:cNvPr id="0" name=""/>
        <dsp:cNvSpPr/>
      </dsp:nvSpPr>
      <dsp:spPr>
        <a:xfrm>
          <a:off x="4217" y="4856323"/>
          <a:ext cx="2739406" cy="22247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MRI &amp; Echo</a:t>
          </a:r>
        </a:p>
      </dsp:txBody>
      <dsp:txXfrm>
        <a:off x="69379" y="4921485"/>
        <a:ext cx="2609082" cy="2094454"/>
      </dsp:txXfrm>
    </dsp:sp>
    <dsp:sp modelId="{15104281-8A79-A248-B166-748AFA834018}">
      <dsp:nvSpPr>
        <dsp:cNvPr id="0" name=""/>
        <dsp:cNvSpPr/>
      </dsp:nvSpPr>
      <dsp:spPr>
        <a:xfrm>
          <a:off x="2858679" y="4856323"/>
          <a:ext cx="2739406" cy="22247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High Imaging Demand</a:t>
          </a:r>
        </a:p>
      </dsp:txBody>
      <dsp:txXfrm>
        <a:off x="2923841" y="4921485"/>
        <a:ext cx="2609082" cy="2094454"/>
      </dsp:txXfrm>
    </dsp:sp>
    <dsp:sp modelId="{A5914488-7B62-3F43-A4E1-A6EA6B550275}">
      <dsp:nvSpPr>
        <dsp:cNvPr id="0" name=""/>
        <dsp:cNvSpPr/>
      </dsp:nvSpPr>
      <dsp:spPr>
        <a:xfrm>
          <a:off x="5828196" y="2430647"/>
          <a:ext cx="5593868" cy="22247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Workflow Inefficiencies</a:t>
          </a:r>
        </a:p>
      </dsp:txBody>
      <dsp:txXfrm>
        <a:off x="5893358" y="2495809"/>
        <a:ext cx="5463544" cy="2094454"/>
      </dsp:txXfrm>
    </dsp:sp>
    <dsp:sp modelId="{BAA71C65-5F68-9F42-A7CC-FC2C3390F2FC}">
      <dsp:nvSpPr>
        <dsp:cNvPr id="0" name=""/>
        <dsp:cNvSpPr/>
      </dsp:nvSpPr>
      <dsp:spPr>
        <a:xfrm>
          <a:off x="5828196" y="4856323"/>
          <a:ext cx="2739406" cy="22247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Patient Preparation</a:t>
          </a:r>
        </a:p>
      </dsp:txBody>
      <dsp:txXfrm>
        <a:off x="5893358" y="4921485"/>
        <a:ext cx="2609082" cy="2094454"/>
      </dsp:txXfrm>
    </dsp:sp>
    <dsp:sp modelId="{C352E0C0-0BEF-F249-A621-2BE4D7760294}">
      <dsp:nvSpPr>
        <dsp:cNvPr id="0" name=""/>
        <dsp:cNvSpPr/>
      </dsp:nvSpPr>
      <dsp:spPr>
        <a:xfrm>
          <a:off x="8682658" y="4856323"/>
          <a:ext cx="2739406" cy="22247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Ordering &amp; Scheduling</a:t>
          </a:r>
        </a:p>
      </dsp:txBody>
      <dsp:txXfrm>
        <a:off x="8747820" y="4921485"/>
        <a:ext cx="2609082" cy="20944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04348-8664-497C-9316-145AA4C2114D}">
      <dsp:nvSpPr>
        <dsp:cNvPr id="0" name=""/>
        <dsp:cNvSpPr/>
      </dsp:nvSpPr>
      <dsp:spPr>
        <a:xfrm>
          <a:off x="0" y="736518"/>
          <a:ext cx="2701757" cy="270175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203FD-913B-45A9-BE4D-884F6050178D}">
      <dsp:nvSpPr>
        <dsp:cNvPr id="0" name=""/>
        <dsp:cNvSpPr/>
      </dsp:nvSpPr>
      <dsp:spPr>
        <a:xfrm>
          <a:off x="442858" y="2295838"/>
          <a:ext cx="2701757" cy="27017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Preliminary Problem Definition</a:t>
          </a:r>
        </a:p>
      </dsp:txBody>
      <dsp:txXfrm>
        <a:off x="521990" y="2374970"/>
        <a:ext cx="2543493" cy="2543493"/>
      </dsp:txXfrm>
    </dsp:sp>
    <dsp:sp modelId="{AEDD6D8C-DAB0-4B4C-A48F-49AABA3E8D17}">
      <dsp:nvSpPr>
        <dsp:cNvPr id="0" name=""/>
        <dsp:cNvSpPr/>
      </dsp:nvSpPr>
      <dsp:spPr>
        <a:xfrm rot="21549373">
          <a:off x="3223210" y="1731383"/>
          <a:ext cx="521537" cy="6491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700" kern="1200"/>
        </a:p>
      </dsp:txBody>
      <dsp:txXfrm>
        <a:off x="3223218" y="1862374"/>
        <a:ext cx="365076" cy="389516"/>
      </dsp:txXfrm>
    </dsp:sp>
    <dsp:sp modelId="{6C761252-0204-4BFA-AA88-CAA84A98AC0C}">
      <dsp:nvSpPr>
        <dsp:cNvPr id="0" name=""/>
        <dsp:cNvSpPr/>
      </dsp:nvSpPr>
      <dsp:spPr>
        <a:xfrm>
          <a:off x="4191704" y="674783"/>
          <a:ext cx="2701757" cy="270175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76F19-370B-44AB-8367-3BC2CC90F588}">
      <dsp:nvSpPr>
        <dsp:cNvPr id="0" name=""/>
        <dsp:cNvSpPr/>
      </dsp:nvSpPr>
      <dsp:spPr>
        <a:xfrm>
          <a:off x="4631525" y="2295838"/>
          <a:ext cx="2701757" cy="27017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Interviews with stakeholders to refine problem and define context</a:t>
          </a:r>
          <a:endParaRPr lang="en-IN" sz="2800" kern="1200"/>
        </a:p>
      </dsp:txBody>
      <dsp:txXfrm>
        <a:off x="4710657" y="2374970"/>
        <a:ext cx="2543493" cy="25434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C5EE5A-0C17-2647-B5C1-C46438DAEADB}">
      <dsp:nvSpPr>
        <dsp:cNvPr id="0" name=""/>
        <dsp:cNvSpPr/>
      </dsp:nvSpPr>
      <dsp:spPr>
        <a:xfrm rot="5400000">
          <a:off x="5784049" y="-2215084"/>
          <a:ext cx="1291908" cy="6051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Learned scope and context of issue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Measures already taken to address issue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Potential areas of opportunity</a:t>
          </a:r>
        </a:p>
      </dsp:txBody>
      <dsp:txXfrm rot="-5400000">
        <a:off x="3404119" y="227912"/>
        <a:ext cx="5988702" cy="1165776"/>
      </dsp:txXfrm>
    </dsp:sp>
    <dsp:sp modelId="{2D255291-ABF5-A346-8E13-64E6357CFF1F}">
      <dsp:nvSpPr>
        <dsp:cNvPr id="0" name=""/>
        <dsp:cNvSpPr/>
      </dsp:nvSpPr>
      <dsp:spPr>
        <a:xfrm>
          <a:off x="0" y="3357"/>
          <a:ext cx="3404119" cy="1614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Admins</a:t>
          </a:r>
        </a:p>
      </dsp:txBody>
      <dsp:txXfrm>
        <a:off x="78832" y="82189"/>
        <a:ext cx="3246455" cy="1457221"/>
      </dsp:txXfrm>
    </dsp:sp>
    <dsp:sp modelId="{464A8636-40C8-7E40-B74D-7C9AEEC5A68E}">
      <dsp:nvSpPr>
        <dsp:cNvPr id="0" name=""/>
        <dsp:cNvSpPr/>
      </dsp:nvSpPr>
      <dsp:spPr>
        <a:xfrm rot="5400000">
          <a:off x="5784049" y="-519454"/>
          <a:ext cx="1291908" cy="6051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Learned procedural workflow of imaging services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Insights into MRI demand vs operational constraints</a:t>
          </a:r>
        </a:p>
      </dsp:txBody>
      <dsp:txXfrm rot="-5400000">
        <a:off x="3404119" y="1923542"/>
        <a:ext cx="5988702" cy="1165776"/>
      </dsp:txXfrm>
    </dsp:sp>
    <dsp:sp modelId="{DA2EFE98-B662-9D45-B74F-0DB1EAB86523}">
      <dsp:nvSpPr>
        <dsp:cNvPr id="0" name=""/>
        <dsp:cNvSpPr/>
      </dsp:nvSpPr>
      <dsp:spPr>
        <a:xfrm>
          <a:off x="0" y="1698986"/>
          <a:ext cx="3404119" cy="1614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Imaging</a:t>
          </a:r>
        </a:p>
      </dsp:txBody>
      <dsp:txXfrm>
        <a:off x="78832" y="1777818"/>
        <a:ext cx="3246455" cy="1457221"/>
      </dsp:txXfrm>
    </dsp:sp>
    <dsp:sp modelId="{F9FD6AB1-A8C5-6543-BC9C-3B67B6D8AF7C}">
      <dsp:nvSpPr>
        <dsp:cNvPr id="0" name=""/>
        <dsp:cNvSpPr/>
      </dsp:nvSpPr>
      <dsp:spPr>
        <a:xfrm rot="5400000">
          <a:off x="5784049" y="1176174"/>
          <a:ext cx="1291908" cy="6051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Defined scope of investigation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Learned of data limitations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Gained access to imaging data and insights </a:t>
          </a:r>
        </a:p>
      </dsp:txBody>
      <dsp:txXfrm rot="-5400000">
        <a:off x="3404119" y="3619170"/>
        <a:ext cx="5988702" cy="1165776"/>
      </dsp:txXfrm>
    </dsp:sp>
    <dsp:sp modelId="{72CB2F20-E110-9D4E-A550-1902FA6D50BE}">
      <dsp:nvSpPr>
        <dsp:cNvPr id="0" name=""/>
        <dsp:cNvSpPr/>
      </dsp:nvSpPr>
      <dsp:spPr>
        <a:xfrm>
          <a:off x="0" y="3394616"/>
          <a:ext cx="3404119" cy="1614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Business Intelligence</a:t>
          </a:r>
        </a:p>
      </dsp:txBody>
      <dsp:txXfrm>
        <a:off x="78832" y="3473448"/>
        <a:ext cx="3246455" cy="1457221"/>
      </dsp:txXfrm>
    </dsp:sp>
    <dsp:sp modelId="{A20B3A83-98AA-D142-B7E0-AF759B0D82ED}">
      <dsp:nvSpPr>
        <dsp:cNvPr id="0" name=""/>
        <dsp:cNvSpPr/>
      </dsp:nvSpPr>
      <dsp:spPr>
        <a:xfrm rot="5400000">
          <a:off x="5784049" y="2871803"/>
          <a:ext cx="1291908" cy="6051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Learned of financial impact of delays</a:t>
          </a:r>
        </a:p>
      </dsp:txBody>
      <dsp:txXfrm rot="-5400000">
        <a:off x="3404119" y="5314799"/>
        <a:ext cx="5988702" cy="1165776"/>
      </dsp:txXfrm>
    </dsp:sp>
    <dsp:sp modelId="{4D419EEF-20B7-3642-BCC5-BD9B13846234}">
      <dsp:nvSpPr>
        <dsp:cNvPr id="0" name=""/>
        <dsp:cNvSpPr/>
      </dsp:nvSpPr>
      <dsp:spPr>
        <a:xfrm>
          <a:off x="0" y="5090245"/>
          <a:ext cx="3404119" cy="1614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Finance</a:t>
          </a:r>
        </a:p>
      </dsp:txBody>
      <dsp:txXfrm>
        <a:off x="78832" y="5169077"/>
        <a:ext cx="3246455" cy="14572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7CEFE-7233-4551-9DB4-C9E7EF39FB04}">
      <dsp:nvSpPr>
        <dsp:cNvPr id="0" name=""/>
        <dsp:cNvSpPr/>
      </dsp:nvSpPr>
      <dsp:spPr>
        <a:xfrm>
          <a:off x="1920" y="0"/>
          <a:ext cx="3379850" cy="279266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309C6-B8CA-4D2F-9052-E8B49055DE67}">
      <dsp:nvSpPr>
        <dsp:cNvPr id="0" name=""/>
        <dsp:cNvSpPr/>
      </dsp:nvSpPr>
      <dsp:spPr>
        <a:xfrm>
          <a:off x="552129" y="1675597"/>
          <a:ext cx="3379850" cy="27926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Analyzed imaging data to identify trends and insights of wait times and discharges</a:t>
          </a:r>
          <a:endParaRPr lang="en-IN" sz="2800" kern="1200"/>
        </a:p>
      </dsp:txBody>
      <dsp:txXfrm>
        <a:off x="633923" y="1757391"/>
        <a:ext cx="3216262" cy="26290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A8636-40C8-7E40-B74D-7C9AEEC5A68E}">
      <dsp:nvSpPr>
        <dsp:cNvPr id="0" name=""/>
        <dsp:cNvSpPr/>
      </dsp:nvSpPr>
      <dsp:spPr>
        <a:xfrm rot="5400000">
          <a:off x="7589349" y="-3042799"/>
          <a:ext cx="1354218" cy="77801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 08/01/2024 – 08/31/2025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Filtered by Order and Procedure Weekday</a:t>
          </a:r>
        </a:p>
      </dsp:txBody>
      <dsp:txXfrm rot="-5400000">
        <a:off x="4376361" y="236296"/>
        <a:ext cx="7714089" cy="1222004"/>
      </dsp:txXfrm>
    </dsp:sp>
    <dsp:sp modelId="{DA2EFE98-B662-9D45-B74F-0DB1EAB86523}">
      <dsp:nvSpPr>
        <dsp:cNvPr id="0" name=""/>
        <dsp:cNvSpPr/>
      </dsp:nvSpPr>
      <dsp:spPr>
        <a:xfrm>
          <a:off x="0" y="911"/>
          <a:ext cx="4376360" cy="16927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108585" rIns="217170" bIns="108585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Date Range</a:t>
          </a:r>
        </a:p>
      </dsp:txBody>
      <dsp:txXfrm>
        <a:off x="82634" y="83545"/>
        <a:ext cx="4211092" cy="1527505"/>
      </dsp:txXfrm>
    </dsp:sp>
    <dsp:sp modelId="{F9FD6AB1-A8C5-6543-BC9C-3B67B6D8AF7C}">
      <dsp:nvSpPr>
        <dsp:cNvPr id="0" name=""/>
        <dsp:cNvSpPr/>
      </dsp:nvSpPr>
      <dsp:spPr>
        <a:xfrm rot="5400000">
          <a:off x="7589349" y="-1265387"/>
          <a:ext cx="1354218" cy="77801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Inpatient at time of discharge</a:t>
          </a:r>
        </a:p>
      </dsp:txBody>
      <dsp:txXfrm rot="-5400000">
        <a:off x="4376361" y="2013708"/>
        <a:ext cx="7714089" cy="1222004"/>
      </dsp:txXfrm>
    </dsp:sp>
    <dsp:sp modelId="{72CB2F20-E110-9D4E-A550-1902FA6D50BE}">
      <dsp:nvSpPr>
        <dsp:cNvPr id="0" name=""/>
        <dsp:cNvSpPr/>
      </dsp:nvSpPr>
      <dsp:spPr>
        <a:xfrm>
          <a:off x="0" y="1778323"/>
          <a:ext cx="4376360" cy="16927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108585" rIns="217170" bIns="108585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Patient Class</a:t>
          </a:r>
        </a:p>
      </dsp:txBody>
      <dsp:txXfrm>
        <a:off x="82634" y="1860957"/>
        <a:ext cx="4211092" cy="1527505"/>
      </dsp:txXfrm>
    </dsp:sp>
    <dsp:sp modelId="{A8C5EE5A-0C17-2647-B5C1-C46438DAEADB}">
      <dsp:nvSpPr>
        <dsp:cNvPr id="0" name=""/>
        <dsp:cNvSpPr/>
      </dsp:nvSpPr>
      <dsp:spPr>
        <a:xfrm rot="5400000">
          <a:off x="7356307" y="571515"/>
          <a:ext cx="1804158" cy="77725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Echocardiography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Imaging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MRI, CT, Ultrasound(US), Interventional Radiology(IR)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Did not include X-Ray</a:t>
          </a:r>
        </a:p>
      </dsp:txBody>
      <dsp:txXfrm rot="-5400000">
        <a:off x="4372087" y="3643807"/>
        <a:ext cx="7684526" cy="1628014"/>
      </dsp:txXfrm>
    </dsp:sp>
    <dsp:sp modelId="{2D255291-ABF5-A346-8E13-64E6357CFF1F}">
      <dsp:nvSpPr>
        <dsp:cNvPr id="0" name=""/>
        <dsp:cNvSpPr/>
      </dsp:nvSpPr>
      <dsp:spPr>
        <a:xfrm>
          <a:off x="0" y="3611428"/>
          <a:ext cx="4372086" cy="16927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108585" rIns="217170" bIns="108585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Order Types</a:t>
          </a:r>
        </a:p>
      </dsp:txBody>
      <dsp:txXfrm>
        <a:off x="82634" y="3694062"/>
        <a:ext cx="4206818" cy="1527505"/>
      </dsp:txXfrm>
    </dsp:sp>
    <dsp:sp modelId="{A20B3A83-98AA-D142-B7E0-AF759B0D82ED}">
      <dsp:nvSpPr>
        <dsp:cNvPr id="0" name=""/>
        <dsp:cNvSpPr/>
      </dsp:nvSpPr>
      <dsp:spPr>
        <a:xfrm rot="5400000">
          <a:off x="7347145" y="2469473"/>
          <a:ext cx="1822480" cy="777259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Order2Procedure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Order2Result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Result2Discharge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Ordering Department </a:t>
          </a:r>
        </a:p>
      </dsp:txBody>
      <dsp:txXfrm rot="-5400000">
        <a:off x="4372086" y="5533498"/>
        <a:ext cx="7683632" cy="1644548"/>
      </dsp:txXfrm>
    </dsp:sp>
    <dsp:sp modelId="{4D419EEF-20B7-3642-BCC5-BD9B13846234}">
      <dsp:nvSpPr>
        <dsp:cNvPr id="0" name=""/>
        <dsp:cNvSpPr/>
      </dsp:nvSpPr>
      <dsp:spPr>
        <a:xfrm>
          <a:off x="0" y="5509386"/>
          <a:ext cx="4372086" cy="16927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108585" rIns="217170" bIns="108585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Order Info</a:t>
          </a:r>
        </a:p>
      </dsp:txBody>
      <dsp:txXfrm>
        <a:off x="82634" y="5592020"/>
        <a:ext cx="4206818" cy="152750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52E1B-88E6-4141-8D56-03F51A693530}">
      <dsp:nvSpPr>
        <dsp:cNvPr id="0" name=""/>
        <dsp:cNvSpPr/>
      </dsp:nvSpPr>
      <dsp:spPr>
        <a:xfrm>
          <a:off x="2400962" y="2033190"/>
          <a:ext cx="7312810" cy="243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Weekend service availability gaps and pre-procedural inefficiencies contribute to discharge delays</a:t>
          </a:r>
        </a:p>
      </dsp:txBody>
      <dsp:txXfrm>
        <a:off x="2519995" y="2152223"/>
        <a:ext cx="7074744" cy="2200334"/>
      </dsp:txXfrm>
    </dsp:sp>
    <dsp:sp modelId="{4AB03368-EBEA-0D4C-B21C-08614C73FD5F}">
      <dsp:nvSpPr>
        <dsp:cNvPr id="0" name=""/>
        <dsp:cNvSpPr/>
      </dsp:nvSpPr>
      <dsp:spPr>
        <a:xfrm rot="8198585">
          <a:off x="2876955" y="5222572"/>
          <a:ext cx="218772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8772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D8DF9D-92A7-8445-969C-0CEF543D0F36}">
      <dsp:nvSpPr>
        <dsp:cNvPr id="0" name=""/>
        <dsp:cNvSpPr/>
      </dsp:nvSpPr>
      <dsp:spPr>
        <a:xfrm>
          <a:off x="245761" y="5973553"/>
          <a:ext cx="4129214" cy="16337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360" tIns="86360" rIns="86360" bIns="8636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Capacity and Demand of MRI and Echo services</a:t>
          </a:r>
        </a:p>
      </dsp:txBody>
      <dsp:txXfrm>
        <a:off x="245761" y="5973553"/>
        <a:ext cx="4129214" cy="1633728"/>
      </dsp:txXfrm>
    </dsp:sp>
    <dsp:sp modelId="{0F6BE085-A2F9-5C47-85BB-F2B02FE25408}">
      <dsp:nvSpPr>
        <dsp:cNvPr id="0" name=""/>
        <dsp:cNvSpPr/>
      </dsp:nvSpPr>
      <dsp:spPr>
        <a:xfrm rot="2582909">
          <a:off x="7066392" y="5222582"/>
          <a:ext cx="220033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00331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E0F1FA-EB4A-D443-A0B4-1BF54408C3BC}">
      <dsp:nvSpPr>
        <dsp:cNvPr id="0" name=""/>
        <dsp:cNvSpPr/>
      </dsp:nvSpPr>
      <dsp:spPr>
        <a:xfrm>
          <a:off x="7737004" y="5973574"/>
          <a:ext cx="4216047" cy="16337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Ordering &amp; Scheduling</a:t>
          </a:r>
        </a:p>
      </dsp:txBody>
      <dsp:txXfrm>
        <a:off x="7737004" y="5973574"/>
        <a:ext cx="4216047" cy="16337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61252-0204-4BFA-AA88-CAA84A98AC0C}">
      <dsp:nvSpPr>
        <dsp:cNvPr id="0" name=""/>
        <dsp:cNvSpPr/>
      </dsp:nvSpPr>
      <dsp:spPr>
        <a:xfrm>
          <a:off x="8324" y="0"/>
          <a:ext cx="3921703" cy="353650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76F19-370B-44AB-8367-3BC2CC90F588}">
      <dsp:nvSpPr>
        <dsp:cNvPr id="0" name=""/>
        <dsp:cNvSpPr/>
      </dsp:nvSpPr>
      <dsp:spPr>
        <a:xfrm>
          <a:off x="646741" y="2121900"/>
          <a:ext cx="3921703" cy="3536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Redefined problem statement and narrowed scope </a:t>
          </a:r>
        </a:p>
      </dsp:txBody>
      <dsp:txXfrm>
        <a:off x="750322" y="2225481"/>
        <a:ext cx="3714541" cy="3329338"/>
      </dsp:txXfrm>
    </dsp:sp>
    <dsp:sp modelId="{07502869-5DF6-41E5-86FA-117A114F319D}">
      <dsp:nvSpPr>
        <dsp:cNvPr id="0" name=""/>
        <dsp:cNvSpPr/>
      </dsp:nvSpPr>
      <dsp:spPr>
        <a:xfrm rot="45751">
          <a:off x="4682491" y="1338204"/>
          <a:ext cx="752563" cy="942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0" kern="1200"/>
        </a:p>
      </dsp:txBody>
      <dsp:txXfrm>
        <a:off x="4682501" y="1525168"/>
        <a:ext cx="526794" cy="565398"/>
      </dsp:txXfrm>
    </dsp:sp>
    <dsp:sp modelId="{27104348-8664-497C-9316-145AA4C2114D}">
      <dsp:nvSpPr>
        <dsp:cNvPr id="0" name=""/>
        <dsp:cNvSpPr/>
      </dsp:nvSpPr>
      <dsp:spPr>
        <a:xfrm>
          <a:off x="6080018" y="80809"/>
          <a:ext cx="3921703" cy="353650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203FD-913B-45A9-BE4D-884F6050178D}">
      <dsp:nvSpPr>
        <dsp:cNvPr id="0" name=""/>
        <dsp:cNvSpPr/>
      </dsp:nvSpPr>
      <dsp:spPr>
        <a:xfrm>
          <a:off x="6726749" y="2121900"/>
          <a:ext cx="3921703" cy="3536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Performed regression analysis on key metrics of imaging orders </a:t>
          </a:r>
          <a:endParaRPr lang="en-IN" sz="2800" kern="1200"/>
        </a:p>
      </dsp:txBody>
      <dsp:txXfrm>
        <a:off x="6830330" y="2225481"/>
        <a:ext cx="3714541" cy="3329338"/>
      </dsp:txXfrm>
    </dsp:sp>
    <dsp:sp modelId="{AEDD6D8C-DAB0-4B4C-A48F-49AABA3E8D17}">
      <dsp:nvSpPr>
        <dsp:cNvPr id="0" name=""/>
        <dsp:cNvSpPr/>
      </dsp:nvSpPr>
      <dsp:spPr>
        <a:xfrm rot="21554374">
          <a:off x="10760005" y="1336770"/>
          <a:ext cx="758383" cy="942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0" kern="1200"/>
        </a:p>
      </dsp:txBody>
      <dsp:txXfrm>
        <a:off x="10760015" y="1526746"/>
        <a:ext cx="530868" cy="565398"/>
      </dsp:txXfrm>
    </dsp:sp>
    <dsp:sp modelId="{FECC7800-F2F1-45FD-9D8F-200920C3AA48}">
      <dsp:nvSpPr>
        <dsp:cNvPr id="0" name=""/>
        <dsp:cNvSpPr/>
      </dsp:nvSpPr>
      <dsp:spPr>
        <a:xfrm>
          <a:off x="12168341" y="0"/>
          <a:ext cx="3921703" cy="353650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A357C-DD78-47B9-8C27-CD85BD588C6D}">
      <dsp:nvSpPr>
        <dsp:cNvPr id="0" name=""/>
        <dsp:cNvSpPr/>
      </dsp:nvSpPr>
      <dsp:spPr>
        <a:xfrm>
          <a:off x="12806758" y="2121900"/>
          <a:ext cx="3921703" cy="3536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Conducted observations and interviews of MRI and ECHO services</a:t>
          </a:r>
          <a:endParaRPr lang="en-IN" sz="2800" kern="1200"/>
        </a:p>
      </dsp:txBody>
      <dsp:txXfrm>
        <a:off x="12910339" y="2225481"/>
        <a:ext cx="3714541" cy="33293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D0272-E95F-D949-B528-CA96EB13CC9E}">
      <dsp:nvSpPr>
        <dsp:cNvPr id="0" name=""/>
        <dsp:cNvSpPr/>
      </dsp:nvSpPr>
      <dsp:spPr>
        <a:xfrm>
          <a:off x="0" y="406399"/>
          <a:ext cx="7315200" cy="73152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1A689-A1E5-0743-90ED-6094B84D0E2A}">
      <dsp:nvSpPr>
        <dsp:cNvPr id="0" name=""/>
        <dsp:cNvSpPr/>
      </dsp:nvSpPr>
      <dsp:spPr>
        <a:xfrm>
          <a:off x="3657600" y="406399"/>
          <a:ext cx="8534400" cy="731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Scheduling &amp; Priority Clarity</a:t>
          </a:r>
        </a:p>
      </dsp:txBody>
      <dsp:txXfrm>
        <a:off x="3657600" y="406399"/>
        <a:ext cx="4267200" cy="2194564"/>
      </dsp:txXfrm>
    </dsp:sp>
    <dsp:sp modelId="{5C3D4398-6315-9542-9DAE-0CC0EBA3BF78}">
      <dsp:nvSpPr>
        <dsp:cNvPr id="0" name=""/>
        <dsp:cNvSpPr/>
      </dsp:nvSpPr>
      <dsp:spPr>
        <a:xfrm>
          <a:off x="1280162" y="2600964"/>
          <a:ext cx="4754875" cy="475487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88292-FFB1-2042-879A-42E92B28D039}">
      <dsp:nvSpPr>
        <dsp:cNvPr id="0" name=""/>
        <dsp:cNvSpPr/>
      </dsp:nvSpPr>
      <dsp:spPr>
        <a:xfrm>
          <a:off x="3657600" y="2600964"/>
          <a:ext cx="8534400" cy="4754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Effective Order Placing</a:t>
          </a:r>
        </a:p>
      </dsp:txBody>
      <dsp:txXfrm>
        <a:off x="3657600" y="2600964"/>
        <a:ext cx="4267200" cy="2194557"/>
      </dsp:txXfrm>
    </dsp:sp>
    <dsp:sp modelId="{6ED88FCA-5032-9A4B-881A-318ABC7F9E8D}">
      <dsp:nvSpPr>
        <dsp:cNvPr id="0" name=""/>
        <dsp:cNvSpPr/>
      </dsp:nvSpPr>
      <dsp:spPr>
        <a:xfrm>
          <a:off x="2560321" y="4795522"/>
          <a:ext cx="2194557" cy="219455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14E53-2C5D-1B45-B8FA-7BAA099F6244}">
      <dsp:nvSpPr>
        <dsp:cNvPr id="0" name=""/>
        <dsp:cNvSpPr/>
      </dsp:nvSpPr>
      <dsp:spPr>
        <a:xfrm>
          <a:off x="3657600" y="4795522"/>
          <a:ext cx="8534400" cy="219455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Addressing Operating Constraints</a:t>
          </a:r>
        </a:p>
      </dsp:txBody>
      <dsp:txXfrm>
        <a:off x="3657600" y="4795522"/>
        <a:ext cx="4267200" cy="2194557"/>
      </dsp:txXfrm>
    </dsp:sp>
    <dsp:sp modelId="{E02B30C8-C14E-034E-933C-E42332FA32B9}">
      <dsp:nvSpPr>
        <dsp:cNvPr id="0" name=""/>
        <dsp:cNvSpPr/>
      </dsp:nvSpPr>
      <dsp:spPr>
        <a:xfrm>
          <a:off x="7924800" y="406399"/>
          <a:ext cx="4267200" cy="219456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Adding LOS as factor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Restraint on STAT classification</a:t>
          </a:r>
        </a:p>
      </dsp:txBody>
      <dsp:txXfrm>
        <a:off x="7924800" y="406399"/>
        <a:ext cx="4267200" cy="2194564"/>
      </dsp:txXfrm>
    </dsp:sp>
    <dsp:sp modelId="{396E9F31-E4E5-7245-952C-6D98E27C34BA}">
      <dsp:nvSpPr>
        <dsp:cNvPr id="0" name=""/>
        <dsp:cNvSpPr/>
      </dsp:nvSpPr>
      <dsp:spPr>
        <a:xfrm>
          <a:off x="7924800" y="2600964"/>
          <a:ext cx="4267200" cy="219455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Reducing Redundant Ordering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Considering more efficient procedures</a:t>
          </a:r>
        </a:p>
      </dsp:txBody>
      <dsp:txXfrm>
        <a:off x="7924800" y="2600964"/>
        <a:ext cx="4267200" cy="2194557"/>
      </dsp:txXfrm>
    </dsp:sp>
    <dsp:sp modelId="{AC9E09D5-7AC9-A34F-A990-9EC0BF1A070D}">
      <dsp:nvSpPr>
        <dsp:cNvPr id="0" name=""/>
        <dsp:cNvSpPr/>
      </dsp:nvSpPr>
      <dsp:spPr>
        <a:xfrm>
          <a:off x="7924800" y="4795522"/>
          <a:ext cx="4267200" cy="219455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Expanding MRI Weekend Service Availability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Sonographer Shortage</a:t>
          </a:r>
        </a:p>
      </dsp:txBody>
      <dsp:txXfrm>
        <a:off x="7924800" y="4795522"/>
        <a:ext cx="4267200" cy="21945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1EBA1-01F1-D54C-B4F8-1A78B3C81817}">
      <dsp:nvSpPr>
        <dsp:cNvPr id="0" name=""/>
        <dsp:cNvSpPr/>
      </dsp:nvSpPr>
      <dsp:spPr>
        <a:xfrm>
          <a:off x="0" y="786401"/>
          <a:ext cx="4670130" cy="467013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68580-81E8-8846-9C15-C54FE5BDCD23}">
      <dsp:nvSpPr>
        <dsp:cNvPr id="0" name=""/>
        <dsp:cNvSpPr/>
      </dsp:nvSpPr>
      <dsp:spPr>
        <a:xfrm>
          <a:off x="2335065" y="786401"/>
          <a:ext cx="5448485" cy="4670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Ordering &amp; Scheduling</a:t>
          </a:r>
          <a:endParaRPr lang="en-US" sz="4200" b="0" kern="1200">
            <a:solidFill>
              <a:schemeClr val="tx1"/>
            </a:solidFill>
          </a:endParaRPr>
        </a:p>
      </dsp:txBody>
      <dsp:txXfrm>
        <a:off x="2335065" y="786401"/>
        <a:ext cx="2724242" cy="4670130"/>
      </dsp:txXfrm>
    </dsp:sp>
    <dsp:sp modelId="{705460F9-DF08-6542-BE52-4631CB9F38FC}">
      <dsp:nvSpPr>
        <dsp:cNvPr id="0" name=""/>
        <dsp:cNvSpPr/>
      </dsp:nvSpPr>
      <dsp:spPr>
        <a:xfrm>
          <a:off x="5059308" y="786401"/>
          <a:ext cx="2724242" cy="467013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kern="1200">
              <a:solidFill>
                <a:schemeClr val="tx1"/>
              </a:solidFill>
            </a:rPr>
            <a:t>Adding</a:t>
          </a:r>
          <a:r>
            <a:rPr lang="en-US" sz="3300" kern="1200"/>
            <a:t> LOS as decision factor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Restraint on </a:t>
          </a:r>
          <a:r>
            <a:rPr lang="en-US" sz="3300" b="0" kern="1200">
              <a:solidFill>
                <a:schemeClr val="tx1"/>
              </a:solidFill>
            </a:rPr>
            <a:t>STAT</a:t>
          </a:r>
          <a:r>
            <a:rPr lang="en-US" sz="3300" kern="1200"/>
            <a:t> classification</a:t>
          </a:r>
        </a:p>
      </dsp:txBody>
      <dsp:txXfrm>
        <a:off x="5059308" y="786401"/>
        <a:ext cx="2724242" cy="46701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1EBA1-01F1-D54C-B4F8-1A78B3C81817}">
      <dsp:nvSpPr>
        <dsp:cNvPr id="0" name=""/>
        <dsp:cNvSpPr/>
      </dsp:nvSpPr>
      <dsp:spPr>
        <a:xfrm>
          <a:off x="0" y="786401"/>
          <a:ext cx="4670130" cy="467013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68580-81E8-8846-9C15-C54FE5BDCD23}">
      <dsp:nvSpPr>
        <dsp:cNvPr id="0" name=""/>
        <dsp:cNvSpPr/>
      </dsp:nvSpPr>
      <dsp:spPr>
        <a:xfrm>
          <a:off x="2335065" y="786401"/>
          <a:ext cx="5448485" cy="4670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Ordering &amp; Scheduling</a:t>
          </a:r>
          <a:endParaRPr lang="en-US" sz="4200" b="0" kern="1200">
            <a:solidFill>
              <a:schemeClr val="tx1"/>
            </a:solidFill>
          </a:endParaRPr>
        </a:p>
      </dsp:txBody>
      <dsp:txXfrm>
        <a:off x="2335065" y="786401"/>
        <a:ext cx="2724242" cy="4670130"/>
      </dsp:txXfrm>
    </dsp:sp>
    <dsp:sp modelId="{705460F9-DF08-6542-BE52-4631CB9F38FC}">
      <dsp:nvSpPr>
        <dsp:cNvPr id="0" name=""/>
        <dsp:cNvSpPr/>
      </dsp:nvSpPr>
      <dsp:spPr>
        <a:xfrm>
          <a:off x="5059308" y="786401"/>
          <a:ext cx="2724242" cy="467013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kern="1200">
              <a:solidFill>
                <a:schemeClr val="tx1"/>
              </a:solidFill>
            </a:rPr>
            <a:t>Adding</a:t>
          </a:r>
          <a:r>
            <a:rPr lang="en-US" sz="3300" kern="1200"/>
            <a:t> LOS as decision factor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Restraint on </a:t>
          </a:r>
          <a:r>
            <a:rPr lang="en-US" sz="3300" b="0" kern="1200">
              <a:solidFill>
                <a:schemeClr val="tx1"/>
              </a:solidFill>
            </a:rPr>
            <a:t>STAT</a:t>
          </a:r>
          <a:r>
            <a:rPr lang="en-US" sz="3300" kern="1200"/>
            <a:t> classification</a:t>
          </a:r>
        </a:p>
      </dsp:txBody>
      <dsp:txXfrm>
        <a:off x="5059308" y="786401"/>
        <a:ext cx="2724242" cy="467013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1EBA1-01F1-D54C-B4F8-1A78B3C81817}">
      <dsp:nvSpPr>
        <dsp:cNvPr id="0" name=""/>
        <dsp:cNvSpPr/>
      </dsp:nvSpPr>
      <dsp:spPr>
        <a:xfrm>
          <a:off x="0" y="786401"/>
          <a:ext cx="4670130" cy="467013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68580-81E8-8846-9C15-C54FE5BDCD23}">
      <dsp:nvSpPr>
        <dsp:cNvPr id="0" name=""/>
        <dsp:cNvSpPr/>
      </dsp:nvSpPr>
      <dsp:spPr>
        <a:xfrm>
          <a:off x="2335065" y="786401"/>
          <a:ext cx="5448485" cy="4670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Effective Order Placement</a:t>
          </a:r>
          <a:endParaRPr lang="en-US" sz="4300" b="0" kern="1200">
            <a:solidFill>
              <a:schemeClr val="tx1"/>
            </a:solidFill>
          </a:endParaRPr>
        </a:p>
      </dsp:txBody>
      <dsp:txXfrm>
        <a:off x="2335065" y="786401"/>
        <a:ext cx="2724242" cy="4670130"/>
      </dsp:txXfrm>
    </dsp:sp>
    <dsp:sp modelId="{705460F9-DF08-6542-BE52-4631CB9F38FC}">
      <dsp:nvSpPr>
        <dsp:cNvPr id="0" name=""/>
        <dsp:cNvSpPr/>
      </dsp:nvSpPr>
      <dsp:spPr>
        <a:xfrm>
          <a:off x="5059308" y="786401"/>
          <a:ext cx="2724242" cy="467013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b="0" kern="1200">
              <a:solidFill>
                <a:schemeClr val="tx1"/>
              </a:solidFill>
            </a:rPr>
            <a:t>Reducing Redundant Ordering</a:t>
          </a:r>
          <a:endParaRPr lang="en-US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Considering more efficient procedures</a:t>
          </a:r>
        </a:p>
      </dsp:txBody>
      <dsp:txXfrm>
        <a:off x="5059308" y="786401"/>
        <a:ext cx="2724242" cy="467013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1EBA1-01F1-D54C-B4F8-1A78B3C81817}">
      <dsp:nvSpPr>
        <dsp:cNvPr id="0" name=""/>
        <dsp:cNvSpPr/>
      </dsp:nvSpPr>
      <dsp:spPr>
        <a:xfrm>
          <a:off x="0" y="786401"/>
          <a:ext cx="4670130" cy="467013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68580-81E8-8846-9C15-C54FE5BDCD23}">
      <dsp:nvSpPr>
        <dsp:cNvPr id="0" name=""/>
        <dsp:cNvSpPr/>
      </dsp:nvSpPr>
      <dsp:spPr>
        <a:xfrm>
          <a:off x="2335065" y="786401"/>
          <a:ext cx="5448485" cy="4670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Effective Order Placement</a:t>
          </a:r>
          <a:endParaRPr lang="en-US" sz="4300" b="0" kern="1200">
            <a:solidFill>
              <a:schemeClr val="tx1"/>
            </a:solidFill>
          </a:endParaRPr>
        </a:p>
      </dsp:txBody>
      <dsp:txXfrm>
        <a:off x="2335065" y="786401"/>
        <a:ext cx="2724242" cy="4670130"/>
      </dsp:txXfrm>
    </dsp:sp>
    <dsp:sp modelId="{705460F9-DF08-6542-BE52-4631CB9F38FC}">
      <dsp:nvSpPr>
        <dsp:cNvPr id="0" name=""/>
        <dsp:cNvSpPr/>
      </dsp:nvSpPr>
      <dsp:spPr>
        <a:xfrm>
          <a:off x="5059308" y="786401"/>
          <a:ext cx="2724242" cy="467013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b="0" kern="1200">
              <a:solidFill>
                <a:schemeClr val="tx1"/>
              </a:solidFill>
            </a:rPr>
            <a:t>Reducing Redundant Ordering</a:t>
          </a:r>
          <a:endParaRPr lang="en-US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Considering more efficient procedures</a:t>
          </a:r>
        </a:p>
      </dsp:txBody>
      <dsp:txXfrm>
        <a:off x="5059308" y="786401"/>
        <a:ext cx="2724242" cy="467013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1EBA1-01F1-D54C-B4F8-1A78B3C81817}">
      <dsp:nvSpPr>
        <dsp:cNvPr id="0" name=""/>
        <dsp:cNvSpPr/>
      </dsp:nvSpPr>
      <dsp:spPr>
        <a:xfrm>
          <a:off x="0" y="786401"/>
          <a:ext cx="4670130" cy="467013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68580-81E8-8846-9C15-C54FE5BDCD23}">
      <dsp:nvSpPr>
        <dsp:cNvPr id="0" name=""/>
        <dsp:cNvSpPr/>
      </dsp:nvSpPr>
      <dsp:spPr>
        <a:xfrm>
          <a:off x="2335065" y="786401"/>
          <a:ext cx="5448485" cy="4670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Effective Order Placement</a:t>
          </a:r>
          <a:endParaRPr lang="en-US" sz="4300" b="0" kern="1200">
            <a:solidFill>
              <a:schemeClr val="tx1"/>
            </a:solidFill>
          </a:endParaRPr>
        </a:p>
      </dsp:txBody>
      <dsp:txXfrm>
        <a:off x="2335065" y="786401"/>
        <a:ext cx="2724242" cy="4670130"/>
      </dsp:txXfrm>
    </dsp:sp>
    <dsp:sp modelId="{705460F9-DF08-6542-BE52-4631CB9F38FC}">
      <dsp:nvSpPr>
        <dsp:cNvPr id="0" name=""/>
        <dsp:cNvSpPr/>
      </dsp:nvSpPr>
      <dsp:spPr>
        <a:xfrm>
          <a:off x="5059308" y="786401"/>
          <a:ext cx="2724242" cy="467013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b="0" kern="1200">
              <a:solidFill>
                <a:schemeClr val="tx1"/>
              </a:solidFill>
            </a:rPr>
            <a:t>Reducing Redundant Ordering</a:t>
          </a:r>
          <a:endParaRPr lang="en-US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Considering more efficient procedures</a:t>
          </a:r>
        </a:p>
      </dsp:txBody>
      <dsp:txXfrm>
        <a:off x="5059308" y="786401"/>
        <a:ext cx="2724242" cy="467013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1EBA1-01F1-D54C-B4F8-1A78B3C81817}">
      <dsp:nvSpPr>
        <dsp:cNvPr id="0" name=""/>
        <dsp:cNvSpPr/>
      </dsp:nvSpPr>
      <dsp:spPr>
        <a:xfrm>
          <a:off x="0" y="786401"/>
          <a:ext cx="4670130" cy="467013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68580-81E8-8846-9C15-C54FE5BDCD23}">
      <dsp:nvSpPr>
        <dsp:cNvPr id="0" name=""/>
        <dsp:cNvSpPr/>
      </dsp:nvSpPr>
      <dsp:spPr>
        <a:xfrm>
          <a:off x="2335065" y="786401"/>
          <a:ext cx="5448485" cy="4670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Capacity and Demand of MRI and ECHO</a:t>
          </a:r>
          <a:endParaRPr lang="en-US" sz="5100" b="0" kern="1200">
            <a:solidFill>
              <a:schemeClr val="tx1"/>
            </a:solidFill>
          </a:endParaRPr>
        </a:p>
      </dsp:txBody>
      <dsp:txXfrm>
        <a:off x="2335065" y="786401"/>
        <a:ext cx="2724242" cy="4670130"/>
      </dsp:txXfrm>
    </dsp:sp>
    <dsp:sp modelId="{705460F9-DF08-6542-BE52-4631CB9F38FC}">
      <dsp:nvSpPr>
        <dsp:cNvPr id="0" name=""/>
        <dsp:cNvSpPr/>
      </dsp:nvSpPr>
      <dsp:spPr>
        <a:xfrm>
          <a:off x="5059308" y="786401"/>
          <a:ext cx="2724242" cy="467013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kern="1200">
              <a:solidFill>
                <a:schemeClr val="tx1"/>
              </a:solidFill>
            </a:rPr>
            <a:t>Adding 1 weekend overnight MRI tech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kern="1200">
              <a:solidFill>
                <a:schemeClr val="tx1"/>
              </a:solidFill>
            </a:rPr>
            <a:t>Adding 1 sonographer</a:t>
          </a:r>
          <a:endParaRPr lang="en-US" sz="3300" kern="1200"/>
        </a:p>
      </dsp:txBody>
      <dsp:txXfrm>
        <a:off x="5059308" y="786401"/>
        <a:ext cx="2724242" cy="46701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B3420-22F6-804C-B293-8321FB4C358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52E7C-2ACB-3E4E-B1C3-57E6B97A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44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3395-BBEA-D9A9-655F-E9BA0BEAA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FC20E-1869-FD52-3C6C-7A8656476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27DFF-F1B1-497C-95EA-EFE9EBF89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more context and then use a graph to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3D5DA-A5C6-7AE9-9EF0-8240912C1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9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A07D-E3CD-C5F5-08C3-D999C625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A6759-4EF2-2CA7-0C10-5FFEBD1DC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F90EF-B5CD-73CC-89E5-E1C12DC67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more context and then use a graph to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374BA-D565-85AF-7C87-E51857047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07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9CC8-3387-11B5-00B7-A2583DDB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99EE6-A16A-7DD8-A9D1-00FFA2E9A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40403-5F8A-3328-55F4-82140BC5E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Needs to connect with last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39D74-4B64-80D3-3FA7-CA4FE4596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2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A515-A954-8E02-0799-40B7CB5F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FAE59-2D55-CF41-6232-914D2D251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4E5FB-B3B4-DCC9-5294-869450804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Needs to connect with last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4ED8C-59C1-3B94-86A1-47F1CDCBD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86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heading, use click delay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77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EE83-9164-6BA2-6225-F00A0D75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3F42B-CB47-62A8-9A58-3BC9990F0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95979-F811-D6C8-B92D-C16DF8C1C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heading, use click delay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028D9-7C58-5C3A-B022-F2F835B83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0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73A88-7FEF-DC1B-9EF5-BA02ADDA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11F59-2A6F-02ED-C28B-C46DF6B27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159A5-CF80-6EBF-BE2B-970EB72AD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heading, use click delay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978D3-2F03-F2B6-7211-C1A96065E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41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6D68D-8E94-2165-FB7E-EE169E63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8F070-B728-FDA4-D5C7-61365F50B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8CC23-505D-F146-49D0-FC5A807E3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heading, use click delay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C8CF1-741C-F980-7194-34625BE64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80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5C8ED-4066-54F2-BA1F-BAAA03C6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811A1-381D-0007-DB36-67A510F6C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5659A-8617-6636-969B-6FDB581CF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heading, use click delay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04ABE-014E-EAF9-AA5C-1FF30706B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36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3CB3F-5CE6-29BB-FB28-BCDA2BA7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D863A-D180-FF8D-CA87-BE6892E05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831B6-6E17-7079-332D-DD4A27C8F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heading, use click delay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FF46E-5280-AB78-5666-60F831539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3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993B-92A3-F44F-C2C9-FC1E6BBB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E6D3E-A23A-9DF7-CE46-93E0EAFC9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5E6F9-5CA9-6954-5509-D018C6F97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Remove table of hours, add count of orders, improve visibility, click delay needs to be added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48F60-C7FD-45D3-73B1-EF673157D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11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AD94-5F75-4D90-C2F6-D72F9A9E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9445E-A973-22EB-1999-6424EDD6C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7D217-C0ED-1634-C2B4-DAEE86C50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9D39-DDA0-7C3C-F135-38AABDE4A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98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75819-D027-108F-0D85-FE7666495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00FA6-28FC-5A2F-D7F6-5622D0F01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C139B-93C8-2C76-EF3B-96462A0BE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E26-99F1-2C2D-6ACD-0ACA577DE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55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https://pmc.ncbi.nlm.nih.gov/articles/PMC11294432/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07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BF8F-BD62-A9FE-5B28-80F05051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599A2-857D-8708-903D-582FEE40E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4A301-DE79-5FBB-9C68-E9C93AB5A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8D0E3-B68C-DFB8-AB8B-23884BF11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54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08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73ADE-85AE-5075-629A-EA17B079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6AC4D-07D5-80F0-EFBF-0699B08C1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A7B56-5501-A52C-5772-AAF99F7E7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Rethink or remove colors here</a:t>
            </a:r>
          </a:p>
          <a:p>
            <a:r>
              <a:rPr lang="en-US"/>
              <a:t>Rethink recommendations as a heading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20663-A572-E352-515B-C29971AC5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18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2B2F0-A4AC-9E4A-3E8E-136B25D8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298F2-8E95-60B6-6830-5A21F8759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36541-3590-6BB3-7D48-4C7D405FA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Rethink or remove colors here</a:t>
            </a:r>
          </a:p>
          <a:p>
            <a:r>
              <a:rPr lang="en-US"/>
              <a:t>Rethink recommendations as a heading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65A9-7EF0-1730-0F81-B092BF1AA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99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164B-340F-9FE4-5633-009B0694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652E2-2DCB-F0EA-43EF-26851F5DF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BABAA-0F10-65EB-C2BB-0D2727ACA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Rethink or remove colors here</a:t>
            </a:r>
          </a:p>
          <a:p>
            <a:r>
              <a:rPr lang="en-US"/>
              <a:t>Rethink recommendations as a heading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4FF13-E406-9454-06CE-C62501E19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52E7C-2ACB-3E4E-B1C3-57E6B97ACFA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1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3.xml"/><Relationship Id="rId4" Type="http://schemas.openxmlformats.org/officeDocument/2006/relationships/image" Target="../media/image1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9.xml"/><Relationship Id="rId4" Type="http://schemas.openxmlformats.org/officeDocument/2006/relationships/image" Target="../media/image1.png"/><Relationship Id="rId9" Type="http://schemas.microsoft.com/office/2007/relationships/diagramDrawing" Target="../diagrams/drawin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30F_1B84C0EC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313_B7D7950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4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5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59185" y="1394309"/>
            <a:ext cx="5815689" cy="1985836"/>
          </a:xfrm>
          <a:custGeom>
            <a:avLst/>
            <a:gdLst/>
            <a:ahLst/>
            <a:cxnLst/>
            <a:rect l="l" t="t" r="r" b="b"/>
            <a:pathLst>
              <a:path w="9929179" h="1985836">
                <a:moveTo>
                  <a:pt x="0" y="0"/>
                </a:moveTo>
                <a:lnTo>
                  <a:pt x="9929180" y="0"/>
                </a:lnTo>
                <a:lnTo>
                  <a:pt x="9929180" y="1985836"/>
                </a:lnTo>
                <a:lnTo>
                  <a:pt x="0" y="1985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07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10643906" y="-1790700"/>
            <a:ext cx="12725400" cy="14496192"/>
          </a:xfrm>
          <a:custGeom>
            <a:avLst/>
            <a:gdLst/>
            <a:ahLst/>
            <a:cxnLst/>
            <a:rect l="l" t="t" r="r" b="b"/>
            <a:pathLst>
              <a:path w="10109553" h="11794479">
                <a:moveTo>
                  <a:pt x="0" y="0"/>
                </a:moveTo>
                <a:lnTo>
                  <a:pt x="10109553" y="0"/>
                </a:lnTo>
                <a:lnTo>
                  <a:pt x="10109553" y="11794479"/>
                </a:lnTo>
                <a:lnTo>
                  <a:pt x="0" y="11794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74434" t="-55114" r="-731224" b="-826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052E2-4C97-EE30-01E6-EAD0E123797C}"/>
              </a:ext>
            </a:extLst>
          </p:cNvPr>
          <p:cNvSpPr txBox="1"/>
          <p:nvPr/>
        </p:nvSpPr>
        <p:spPr>
          <a:xfrm>
            <a:off x="990600" y="8672357"/>
            <a:ext cx="9296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500">
                <a:solidFill>
                  <a:schemeClr val="bg1"/>
                </a:solidFill>
                <a:latin typeface="Gentona SemiBold Italic" panose="00000500000000000000" pitchFamily="50" charset="0"/>
              </a:rPr>
              <a:t>Enoch Appiah, Rohan Mahendra, Kaixin Zeng</a:t>
            </a:r>
          </a:p>
          <a:p>
            <a:pPr algn="r"/>
            <a:r>
              <a:rPr lang="en-US" sz="3500">
                <a:solidFill>
                  <a:schemeClr val="bg1"/>
                </a:solidFill>
                <a:latin typeface="Gentona SemiBold Italic" panose="00000500000000000000" pitchFamily="50" charset="0"/>
              </a:rPr>
              <a:t>09/30/2025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3BE094-04D0-311F-AAE0-98A10E7BB2EC}"/>
              </a:ext>
            </a:extLst>
          </p:cNvPr>
          <p:cNvCxnSpPr>
            <a:cxnSpLocks/>
          </p:cNvCxnSpPr>
          <p:nvPr/>
        </p:nvCxnSpPr>
        <p:spPr>
          <a:xfrm flipV="1">
            <a:off x="1037066" y="8635476"/>
            <a:ext cx="9296400" cy="96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130159-B629-0CDB-F251-F2B3B522790E}"/>
              </a:ext>
            </a:extLst>
          </p:cNvPr>
          <p:cNvSpPr txBox="1"/>
          <p:nvPr/>
        </p:nvSpPr>
        <p:spPr>
          <a:xfrm>
            <a:off x="-1349628" y="5207678"/>
            <a:ext cx="122380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solidFill>
                  <a:schemeClr val="bg1"/>
                </a:solidFill>
                <a:latin typeface="Gentona ExtraBold" panose="00000900000000000000" pitchFamily="50" charset="0"/>
              </a:rPr>
              <a:t>Examining the Impact of Limited Weekend Imaging Service Availability on Discharge Delays</a:t>
            </a: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2A46160F-CC5B-C12B-FF22-23B07A23F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266" y="1127847"/>
            <a:ext cx="5549042" cy="2306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6B090-5EF1-213B-45EE-831B563F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ED1166-8796-2515-AFF3-265EFD305A76}"/>
              </a:ext>
            </a:extLst>
          </p:cNvPr>
          <p:cNvSpPr/>
          <p:nvPr/>
        </p:nvSpPr>
        <p:spPr>
          <a:xfrm>
            <a:off x="16875101" y="863445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EF23D-DECA-8CC0-28AA-D0BD643A721C}"/>
              </a:ext>
            </a:extLst>
          </p:cNvPr>
          <p:cNvSpPr txBox="1"/>
          <p:nvPr/>
        </p:nvSpPr>
        <p:spPr>
          <a:xfrm>
            <a:off x="952500" y="518261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Context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563D1C-EBA7-19C8-90A1-3A3848440018}"/>
              </a:ext>
            </a:extLst>
          </p:cNvPr>
          <p:cNvSpPr/>
          <p:nvPr/>
        </p:nvSpPr>
        <p:spPr>
          <a:xfrm>
            <a:off x="533400" y="1847725"/>
            <a:ext cx="6553721" cy="1402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Delays in inpatient discharges </a:t>
            </a:r>
            <a:r>
              <a:rPr lang="en-US" sz="2400" b="1"/>
              <a:t>intensify</a:t>
            </a:r>
            <a:r>
              <a:rPr lang="en-US" sz="2400"/>
              <a:t> on weekends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C83A53E-39EF-489B-55D1-7693CA1B9FBA}"/>
              </a:ext>
            </a:extLst>
          </p:cNvPr>
          <p:cNvSpPr/>
          <p:nvPr/>
        </p:nvSpPr>
        <p:spPr>
          <a:xfrm>
            <a:off x="533400" y="3415425"/>
            <a:ext cx="6553721" cy="1402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Decreases hospital capacity and limits Emergency Department (ED) flow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FA9612-C788-4A7C-B36C-A5D80118DCD3}"/>
              </a:ext>
            </a:extLst>
          </p:cNvPr>
          <p:cNvSpPr/>
          <p:nvPr/>
        </p:nvSpPr>
        <p:spPr>
          <a:xfrm>
            <a:off x="533400" y="6538789"/>
            <a:ext cx="6553721" cy="1402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For patients who require testing prior to discharge, limited services on weekend create bottleneck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CA63076-495A-E422-3522-9DB060F11940}"/>
              </a:ext>
            </a:extLst>
          </p:cNvPr>
          <p:cNvSpPr/>
          <p:nvPr/>
        </p:nvSpPr>
        <p:spPr>
          <a:xfrm>
            <a:off x="533400" y="4977107"/>
            <a:ext cx="6553721" cy="1402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Services like MRI, ECHO, X-Ray, etc. operate on limited hours on weekend</a:t>
            </a:r>
          </a:p>
        </p:txBody>
      </p:sp>
      <p:pic>
        <p:nvPicPr>
          <p:cNvPr id="5" name="Picture 4" descr="A hospital bed with wheels&#10;&#10;AI-generated content may be incorrect.">
            <a:extLst>
              <a:ext uri="{FF2B5EF4-FFF2-40B4-BE49-F238E27FC236}">
                <a16:creationId xmlns:a16="http://schemas.microsoft.com/office/drawing/2014/main" id="{42F27622-6B49-FA13-80A4-5EE63B1E1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227" y="1782333"/>
            <a:ext cx="9590315" cy="638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14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78C57-FE5F-197B-AC68-98D87ABE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070CA0-1D3E-1F09-C585-FE8D408E6512}"/>
              </a:ext>
            </a:extLst>
          </p:cNvPr>
          <p:cNvSpPr/>
          <p:nvPr/>
        </p:nvSpPr>
        <p:spPr>
          <a:xfrm>
            <a:off x="16875101" y="863445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10B79-86E8-C52E-28E8-FB07CC3AB9AF}"/>
              </a:ext>
            </a:extLst>
          </p:cNvPr>
          <p:cNvSpPr txBox="1"/>
          <p:nvPr/>
        </p:nvSpPr>
        <p:spPr>
          <a:xfrm>
            <a:off x="952500" y="704398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Why is this bottleneck a problem?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252639A-66CB-B8C9-2D83-A3846BA69E29}"/>
              </a:ext>
            </a:extLst>
          </p:cNvPr>
          <p:cNvSpPr/>
          <p:nvPr/>
        </p:nvSpPr>
        <p:spPr>
          <a:xfrm>
            <a:off x="533400" y="4768498"/>
            <a:ext cx="6553721" cy="14020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Limited Services on Weekend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12AB2C8D-4267-F5CD-38B1-D1DA38E896C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09102481"/>
                  </p:ext>
                </p:extLst>
              </p:nvPr>
            </p:nvGraphicFramePr>
            <p:xfrm>
              <a:off x="6685677" y="1405524"/>
              <a:ext cx="12192000" cy="8128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12AB2C8D-4267-F5CD-38B1-D1DA38E896C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09102481"/>
                  </p:ext>
                </p:extLst>
              </p:nvPr>
            </p:nvGraphicFramePr>
            <p:xfrm>
              <a:off x="6685677" y="1405524"/>
              <a:ext cx="12192000" cy="8128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5" r:qs="rId6" r:cs="rId7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5119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BD41A1-08CF-6449-A68A-EC8F11946C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56BD41A1-08CF-6449-A68A-EC8F11946C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5D68578-17D3-5A49-93B9-EC8DA32BCC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55D68578-17D3-5A49-93B9-EC8DA32BCC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49CE534-3338-AC49-B711-2DEACAAFFB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849CE534-3338-AC49-B711-2DEACAAFFB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DA64B7-9C74-0F4E-A004-D9E0793134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BEDA64B7-9C74-0F4E-A004-D9E0793134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63B9DE-0DBC-1F4B-ABAE-9A335DF1F2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FD63B9DE-0DBC-1F4B-ABAE-9A335DF1F2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E9A2D0-DAF4-1943-9F25-CEA1B4761E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EFE9A2D0-DAF4-1943-9F25-CEA1B4761E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D094E9D-EDF0-374C-8BBB-B73CF4E257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graphicEl>
                                              <a:dgm id="{1D094E9D-EDF0-374C-8BBB-B73CF4E257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536DA43-D56A-E845-82E6-075C0473D8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0536DA43-D56A-E845-82E6-075C0473D8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12195A-C4A3-F24C-B04A-5ABE989DAC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graphicEl>
                                              <a:dgm id="{3D12195A-C4A3-F24C-B04A-5ABE989DAC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17B67-1A6C-AE07-44D9-6C2FF6B0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07568B-AF03-B9B3-12B3-D75BE4BC1EED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C7140-5016-64EF-DC17-F6D2BAE537B1}"/>
              </a:ext>
            </a:extLst>
          </p:cNvPr>
          <p:cNvSpPr txBox="1"/>
          <p:nvPr/>
        </p:nvSpPr>
        <p:spPr>
          <a:xfrm>
            <a:off x="1104900" y="725557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Initial Problem Statement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C08B631-B338-6E78-D6B8-126081385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714962"/>
              </p:ext>
            </p:extLst>
          </p:nvPr>
        </p:nvGraphicFramePr>
        <p:xfrm>
          <a:off x="3048000" y="10795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60780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C52E1B-88E6-4141-8D56-03F51A6935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F0C52E1B-88E6-4141-8D56-03F51A6935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591386-8055-0C40-903A-77DBA59852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D5591386-8055-0C40-903A-77DBA59852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A9911BB-F09A-C84D-AC2F-0D8DE77B56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FA9911BB-F09A-C84D-AC2F-0D8DE77B56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B03368-EBEA-0D4C-B21C-08614C73FD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4AB03368-EBEA-0D4C-B21C-08614C73FD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D8DF9D-92A7-8445-969C-0CEF543D0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8CD8DF9D-92A7-8445-969C-0CEF543D0F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6BE085-A2F9-5C47-85BB-F2B02FE25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0F6BE085-A2F9-5C47-85BB-F2B02FE254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DE0F1FA-EB4A-D443-A0B4-1BF54408C3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4DE0F1FA-EB4A-D443-A0B4-1BF54408C3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3F82D-40A7-B7C2-820C-631C73B0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B48B5B-1DE9-F8C0-BD11-5EF2B07FCBA7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70219-AA16-86D9-3D30-6E6936BC07C8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Methodology – How did we tackle this issue?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74CAAE1-54A2-7F87-F728-1FABC7302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7855397"/>
              </p:ext>
            </p:extLst>
          </p:nvPr>
        </p:nvGraphicFramePr>
        <p:xfrm>
          <a:off x="3430858" y="2400826"/>
          <a:ext cx="11426283" cy="7086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6087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B4306A1-A130-154A-8C33-306DFBB4B5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5B4306A1-A130-154A-8C33-306DFBB4B5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D68FDE-29D5-8649-ACE6-4338C08AAD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9BD68FDE-29D5-8649-ACE6-4338C08AAD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84C4022-CB0F-534A-87B4-84C5905CBD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C84C4022-CB0F-534A-87B4-84C5905CBD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104281-8A79-A248-B166-748AFA834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5104281-8A79-A248-B166-748AFA8340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914488-7B62-3F43-A4E1-A6EA6B5502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5914488-7B62-3F43-A4E1-A6EA6B5502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A71C65-5F68-9F42-A7CC-FC2C3390F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BAA71C65-5F68-9F42-A7CC-FC2C3390F2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352E0C0-0BEF-F249-A621-2BE4D7760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C352E0C0-0BEF-F249-A621-2BE4D77602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4C3F9-0CF8-D124-E288-51D2879D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CDC78C-33F9-F2B7-BFA3-01484DDFEFB8}"/>
              </a:ext>
            </a:extLst>
          </p:cNvPr>
          <p:cNvSpPr txBox="1"/>
          <p:nvPr/>
        </p:nvSpPr>
        <p:spPr>
          <a:xfrm>
            <a:off x="935810" y="813168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Methodology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2CA8B11-E8B5-FF82-600C-12E6F005C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3083429"/>
              </p:ext>
            </p:extLst>
          </p:nvPr>
        </p:nvGraphicFramePr>
        <p:xfrm>
          <a:off x="935810" y="2882684"/>
          <a:ext cx="7336320" cy="5672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C641099-6346-B979-A9FE-0DEAF8FD1A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2363559"/>
              </p:ext>
            </p:extLst>
          </p:nvPr>
        </p:nvGraphicFramePr>
        <p:xfrm>
          <a:off x="8591107" y="2147777"/>
          <a:ext cx="9455888" cy="6708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42641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D255291-ABF5-A346-8E13-64E6357CFF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2D255291-ABF5-A346-8E13-64E6357CFF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8C5EE5A-0C17-2647-B5C1-C46438DAE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A8C5EE5A-0C17-2647-B5C1-C46438DAEA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A2EFE98-B662-9D45-B74F-0DB1EAB865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DA2EFE98-B662-9D45-B74F-0DB1EAB865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64A8636-40C8-7E40-B74D-7C9AEEC5A6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464A8636-40C8-7E40-B74D-7C9AEEC5A6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2CB2F20-E110-9D4E-A550-1902FA6D50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graphicEl>
                                              <a:dgm id="{72CB2F20-E110-9D4E-A550-1902FA6D50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9FD6AB1-A8C5-6543-BC9C-3B67B6D8AF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graphicEl>
                                              <a:dgm id="{F9FD6AB1-A8C5-6543-BC9C-3B67B6D8AF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D419EEF-20B7-3642-BCC5-BD9B138462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graphicEl>
                                              <a:dgm id="{4D419EEF-20B7-3642-BCC5-BD9B138462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20B3A83-98AA-D142-B7E0-AF759B0D82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graphicEl>
                                              <a:dgm id="{A20B3A83-98AA-D142-B7E0-AF759B0D82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2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C9071-831C-6DAE-FD30-CB982F302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FF9BE-209C-A6DF-4FB7-F5699A2133EE}"/>
              </a:ext>
            </a:extLst>
          </p:cNvPr>
          <p:cNvSpPr txBox="1"/>
          <p:nvPr/>
        </p:nvSpPr>
        <p:spPr>
          <a:xfrm>
            <a:off x="935810" y="813168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Methodology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659A7FD-E960-4FFF-8387-E7DA9C10C6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313545"/>
              </p:ext>
            </p:extLst>
          </p:nvPr>
        </p:nvGraphicFramePr>
        <p:xfrm>
          <a:off x="935810" y="2909370"/>
          <a:ext cx="3933901" cy="4468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B2E577B-1F25-36B1-DF86-9145FCFFFF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530657"/>
              </p:ext>
            </p:extLst>
          </p:nvPr>
        </p:nvGraphicFramePr>
        <p:xfrm>
          <a:off x="5162253" y="1574815"/>
          <a:ext cx="12156557" cy="726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81107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A2EFE98-B662-9D45-B74F-0DB1EAB865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DA2EFE98-B662-9D45-B74F-0DB1EAB865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64A8636-40C8-7E40-B74D-7C9AEEC5A6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464A8636-40C8-7E40-B74D-7C9AEEC5A6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2CB2F20-E110-9D4E-A550-1902FA6D50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72CB2F20-E110-9D4E-A550-1902FA6D50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9FD6AB1-A8C5-6543-BC9C-3B67B6D8AF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F9FD6AB1-A8C5-6543-BC9C-3B67B6D8AF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D255291-ABF5-A346-8E13-64E6357CFF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graphicEl>
                                              <a:dgm id="{2D255291-ABF5-A346-8E13-64E6357CFF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8C5EE5A-0C17-2647-B5C1-C46438DAE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graphicEl>
                                              <a:dgm id="{A8C5EE5A-0C17-2647-B5C1-C46438DAEA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D419EEF-20B7-3642-BCC5-BD9B138462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graphicEl>
                                              <a:dgm id="{4D419EEF-20B7-3642-BCC5-BD9B138462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20B3A83-98AA-D142-B7E0-AF759B0D82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graphicEl>
                                              <a:dgm id="{A20B3A83-98AA-D142-B7E0-AF759B0D82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2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447A4-D024-D865-CBE6-2EAEA52B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A83292-97B9-744D-C983-893F5F5E7333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D5133-E7A6-17D3-98FE-A12EE97E8BCB}"/>
              </a:ext>
            </a:extLst>
          </p:cNvPr>
          <p:cNvSpPr txBox="1"/>
          <p:nvPr/>
        </p:nvSpPr>
        <p:spPr>
          <a:xfrm>
            <a:off x="1104900" y="725557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Redefined Problem Statement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FA1985C-83DE-7F5C-92D3-E13E27DEBE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4520773"/>
              </p:ext>
            </p:extLst>
          </p:nvPr>
        </p:nvGraphicFramePr>
        <p:xfrm>
          <a:off x="3048000" y="10795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37411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C52E1B-88E6-4141-8D56-03F51A6935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F0C52E1B-88E6-4141-8D56-03F51A6935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B03368-EBEA-0D4C-B21C-08614C73FD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4AB03368-EBEA-0D4C-B21C-08614C73FD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D8DF9D-92A7-8445-969C-0CEF543D0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8CD8DF9D-92A7-8445-969C-0CEF543D0F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6BE085-A2F9-5C47-85BB-F2B02FE25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0F6BE085-A2F9-5C47-85BB-F2B02FE254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DE0F1FA-EB4A-D443-A0B4-1BF54408C3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DE0F1FA-EB4A-D443-A0B4-1BF54408C3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35F54-9EE5-7A1A-52FF-45CF0D6E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EAD178-6355-A126-0A9B-52216B73DCF7}"/>
              </a:ext>
            </a:extLst>
          </p:cNvPr>
          <p:cNvSpPr txBox="1"/>
          <p:nvPr/>
        </p:nvSpPr>
        <p:spPr>
          <a:xfrm>
            <a:off x="899732" y="103852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Methodology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F9C2555-788E-3B06-B1C5-F55BEFBD6B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7268538"/>
              </p:ext>
            </p:extLst>
          </p:nvPr>
        </p:nvGraphicFramePr>
        <p:xfrm>
          <a:off x="899732" y="2758697"/>
          <a:ext cx="16736786" cy="5658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06595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6657D-8F27-0781-018E-2C0B8E9BD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553672-A606-2CBF-6FD8-255012C5ABD9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DF12D-58BF-2CCA-C4F2-058F57C4F835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Methodology - Established Imaging Workflow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70C3C1F5-DD09-41BC-DEDE-54B2B6805748}"/>
              </a:ext>
            </a:extLst>
          </p:cNvPr>
          <p:cNvSpPr/>
          <p:nvPr/>
        </p:nvSpPr>
        <p:spPr>
          <a:xfrm>
            <a:off x="12296015" y="2978434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Imaging procedure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0A220399-A027-683D-1940-653D6DFDB172}"/>
              </a:ext>
            </a:extLst>
          </p:cNvPr>
          <p:cNvSpPr/>
          <p:nvPr/>
        </p:nvSpPr>
        <p:spPr>
          <a:xfrm>
            <a:off x="9324215" y="2978434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Transport to imaging department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FC360FA0-EE18-CB81-9EDF-2128C9A32FC1}"/>
              </a:ext>
            </a:extLst>
          </p:cNvPr>
          <p:cNvSpPr/>
          <p:nvPr/>
        </p:nvSpPr>
        <p:spPr>
          <a:xfrm rot="10800000">
            <a:off x="10383100" y="5291287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886A8C6C-7EC9-9F33-6778-74372955B3C2}"/>
              </a:ext>
            </a:extLst>
          </p:cNvPr>
          <p:cNvSpPr/>
          <p:nvPr/>
        </p:nvSpPr>
        <p:spPr>
          <a:xfrm rot="10800000">
            <a:off x="13378543" y="5266663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6787BA6B-6C86-4DE6-1811-E2497581E63B}"/>
              </a:ext>
            </a:extLst>
          </p:cNvPr>
          <p:cNvSpPr/>
          <p:nvPr/>
        </p:nvSpPr>
        <p:spPr>
          <a:xfrm>
            <a:off x="6352415" y="2975843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Pre Imaging Preparation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952F0811-47F1-EC48-AD6E-E2B878D5588A}"/>
              </a:ext>
            </a:extLst>
          </p:cNvPr>
          <p:cNvSpPr/>
          <p:nvPr/>
        </p:nvSpPr>
        <p:spPr>
          <a:xfrm>
            <a:off x="3380615" y="2945082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Scheduling 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C3632615-4136-0491-2879-9E8B68A8642A}"/>
              </a:ext>
            </a:extLst>
          </p:cNvPr>
          <p:cNvSpPr/>
          <p:nvPr/>
        </p:nvSpPr>
        <p:spPr>
          <a:xfrm>
            <a:off x="408815" y="2945082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Order Placement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6B7CFE-9873-795F-945F-956F6810F057}"/>
              </a:ext>
            </a:extLst>
          </p:cNvPr>
          <p:cNvSpPr txBox="1"/>
          <p:nvPr/>
        </p:nvSpPr>
        <p:spPr>
          <a:xfrm>
            <a:off x="11250214" y="5748684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Interpretation and Reporting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BA6BC9D9-9A47-707D-4292-4749DA4D7BC0}"/>
              </a:ext>
            </a:extLst>
          </p:cNvPr>
          <p:cNvSpPr/>
          <p:nvPr/>
        </p:nvSpPr>
        <p:spPr>
          <a:xfrm rot="10800000">
            <a:off x="7410201" y="5315910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A5E351-37A3-7501-628A-4B55B8870AD2}"/>
              </a:ext>
            </a:extLst>
          </p:cNvPr>
          <p:cNvSpPr txBox="1"/>
          <p:nvPr/>
        </p:nvSpPr>
        <p:spPr>
          <a:xfrm>
            <a:off x="8277315" y="5773307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Clinical Decision Making</a:t>
            </a: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8B44DF3F-E983-9777-A8A0-3520467D5B9D}"/>
              </a:ext>
            </a:extLst>
          </p:cNvPr>
          <p:cNvSpPr/>
          <p:nvPr/>
        </p:nvSpPr>
        <p:spPr>
          <a:xfrm rot="10800000">
            <a:off x="4414758" y="5345976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404877-4A49-F70B-9E15-CCC9E0DFF039}"/>
              </a:ext>
            </a:extLst>
          </p:cNvPr>
          <p:cNvSpPr txBox="1"/>
          <p:nvPr/>
        </p:nvSpPr>
        <p:spPr>
          <a:xfrm>
            <a:off x="5281872" y="5803373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Patient Communication</a:t>
            </a: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CF0C9D21-8329-A418-A843-46E2B769C90F}"/>
              </a:ext>
            </a:extLst>
          </p:cNvPr>
          <p:cNvSpPr/>
          <p:nvPr/>
        </p:nvSpPr>
        <p:spPr>
          <a:xfrm rot="10800000">
            <a:off x="1419315" y="5323861"/>
            <a:ext cx="3429000" cy="1600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EE9605-CCA4-A8FF-16BF-BD9B7CC27834}"/>
              </a:ext>
            </a:extLst>
          </p:cNvPr>
          <p:cNvSpPr txBox="1"/>
          <p:nvPr/>
        </p:nvSpPr>
        <p:spPr>
          <a:xfrm>
            <a:off x="2308972" y="596141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>
                <a:solidFill>
                  <a:schemeClr val="bg1"/>
                </a:solidFill>
              </a:rPr>
              <a:t>Discharge</a:t>
            </a:r>
          </a:p>
        </p:txBody>
      </p:sp>
      <p:sp>
        <p:nvSpPr>
          <p:cNvPr id="42" name="Arrow: Curved Left 41">
            <a:extLst>
              <a:ext uri="{FF2B5EF4-FFF2-40B4-BE49-F238E27FC236}">
                <a16:creationId xmlns:a16="http://schemas.microsoft.com/office/drawing/2014/main" id="{07AD9F2E-A623-3F58-58A5-9DD4FD2A2134}"/>
              </a:ext>
            </a:extLst>
          </p:cNvPr>
          <p:cNvSpPr/>
          <p:nvPr/>
        </p:nvSpPr>
        <p:spPr>
          <a:xfrm>
            <a:off x="16532028" y="3467100"/>
            <a:ext cx="1603572" cy="291928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876BAA-FC4C-2B49-BCE0-C7F367FD8D57}"/>
              </a:ext>
            </a:extLst>
          </p:cNvPr>
          <p:cNvSpPr txBox="1"/>
          <p:nvPr/>
        </p:nvSpPr>
        <p:spPr>
          <a:xfrm>
            <a:off x="14040700" y="5748684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Post imaging care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6849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A744A-C221-1703-08AB-3223C3AA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FA3C9C-A30A-3D9E-DF00-B687705FA3CC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861F3-6A9B-1D24-F294-D33E70E72B7B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Methodology - Scope of Focus in Imaging Workflow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E4E444-E8E6-9902-365D-A02AD83833D4}"/>
              </a:ext>
            </a:extLst>
          </p:cNvPr>
          <p:cNvGrpSpPr/>
          <p:nvPr/>
        </p:nvGrpSpPr>
        <p:grpSpPr>
          <a:xfrm>
            <a:off x="1676400" y="4326724"/>
            <a:ext cx="15316200" cy="1633552"/>
            <a:chOff x="408815" y="2945082"/>
            <a:chExt cx="15316200" cy="1633552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98C17E76-48A6-B094-E5B4-E2FC47BC8B83}"/>
                </a:ext>
              </a:extLst>
            </p:cNvPr>
            <p:cNvSpPr/>
            <p:nvPr/>
          </p:nvSpPr>
          <p:spPr>
            <a:xfrm>
              <a:off x="122960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Imaging procedure</a:t>
              </a:r>
            </a:p>
          </p:txBody>
        </p:sp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2FF92D7D-37D6-68B7-545A-A82CEFBA79AD}"/>
                </a:ext>
              </a:extLst>
            </p:cNvPr>
            <p:cNvSpPr/>
            <p:nvPr/>
          </p:nvSpPr>
          <p:spPr>
            <a:xfrm>
              <a:off x="93242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Transport to imaging department</a:t>
              </a:r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11AD0A68-16EA-EFEE-7DC5-54F3FCC91E47}"/>
                </a:ext>
              </a:extLst>
            </p:cNvPr>
            <p:cNvSpPr/>
            <p:nvPr/>
          </p:nvSpPr>
          <p:spPr>
            <a:xfrm>
              <a:off x="6352415" y="2975843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Pre Imaging Preparation</a:t>
              </a:r>
            </a:p>
          </p:txBody>
        </p:sp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858FECB1-5DA9-72EF-D594-281B74815C8C}"/>
                </a:ext>
              </a:extLst>
            </p:cNvPr>
            <p:cNvSpPr/>
            <p:nvPr/>
          </p:nvSpPr>
          <p:spPr>
            <a:xfrm>
              <a:off x="3380615" y="2945082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Scheduling </a:t>
              </a:r>
            </a:p>
          </p:txBody>
        </p: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48948362-B0C8-C8DF-1C34-9263F218E774}"/>
                </a:ext>
              </a:extLst>
            </p:cNvPr>
            <p:cNvSpPr/>
            <p:nvPr/>
          </p:nvSpPr>
          <p:spPr>
            <a:xfrm>
              <a:off x="408815" y="2945082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Order Placement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2170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E1E94-6B02-FEB0-7B6C-9D80224B8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6321B0-AE19-40EE-4A05-1E3CB80EBDDE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E52D6-3308-9508-FDB5-D572BA49518F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Imaging Analysis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DFA04-F13A-ABC0-6B00-C7B4BEBBB8B8}"/>
              </a:ext>
            </a:extLst>
          </p:cNvPr>
          <p:cNvSpPr txBox="1"/>
          <p:nvPr/>
        </p:nvSpPr>
        <p:spPr>
          <a:xfrm>
            <a:off x="1143000" y="4421184"/>
            <a:ext cx="47457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</a:rPr>
              <a:t>Order Frequency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</a:rPr>
              <a:t>Order to Procedure hours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B10BE2-2985-67A0-705E-B69155FF3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970972"/>
              </p:ext>
            </p:extLst>
          </p:nvPr>
        </p:nvGraphicFramePr>
        <p:xfrm>
          <a:off x="7589520" y="1965020"/>
          <a:ext cx="9250680" cy="672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5340">
                  <a:extLst>
                    <a:ext uri="{9D8B030D-6E8A-4147-A177-3AD203B41FA5}">
                      <a16:colId xmlns:a16="http://schemas.microsoft.com/office/drawing/2014/main" val="2988261451"/>
                    </a:ext>
                  </a:extLst>
                </a:gridCol>
                <a:gridCol w="4625340">
                  <a:extLst>
                    <a:ext uri="{9D8B030D-6E8A-4147-A177-3AD203B41FA5}">
                      <a16:colId xmlns:a16="http://schemas.microsoft.com/office/drawing/2014/main" val="4089375349"/>
                    </a:ext>
                  </a:extLst>
                </a:gridCol>
              </a:tblGrid>
              <a:tr h="759892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780397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21,</a:t>
                      </a:r>
                      <a:r>
                        <a:rPr lang="en-US" sz="3200">
                          <a:effectLst/>
                        </a:rPr>
                        <a:t>691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406528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Ultrasound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5,532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125846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5,405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613273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3,397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654791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Interventional Radiology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1,024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05667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55749F-2C01-0815-BD6B-A42A36E3F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699253"/>
              </p:ext>
            </p:extLst>
          </p:nvPr>
        </p:nvGraphicFramePr>
        <p:xfrm>
          <a:off x="152400" y="4471310"/>
          <a:ext cx="9250680" cy="68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5340">
                  <a:extLst>
                    <a:ext uri="{9D8B030D-6E8A-4147-A177-3AD203B41FA5}">
                      <a16:colId xmlns:a16="http://schemas.microsoft.com/office/drawing/2014/main" val="2988261451"/>
                    </a:ext>
                  </a:extLst>
                </a:gridCol>
                <a:gridCol w="4625340">
                  <a:extLst>
                    <a:ext uri="{9D8B030D-6E8A-4147-A177-3AD203B41FA5}">
                      <a16:colId xmlns:a16="http://schemas.microsoft.com/office/drawing/2014/main" val="4089375349"/>
                    </a:ext>
                  </a:extLst>
                </a:gridCol>
              </a:tblGrid>
              <a:tr h="759892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Order to Procedure</a:t>
                      </a:r>
                    </a:p>
                    <a:p>
                      <a:pPr algn="ctr"/>
                      <a:r>
                        <a:rPr lang="en-US" sz="2000"/>
                        <a:t>(Median across all order weekdays)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780397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Interventional Radiology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19.2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056674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17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681270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7.5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105083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Ultrasound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 hours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20081"/>
                  </a:ext>
                </a:extLst>
              </a:tr>
              <a:tr h="119348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hours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72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690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7CD03-24BB-6DEC-1349-662443CA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66B6FC-FAE0-0896-DBE8-8081960E252B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91F67-1A25-D733-F3D9-C1D72B85410F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Imaging Analysis: X-Ray &amp; MRI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pic>
        <p:nvPicPr>
          <p:cNvPr id="10" name="Picture 9" descr="A screenshot of a calendar&#10;&#10;AI-generated content may be incorrect.">
            <a:extLst>
              <a:ext uri="{FF2B5EF4-FFF2-40B4-BE49-F238E27FC236}">
                <a16:creationId xmlns:a16="http://schemas.microsoft.com/office/drawing/2014/main" id="{320B2910-A30A-7CC0-84CC-A5F73F776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763" y="2927670"/>
            <a:ext cx="11892368" cy="44316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8DD1BA0-4C06-CCDF-C889-A9FEA828A617}"/>
              </a:ext>
            </a:extLst>
          </p:cNvPr>
          <p:cNvSpPr/>
          <p:nvPr/>
        </p:nvSpPr>
        <p:spPr>
          <a:xfrm>
            <a:off x="7069873" y="3947532"/>
            <a:ext cx="10772078" cy="71367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121198-90FB-A684-DD19-DE3B87963A0C}"/>
              </a:ext>
            </a:extLst>
          </p:cNvPr>
          <p:cNvSpPr/>
          <p:nvPr/>
        </p:nvSpPr>
        <p:spPr>
          <a:xfrm>
            <a:off x="7069873" y="5324233"/>
            <a:ext cx="10772078" cy="71367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7">
            <a:extLst>
              <a:ext uri="{FF2B5EF4-FFF2-40B4-BE49-F238E27FC236}">
                <a16:creationId xmlns:a16="http://schemas.microsoft.com/office/drawing/2014/main" id="{8277A61B-74F3-5270-C1EB-71C7EABC1D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0220718"/>
              </p:ext>
            </p:extLst>
          </p:nvPr>
        </p:nvGraphicFramePr>
        <p:xfrm>
          <a:off x="5949583" y="2927670"/>
          <a:ext cx="11892368" cy="4431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9729350-E12F-D568-1168-27EC19BF741D}"/>
              </a:ext>
            </a:extLst>
          </p:cNvPr>
          <p:cNvSpPr txBox="1"/>
          <p:nvPr/>
        </p:nvSpPr>
        <p:spPr>
          <a:xfrm>
            <a:off x="1143000" y="5019352"/>
            <a:ext cx="4745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</a:rPr>
              <a:t>Turn Around Time (TAT)</a:t>
            </a:r>
          </a:p>
        </p:txBody>
      </p:sp>
    </p:spTree>
    <p:extLst>
      <p:ext uri="{BB962C8B-B14F-4D97-AF65-F5344CB8AC3E}">
        <p14:creationId xmlns:p14="http://schemas.microsoft.com/office/powerpoint/2010/main" val="3520502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Graphic spid="13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F937B-FF02-5F49-4153-847DF705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37BD4F-F050-8ACA-F454-03E13B949836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32051-59B1-E8B6-C88F-DBB502269246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Imaging Analysis: Order vs Procedure Weekday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E6D3B-C066-1789-B6C3-FA302C83C0BA}"/>
              </a:ext>
            </a:extLst>
          </p:cNvPr>
          <p:cNvSpPr txBox="1"/>
          <p:nvPr/>
        </p:nvSpPr>
        <p:spPr>
          <a:xfrm>
            <a:off x="724172" y="4842067"/>
            <a:ext cx="6391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Order Weekday to Procedure Weekday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ECHO, CT, and MRI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IR and US</a:t>
            </a: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598BD43-D415-C20D-3BF8-8D7A792EB0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002" y="2139411"/>
            <a:ext cx="10330924" cy="4580506"/>
          </a:xfrm>
          <a:prstGeom prst="rect">
            <a:avLst/>
          </a:prstGeom>
        </p:spPr>
      </p:pic>
      <p:pic>
        <p:nvPicPr>
          <p:cNvPr id="8" name="Picture 7" descr="A graph of a schedule&#10;&#10;AI-generated content may be incorrect.">
            <a:extLst>
              <a:ext uri="{FF2B5EF4-FFF2-40B4-BE49-F238E27FC236}">
                <a16:creationId xmlns:a16="http://schemas.microsoft.com/office/drawing/2014/main" id="{BE3CE826-812F-63F6-8374-386450745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712" y="4081450"/>
            <a:ext cx="10330924" cy="46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76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A3134-6F9F-52C0-7806-EAA28335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D9E504-0634-8430-2008-561D087CA219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B296B-D960-7874-D2C4-9D4511DAD057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Statistical Analysis: Establishing Impact of Imaging Order To Procedure 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A61FC0-2084-9A30-997E-80C8555A7079}"/>
                  </a:ext>
                </a:extLst>
              </p:cNvPr>
              <p:cNvSpPr txBox="1"/>
              <p:nvPr/>
            </p:nvSpPr>
            <p:spPr>
              <a:xfrm>
                <a:off x="1337194" y="4326498"/>
                <a:ext cx="6391656" cy="3529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2800">
                    <a:solidFill>
                      <a:schemeClr val="bg1"/>
                    </a:solidFill>
                  </a:rPr>
                  <a:t>Regression Analysis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sz="2800">
                    <a:solidFill>
                      <a:schemeClr val="bg1"/>
                    </a:solidFill>
                  </a:rPr>
                  <a:t>Moderately negative correlation between Order to Procedure time and imaging order outcomes with high significance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𝑑𝑖𝑠𝑐h𝑎𝑟𝑔𝑒𝑠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=−0.329 ∗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𝑂𝑟𝑑𝑒𝑟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𝑃𝑟𝑜𝑐𝑒𝑑𝑢𝑟𝑒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+20.18</m:t>
                    </m:r>
                  </m:oMath>
                </a14:m>
                <a:endParaRPr lang="en-US" sz="2800" b="0">
                  <a:solidFill>
                    <a:schemeClr val="bg1"/>
                  </a:solidFill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>
                    <a:solidFill>
                      <a:schemeClr val="bg1"/>
                    </a:solidFill>
                  </a:rPr>
                  <a:t> = 0.34, p &lt; 1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A61FC0-2084-9A30-997E-80C8555A7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194" y="4326498"/>
                <a:ext cx="6391656" cy="3529492"/>
              </a:xfrm>
              <a:prstGeom prst="rect">
                <a:avLst/>
              </a:prstGeom>
              <a:blipFill>
                <a:blip r:embed="rId4"/>
                <a:stretch>
                  <a:fillRect l="-1716" t="-1727" b="-3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8A80EA7-D121-49DF-EEAD-6990924B3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8701" y="3384700"/>
            <a:ext cx="8422105" cy="3100094"/>
          </a:xfrm>
          <a:prstGeom prst="rect">
            <a:avLst/>
          </a:prstGeom>
        </p:spPr>
      </p:pic>
      <p:pic>
        <p:nvPicPr>
          <p:cNvPr id="9" name="Picture 8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EF6596FE-23D2-58DE-5CB5-25A02564A9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998" y="2394284"/>
            <a:ext cx="8340202" cy="719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89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5F55D-4899-D9DE-0792-B89EB96D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279531-7482-2C57-DF59-C08EEABDF269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80E8978-28C0-89CC-45C8-8BE0C0E21531}"/>
              </a:ext>
            </a:extLst>
          </p:cNvPr>
          <p:cNvSpPr txBox="1"/>
          <p:nvPr/>
        </p:nvSpPr>
        <p:spPr>
          <a:xfrm>
            <a:off x="453710" y="441785"/>
            <a:ext cx="163830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Analysis – Pre-Procedural Inefficiencies of MRI and ECHO services</a:t>
            </a:r>
            <a:endParaRPr lang="en-US" sz="4000" b="1">
              <a:solidFill>
                <a:schemeClr val="accent6">
                  <a:lumMod val="75000"/>
                </a:schemeClr>
              </a:solidFill>
              <a:latin typeface="Gentona ExtraBold" panose="00000900000000000000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8D975B-2B95-7C84-B631-7CAF13AF5536}"/>
              </a:ext>
            </a:extLst>
          </p:cNvPr>
          <p:cNvSpPr txBox="1"/>
          <p:nvPr/>
        </p:nvSpPr>
        <p:spPr>
          <a:xfrm>
            <a:off x="636104" y="8361910"/>
            <a:ext cx="15176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solidFill>
                  <a:schemeClr val="bg1"/>
                </a:solidFill>
              </a:rPr>
              <a:t>MRI and Echo stands out as leading imaging sources of delay.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5F5F3B-AA2E-C879-F14C-81024BF49023}"/>
              </a:ext>
            </a:extLst>
          </p:cNvPr>
          <p:cNvGraphicFramePr>
            <a:graphicFrameLocks noGrp="1"/>
          </p:cNvGraphicFramePr>
          <p:nvPr/>
        </p:nvGraphicFramePr>
        <p:xfrm>
          <a:off x="13006041" y="1463582"/>
          <a:ext cx="4424714" cy="5569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357">
                  <a:extLst>
                    <a:ext uri="{9D8B030D-6E8A-4147-A177-3AD203B41FA5}">
                      <a16:colId xmlns:a16="http://schemas.microsoft.com/office/drawing/2014/main" val="414889390"/>
                    </a:ext>
                  </a:extLst>
                </a:gridCol>
                <a:gridCol w="2212357">
                  <a:extLst>
                    <a:ext uri="{9D8B030D-6E8A-4147-A177-3AD203B41FA5}">
                      <a16:colId xmlns:a16="http://schemas.microsoft.com/office/drawing/2014/main" val="1327639691"/>
                    </a:ext>
                  </a:extLst>
                </a:gridCol>
              </a:tblGrid>
              <a:tr h="928306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100642"/>
                  </a:ext>
                </a:extLst>
              </a:tr>
              <a:tr h="928306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ECHO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850212"/>
                  </a:ext>
                </a:extLst>
              </a:tr>
              <a:tr h="928306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460751"/>
                  </a:ext>
                </a:extLst>
              </a:tr>
              <a:tr h="928306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MRI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393169"/>
                  </a:ext>
                </a:extLst>
              </a:tr>
              <a:tr h="928306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879652"/>
                  </a:ext>
                </a:extLst>
              </a:tr>
              <a:tr h="928306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065544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2D60D7-07BD-0859-590E-E6ED957B0F5E}"/>
              </a:ext>
            </a:extLst>
          </p:cNvPr>
          <p:cNvCxnSpPr/>
          <p:nvPr/>
        </p:nvCxnSpPr>
        <p:spPr>
          <a:xfrm>
            <a:off x="13649093" y="2706437"/>
            <a:ext cx="1003610" cy="0"/>
          </a:xfrm>
          <a:prstGeom prst="line">
            <a:avLst/>
          </a:prstGeom>
          <a:ln w="1047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CCA695-6266-2F7B-F39E-AD8A0DC2FF33}"/>
              </a:ext>
            </a:extLst>
          </p:cNvPr>
          <p:cNvCxnSpPr/>
          <p:nvPr/>
        </p:nvCxnSpPr>
        <p:spPr>
          <a:xfrm>
            <a:off x="15833100" y="6341835"/>
            <a:ext cx="1003610" cy="0"/>
          </a:xfrm>
          <a:prstGeom prst="line">
            <a:avLst/>
          </a:prstGeom>
          <a:ln w="1047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73060D-0111-417B-086A-3CEF4E01928A}"/>
              </a:ext>
            </a:extLst>
          </p:cNvPr>
          <p:cNvCxnSpPr/>
          <p:nvPr/>
        </p:nvCxnSpPr>
        <p:spPr>
          <a:xfrm>
            <a:off x="13649093" y="6341835"/>
            <a:ext cx="1003610" cy="0"/>
          </a:xfrm>
          <a:prstGeom prst="line">
            <a:avLst/>
          </a:prstGeom>
          <a:ln w="1047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D72F5A-D4AB-C11B-0CCA-D720F698E754}"/>
              </a:ext>
            </a:extLst>
          </p:cNvPr>
          <p:cNvCxnSpPr/>
          <p:nvPr/>
        </p:nvCxnSpPr>
        <p:spPr>
          <a:xfrm>
            <a:off x="15833100" y="3590613"/>
            <a:ext cx="1003610" cy="0"/>
          </a:xfrm>
          <a:prstGeom prst="line">
            <a:avLst/>
          </a:prstGeom>
          <a:ln w="1047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2CFBBF2-4ECF-287C-D874-3596284DEF2B}"/>
              </a:ext>
            </a:extLst>
          </p:cNvPr>
          <p:cNvCxnSpPr/>
          <p:nvPr/>
        </p:nvCxnSpPr>
        <p:spPr>
          <a:xfrm>
            <a:off x="15833100" y="5427434"/>
            <a:ext cx="1003610" cy="0"/>
          </a:xfrm>
          <a:prstGeom prst="line">
            <a:avLst/>
          </a:prstGeom>
          <a:ln w="1047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FF1DC3A-AEDD-126C-BE76-D9947192E44D}"/>
              </a:ext>
            </a:extLst>
          </p:cNvPr>
          <p:cNvCxnSpPr/>
          <p:nvPr/>
        </p:nvCxnSpPr>
        <p:spPr>
          <a:xfrm>
            <a:off x="13649093" y="5432636"/>
            <a:ext cx="1003610" cy="0"/>
          </a:xfrm>
          <a:prstGeom prst="line">
            <a:avLst/>
          </a:prstGeom>
          <a:ln w="1047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CF224F5E-50D0-84BC-25BC-271A42F704DD}"/>
              </a:ext>
            </a:extLst>
          </p:cNvPr>
          <p:cNvSpPr/>
          <p:nvPr/>
        </p:nvSpPr>
        <p:spPr>
          <a:xfrm>
            <a:off x="13498879" y="3315165"/>
            <a:ext cx="1201398" cy="550895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EC6907-56E3-C972-2F2A-2BF3B287B230}"/>
              </a:ext>
            </a:extLst>
          </p:cNvPr>
          <p:cNvSpPr/>
          <p:nvPr/>
        </p:nvSpPr>
        <p:spPr>
          <a:xfrm>
            <a:off x="15734206" y="2376680"/>
            <a:ext cx="1201398" cy="550895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4A8EA1D-8D93-129A-4C4A-933083C6DCA3}"/>
              </a:ext>
            </a:extLst>
          </p:cNvPr>
          <p:cNvSpPr/>
          <p:nvPr/>
        </p:nvSpPr>
        <p:spPr>
          <a:xfrm>
            <a:off x="13498879" y="4261810"/>
            <a:ext cx="1201398" cy="550895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C7AB74D-8BDB-85EA-0968-4D704B83189F}"/>
              </a:ext>
            </a:extLst>
          </p:cNvPr>
          <p:cNvSpPr/>
          <p:nvPr/>
        </p:nvSpPr>
        <p:spPr>
          <a:xfrm>
            <a:off x="15734206" y="4261809"/>
            <a:ext cx="1201398" cy="550895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5D4B5D7-CBC1-9B1C-760A-722A8A78DA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903127"/>
              </p:ext>
            </p:extLst>
          </p:nvPr>
        </p:nvGraphicFramePr>
        <p:xfrm>
          <a:off x="636104" y="1463582"/>
          <a:ext cx="12105861" cy="6561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9C8390A4-6C3B-D0FF-CA1A-EE7EFE062CB2}"/>
              </a:ext>
            </a:extLst>
          </p:cNvPr>
          <p:cNvSpPr/>
          <p:nvPr/>
        </p:nvSpPr>
        <p:spPr>
          <a:xfrm>
            <a:off x="10707376" y="3693524"/>
            <a:ext cx="1743160" cy="413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CD960E-4C8B-536D-25B9-A1CB10E68792}"/>
              </a:ext>
            </a:extLst>
          </p:cNvPr>
          <p:cNvSpPr/>
          <p:nvPr/>
        </p:nvSpPr>
        <p:spPr>
          <a:xfrm>
            <a:off x="10707376" y="4191880"/>
            <a:ext cx="1658679" cy="488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601C48-FB57-49C3-A691-28BB21362EAE}"/>
              </a:ext>
            </a:extLst>
          </p:cNvPr>
          <p:cNvSpPr/>
          <p:nvPr/>
        </p:nvSpPr>
        <p:spPr>
          <a:xfrm>
            <a:off x="10707376" y="5996763"/>
            <a:ext cx="1658679" cy="345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id="{60429647-4D26-30CA-1155-6303C80C3CFE}"/>
              </a:ext>
            </a:extLst>
          </p:cNvPr>
          <p:cNvSpPr/>
          <p:nvPr/>
        </p:nvSpPr>
        <p:spPr>
          <a:xfrm>
            <a:off x="636104" y="1378338"/>
            <a:ext cx="12117871" cy="762992"/>
          </a:xfrm>
          <a:prstGeom prst="rect">
            <a:avLst/>
          </a:prstGeom>
          <a:gradFill flip="none" rotWithShape="1">
            <a:gsLst>
              <a:gs pos="0">
                <a:srgbClr val="0663A2"/>
              </a:gs>
              <a:gs pos="6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48AA8A-1B55-B417-FAD0-26E63E679C7E}"/>
              </a:ext>
            </a:extLst>
          </p:cNvPr>
          <p:cNvSpPr txBox="1"/>
          <p:nvPr/>
        </p:nvSpPr>
        <p:spPr>
          <a:xfrm>
            <a:off x="2492620" y="1455188"/>
            <a:ext cx="943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Order 2 Procedure vs Order Weekday</a:t>
            </a:r>
          </a:p>
        </p:txBody>
      </p:sp>
    </p:spTree>
    <p:extLst>
      <p:ext uri="{BB962C8B-B14F-4D97-AF65-F5344CB8AC3E}">
        <p14:creationId xmlns:p14="http://schemas.microsoft.com/office/powerpoint/2010/main" val="409906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 tmFilter="0, 0; .2, .5; .8, .5; 1, 0"/>
                                        <p:tgtEl>
                                          <p:spTgt spid="10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500" autoRev="1" fill="hold"/>
                                        <p:tgtEl>
                                          <p:spTgt spid="10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 tmFilter="0, 0; .2, .5; .8, .5; 1, 0"/>
                                        <p:tgtEl>
                                          <p:spTgt spid="1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500" autoRev="1" fill="hold"/>
                                        <p:tgtEl>
                                          <p:spTgt spid="1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Graphic spid="10" grpId="0" uiExpand="1">
        <p:bldSub>
          <a:bldChart bld="series"/>
        </p:bldSub>
      </p:bldGraphic>
      <p:bldGraphic spid="10" grpId="1" uiExpand="1">
        <p:bldSub>
          <a:bldChart bld="series"/>
        </p:bldSub>
      </p:bldGraphic>
      <p:bldGraphic spid="10" grpId="2" uiExpand="1">
        <p:bldSub>
          <a:bldChart bld="series"/>
        </p:bldSub>
      </p:bldGraphic>
      <p:bldGraphic spid="10" grpId="3" uiExpand="1">
        <p:bldSub>
          <a:bldChart bld="series"/>
        </p:bldSub>
      </p:bldGraphic>
      <p:bldGraphic spid="10" grpId="4" uiExpand="1">
        <p:bldSub>
          <a:bldChart bld="series"/>
        </p:bldSub>
      </p:bldGraphic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4ED87-7F6E-59E5-2A27-889F1D38D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>
            <a:extLst>
              <a:ext uri="{FF2B5EF4-FFF2-40B4-BE49-F238E27FC236}">
                <a16:creationId xmlns:a16="http://schemas.microsoft.com/office/drawing/2014/main" id="{81E726C9-57AC-2315-A6A2-566CC78EB2C8}"/>
              </a:ext>
            </a:extLst>
          </p:cNvPr>
          <p:cNvSpPr/>
          <p:nvPr/>
        </p:nvSpPr>
        <p:spPr>
          <a:xfrm>
            <a:off x="1473200" y="8658127"/>
            <a:ext cx="14313613" cy="1049585"/>
          </a:xfrm>
          <a:prstGeom prst="rect">
            <a:avLst/>
          </a:prstGeom>
          <a:solidFill>
            <a:schemeClr val="tx2">
              <a:lumMod val="20000"/>
              <a:lumOff val="80000"/>
              <a:alpha val="41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122485F8-CCFE-D44F-ABE6-9A8AEFE93461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F77FBCE-36F4-FFD5-3D80-7729753705EA}"/>
              </a:ext>
            </a:extLst>
          </p:cNvPr>
          <p:cNvSpPr txBox="1"/>
          <p:nvPr/>
        </p:nvSpPr>
        <p:spPr>
          <a:xfrm>
            <a:off x="313435" y="421233"/>
            <a:ext cx="163830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Analysis – Capacity and Demand of ECHO Services</a:t>
            </a:r>
            <a:endParaRPr lang="en-US" sz="4000" b="1">
              <a:solidFill>
                <a:schemeClr val="accent3">
                  <a:lumMod val="60000"/>
                  <a:lumOff val="40000"/>
                </a:schemeClr>
              </a:solidFill>
              <a:latin typeface="Gentona ExtraBold" panose="00000900000000000000" pitchFamily="50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9B989A5-5E88-1F7F-06F4-B8DB9DE2F521}"/>
              </a:ext>
            </a:extLst>
          </p:cNvPr>
          <p:cNvGrpSpPr/>
          <p:nvPr/>
        </p:nvGrpSpPr>
        <p:grpSpPr>
          <a:xfrm>
            <a:off x="421302" y="1477479"/>
            <a:ext cx="10124889" cy="6597433"/>
            <a:chOff x="1833927" y="11835"/>
            <a:chExt cx="13417647" cy="8483900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A38C8D5-A706-77A5-5F15-371DA553DFB5}"/>
                </a:ext>
              </a:extLst>
            </p:cNvPr>
            <p:cNvSpPr txBox="1"/>
            <p:nvPr/>
          </p:nvSpPr>
          <p:spPr>
            <a:xfrm>
              <a:off x="1833927" y="7857257"/>
              <a:ext cx="1968501" cy="590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Mon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A58548E-D960-5ACB-0160-D661819A4D8F}"/>
                </a:ext>
              </a:extLst>
            </p:cNvPr>
            <p:cNvSpPr txBox="1"/>
            <p:nvPr/>
          </p:nvSpPr>
          <p:spPr>
            <a:xfrm>
              <a:off x="2513297" y="11835"/>
              <a:ext cx="9143997" cy="748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i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Loss of Sonographer to Weekend</a:t>
              </a:r>
              <a:endParaRPr lang="en-US" sz="3200" b="1">
                <a:solidFill>
                  <a:schemeClr val="bg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70C3362-4690-11F7-CE10-439DE66ECEC3}"/>
                </a:ext>
              </a:extLst>
            </p:cNvPr>
            <p:cNvSpPr txBox="1"/>
            <p:nvPr/>
          </p:nvSpPr>
          <p:spPr>
            <a:xfrm>
              <a:off x="3697109" y="7835458"/>
              <a:ext cx="1968501" cy="590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Tue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001FF86-AD12-67B0-F523-F8FE5FF8485F}"/>
                </a:ext>
              </a:extLst>
            </p:cNvPr>
            <p:cNvSpPr txBox="1"/>
            <p:nvPr/>
          </p:nvSpPr>
          <p:spPr>
            <a:xfrm>
              <a:off x="5331825" y="7898404"/>
              <a:ext cx="2621896" cy="590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Wed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034BEB3-80BA-AE2C-D7EE-0558BADE44EE}"/>
                </a:ext>
              </a:extLst>
            </p:cNvPr>
            <p:cNvSpPr txBox="1"/>
            <p:nvPr/>
          </p:nvSpPr>
          <p:spPr>
            <a:xfrm>
              <a:off x="7423474" y="7868835"/>
              <a:ext cx="1968501" cy="590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Thu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41475A3-F9AF-7002-02A9-85F5F3F33206}"/>
                </a:ext>
              </a:extLst>
            </p:cNvPr>
            <p:cNvSpPr txBox="1"/>
            <p:nvPr/>
          </p:nvSpPr>
          <p:spPr>
            <a:xfrm>
              <a:off x="9515123" y="7905040"/>
              <a:ext cx="1968501" cy="590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Fri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33C3EB9-3FEF-1256-C8BC-8BEA18071782}"/>
                </a:ext>
              </a:extLst>
            </p:cNvPr>
            <p:cNvSpPr txBox="1"/>
            <p:nvPr/>
          </p:nvSpPr>
          <p:spPr>
            <a:xfrm>
              <a:off x="11245847" y="7898403"/>
              <a:ext cx="1968501" cy="590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Sat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7E95BDD-771E-56E7-0A4B-393E0BCF796F}"/>
                </a:ext>
              </a:extLst>
            </p:cNvPr>
            <p:cNvSpPr txBox="1"/>
            <p:nvPr/>
          </p:nvSpPr>
          <p:spPr>
            <a:xfrm>
              <a:off x="12696676" y="7879873"/>
              <a:ext cx="1968501" cy="590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Sun</a:t>
              </a:r>
            </a:p>
          </p:txBody>
        </p:sp>
        <p:pic>
          <p:nvPicPr>
            <p:cNvPr id="69" name="图片 6" descr="技师">
              <a:extLst>
                <a:ext uri="{FF2B5EF4-FFF2-40B4-BE49-F238E27FC236}">
                  <a16:creationId xmlns:a16="http://schemas.microsoft.com/office/drawing/2014/main" id="{E5C4E2A4-BFC5-62CE-8916-21BD84A67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1050" y="6885007"/>
              <a:ext cx="723900" cy="723900"/>
            </a:xfrm>
            <a:prstGeom prst="rect">
              <a:avLst/>
            </a:prstGeom>
          </p:spPr>
        </p:pic>
        <p:pic>
          <p:nvPicPr>
            <p:cNvPr id="71" name="图片 6" descr="技师">
              <a:extLst>
                <a:ext uri="{FF2B5EF4-FFF2-40B4-BE49-F238E27FC236}">
                  <a16:creationId xmlns:a16="http://schemas.microsoft.com/office/drawing/2014/main" id="{B2C7B244-3CCE-A88B-6E5A-40623BA63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1050" y="6043090"/>
              <a:ext cx="723900" cy="723900"/>
            </a:xfrm>
            <a:prstGeom prst="rect">
              <a:avLst/>
            </a:prstGeom>
          </p:spPr>
        </p:pic>
        <p:pic>
          <p:nvPicPr>
            <p:cNvPr id="72" name="图片 6" descr="技师">
              <a:extLst>
                <a:ext uri="{FF2B5EF4-FFF2-40B4-BE49-F238E27FC236}">
                  <a16:creationId xmlns:a16="http://schemas.microsoft.com/office/drawing/2014/main" id="{B7AB62E2-4C79-A22A-16E4-82AB91E85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1050" y="5227463"/>
              <a:ext cx="723900" cy="723900"/>
            </a:xfrm>
            <a:prstGeom prst="rect">
              <a:avLst/>
            </a:prstGeom>
          </p:spPr>
        </p:pic>
        <p:pic>
          <p:nvPicPr>
            <p:cNvPr id="73" name="图片 6" descr="技师">
              <a:extLst>
                <a:ext uri="{FF2B5EF4-FFF2-40B4-BE49-F238E27FC236}">
                  <a16:creationId xmlns:a16="http://schemas.microsoft.com/office/drawing/2014/main" id="{4168388D-C98F-9E63-6D47-9767D31EB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1050" y="4319571"/>
              <a:ext cx="723900" cy="723900"/>
            </a:xfrm>
            <a:prstGeom prst="rect">
              <a:avLst/>
            </a:prstGeom>
          </p:spPr>
        </p:pic>
        <p:pic>
          <p:nvPicPr>
            <p:cNvPr id="74" name="图片 6" descr="技师">
              <a:extLst>
                <a:ext uri="{FF2B5EF4-FFF2-40B4-BE49-F238E27FC236}">
                  <a16:creationId xmlns:a16="http://schemas.microsoft.com/office/drawing/2014/main" id="{FF32E93F-291A-A5CA-2C87-2AD5788B7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1050" y="3460620"/>
              <a:ext cx="723900" cy="723900"/>
            </a:xfrm>
            <a:prstGeom prst="rect">
              <a:avLst/>
            </a:prstGeom>
          </p:spPr>
        </p:pic>
        <p:pic>
          <p:nvPicPr>
            <p:cNvPr id="85" name="图片 6" descr="技师">
              <a:extLst>
                <a:ext uri="{FF2B5EF4-FFF2-40B4-BE49-F238E27FC236}">
                  <a16:creationId xmlns:a16="http://schemas.microsoft.com/office/drawing/2014/main" id="{0591729D-BB8C-967E-4272-7E9338D36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81450" y="6886578"/>
              <a:ext cx="723900" cy="723900"/>
            </a:xfrm>
            <a:prstGeom prst="rect">
              <a:avLst/>
            </a:prstGeom>
          </p:spPr>
        </p:pic>
        <p:pic>
          <p:nvPicPr>
            <p:cNvPr id="86" name="图片 6" descr="技师">
              <a:extLst>
                <a:ext uri="{FF2B5EF4-FFF2-40B4-BE49-F238E27FC236}">
                  <a16:creationId xmlns:a16="http://schemas.microsoft.com/office/drawing/2014/main" id="{8642470B-9BDA-57A8-4E3B-294905712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81450" y="6044661"/>
              <a:ext cx="723900" cy="723900"/>
            </a:xfrm>
            <a:prstGeom prst="rect">
              <a:avLst/>
            </a:prstGeom>
          </p:spPr>
        </p:pic>
        <p:pic>
          <p:nvPicPr>
            <p:cNvPr id="87" name="图片 6" descr="技师">
              <a:extLst>
                <a:ext uri="{FF2B5EF4-FFF2-40B4-BE49-F238E27FC236}">
                  <a16:creationId xmlns:a16="http://schemas.microsoft.com/office/drawing/2014/main" id="{57ACD7AC-0AC0-77DB-DFC1-CC354C9E9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81450" y="5229034"/>
              <a:ext cx="723900" cy="723900"/>
            </a:xfrm>
            <a:prstGeom prst="rect">
              <a:avLst/>
            </a:prstGeom>
          </p:spPr>
        </p:pic>
        <p:pic>
          <p:nvPicPr>
            <p:cNvPr id="88" name="图片 6" descr="技师">
              <a:extLst>
                <a:ext uri="{FF2B5EF4-FFF2-40B4-BE49-F238E27FC236}">
                  <a16:creationId xmlns:a16="http://schemas.microsoft.com/office/drawing/2014/main" id="{85C6F807-E0CE-72F0-2D0E-5F5289266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81450" y="4321142"/>
              <a:ext cx="723900" cy="723900"/>
            </a:xfrm>
            <a:prstGeom prst="rect">
              <a:avLst/>
            </a:prstGeom>
          </p:spPr>
        </p:pic>
        <p:pic>
          <p:nvPicPr>
            <p:cNvPr id="89" name="图片 6" descr="技师">
              <a:extLst>
                <a:ext uri="{FF2B5EF4-FFF2-40B4-BE49-F238E27FC236}">
                  <a16:creationId xmlns:a16="http://schemas.microsoft.com/office/drawing/2014/main" id="{86D27E0D-4F55-5AB4-51A8-8FBE1AB0B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81450" y="3462191"/>
              <a:ext cx="723900" cy="723900"/>
            </a:xfrm>
            <a:prstGeom prst="rect">
              <a:avLst/>
            </a:prstGeom>
          </p:spPr>
        </p:pic>
        <p:pic>
          <p:nvPicPr>
            <p:cNvPr id="90" name="图片 6" descr="技师">
              <a:extLst>
                <a:ext uri="{FF2B5EF4-FFF2-40B4-BE49-F238E27FC236}">
                  <a16:creationId xmlns:a16="http://schemas.microsoft.com/office/drawing/2014/main" id="{119C4EB7-36C6-72D9-9653-0D880C96C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0214" y="6961958"/>
              <a:ext cx="794899" cy="794899"/>
            </a:xfrm>
            <a:prstGeom prst="rect">
              <a:avLst/>
            </a:prstGeom>
          </p:spPr>
        </p:pic>
        <p:pic>
          <p:nvPicPr>
            <p:cNvPr id="91" name="图片 6" descr="技师">
              <a:extLst>
                <a:ext uri="{FF2B5EF4-FFF2-40B4-BE49-F238E27FC236}">
                  <a16:creationId xmlns:a16="http://schemas.microsoft.com/office/drawing/2014/main" id="{1AB89C46-B9AE-C6F9-4A29-F0D9EADA9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0214" y="6120041"/>
              <a:ext cx="794899" cy="794899"/>
            </a:xfrm>
            <a:prstGeom prst="rect">
              <a:avLst/>
            </a:prstGeom>
          </p:spPr>
        </p:pic>
        <p:pic>
          <p:nvPicPr>
            <p:cNvPr id="92" name="图片 6" descr="技师">
              <a:extLst>
                <a:ext uri="{FF2B5EF4-FFF2-40B4-BE49-F238E27FC236}">
                  <a16:creationId xmlns:a16="http://schemas.microsoft.com/office/drawing/2014/main" id="{D5097E9C-92CF-A0B4-BA56-E803BF47B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0214" y="5304413"/>
              <a:ext cx="794899" cy="794899"/>
            </a:xfrm>
            <a:prstGeom prst="rect">
              <a:avLst/>
            </a:prstGeom>
          </p:spPr>
        </p:pic>
        <p:pic>
          <p:nvPicPr>
            <p:cNvPr id="93" name="图片 6" descr="技师">
              <a:extLst>
                <a:ext uri="{FF2B5EF4-FFF2-40B4-BE49-F238E27FC236}">
                  <a16:creationId xmlns:a16="http://schemas.microsoft.com/office/drawing/2014/main" id="{7146EEE9-AB0F-4785-037F-40A2CFF83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0214" y="4396521"/>
              <a:ext cx="794899" cy="794899"/>
            </a:xfrm>
            <a:prstGeom prst="rect">
              <a:avLst/>
            </a:prstGeom>
          </p:spPr>
        </p:pic>
        <p:pic>
          <p:nvPicPr>
            <p:cNvPr id="94" name="图片 6" descr="技师">
              <a:extLst>
                <a:ext uri="{FF2B5EF4-FFF2-40B4-BE49-F238E27FC236}">
                  <a16:creationId xmlns:a16="http://schemas.microsoft.com/office/drawing/2014/main" id="{E315437A-A46A-0ACB-6EF9-7B6AD97BB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62813" y="7049274"/>
              <a:ext cx="723900" cy="723900"/>
            </a:xfrm>
            <a:prstGeom prst="rect">
              <a:avLst/>
            </a:prstGeom>
          </p:spPr>
        </p:pic>
        <p:pic>
          <p:nvPicPr>
            <p:cNvPr id="95" name="图片 6" descr="技师">
              <a:extLst>
                <a:ext uri="{FF2B5EF4-FFF2-40B4-BE49-F238E27FC236}">
                  <a16:creationId xmlns:a16="http://schemas.microsoft.com/office/drawing/2014/main" id="{B2849F6E-8165-2EE6-693B-B25938598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09176" y="6970798"/>
              <a:ext cx="723900" cy="723900"/>
            </a:xfrm>
            <a:prstGeom prst="rect">
              <a:avLst/>
            </a:prstGeom>
          </p:spPr>
        </p:pic>
        <p:pic>
          <p:nvPicPr>
            <p:cNvPr id="96" name="图片 6" descr="技师">
              <a:extLst>
                <a:ext uri="{FF2B5EF4-FFF2-40B4-BE49-F238E27FC236}">
                  <a16:creationId xmlns:a16="http://schemas.microsoft.com/office/drawing/2014/main" id="{3A94DA48-20D5-A4C3-3800-0AB42AB70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09176" y="6128881"/>
              <a:ext cx="723900" cy="723900"/>
            </a:xfrm>
            <a:prstGeom prst="rect">
              <a:avLst/>
            </a:prstGeom>
          </p:spPr>
        </p:pic>
        <p:pic>
          <p:nvPicPr>
            <p:cNvPr id="97" name="图片 6" descr="技师">
              <a:extLst>
                <a:ext uri="{FF2B5EF4-FFF2-40B4-BE49-F238E27FC236}">
                  <a16:creationId xmlns:a16="http://schemas.microsoft.com/office/drawing/2014/main" id="{183806F9-86F1-E320-DE04-580EC33FB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09176" y="5313254"/>
              <a:ext cx="723900" cy="723900"/>
            </a:xfrm>
            <a:prstGeom prst="rect">
              <a:avLst/>
            </a:prstGeom>
          </p:spPr>
        </p:pic>
        <p:pic>
          <p:nvPicPr>
            <p:cNvPr id="98" name="图片 6" descr="技师">
              <a:extLst>
                <a:ext uri="{FF2B5EF4-FFF2-40B4-BE49-F238E27FC236}">
                  <a16:creationId xmlns:a16="http://schemas.microsoft.com/office/drawing/2014/main" id="{A5D03097-77BB-91F4-BBB8-6EC7FB78B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09176" y="4405361"/>
              <a:ext cx="723900" cy="723900"/>
            </a:xfrm>
            <a:prstGeom prst="rect">
              <a:avLst/>
            </a:prstGeom>
          </p:spPr>
        </p:pic>
        <p:pic>
          <p:nvPicPr>
            <p:cNvPr id="99" name="图片 6" descr="技师">
              <a:extLst>
                <a:ext uri="{FF2B5EF4-FFF2-40B4-BE49-F238E27FC236}">
                  <a16:creationId xmlns:a16="http://schemas.microsoft.com/office/drawing/2014/main" id="{4B58B3EC-0D7E-4749-7651-55087BAD9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09176" y="3546412"/>
              <a:ext cx="723900" cy="723900"/>
            </a:xfrm>
            <a:prstGeom prst="rect">
              <a:avLst/>
            </a:prstGeom>
          </p:spPr>
        </p:pic>
        <p:pic>
          <p:nvPicPr>
            <p:cNvPr id="100" name="图片 6" descr="技师">
              <a:extLst>
                <a:ext uri="{FF2B5EF4-FFF2-40B4-BE49-F238E27FC236}">
                  <a16:creationId xmlns:a16="http://schemas.microsoft.com/office/drawing/2014/main" id="{A2B31BD8-F761-C534-7F62-24A3A6540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49371" y="7040696"/>
              <a:ext cx="723900" cy="723900"/>
            </a:xfrm>
            <a:prstGeom prst="rect">
              <a:avLst/>
            </a:prstGeom>
          </p:spPr>
        </p:pic>
        <p:pic>
          <p:nvPicPr>
            <p:cNvPr id="101" name="图片 6" descr="技师">
              <a:extLst>
                <a:ext uri="{FF2B5EF4-FFF2-40B4-BE49-F238E27FC236}">
                  <a16:creationId xmlns:a16="http://schemas.microsoft.com/office/drawing/2014/main" id="{07789CD8-EC9D-55C5-CFDD-4B8F31AA7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49371" y="6198780"/>
              <a:ext cx="723900" cy="723900"/>
            </a:xfrm>
            <a:prstGeom prst="rect">
              <a:avLst/>
            </a:prstGeom>
          </p:spPr>
        </p:pic>
        <p:pic>
          <p:nvPicPr>
            <p:cNvPr id="102" name="图片 6" descr="技师">
              <a:extLst>
                <a:ext uri="{FF2B5EF4-FFF2-40B4-BE49-F238E27FC236}">
                  <a16:creationId xmlns:a16="http://schemas.microsoft.com/office/drawing/2014/main" id="{F8E66A86-4774-D1FD-A34B-4EE29BC9F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49371" y="5383152"/>
              <a:ext cx="723900" cy="723900"/>
            </a:xfrm>
            <a:prstGeom prst="rect">
              <a:avLst/>
            </a:prstGeom>
          </p:spPr>
        </p:pic>
        <p:pic>
          <p:nvPicPr>
            <p:cNvPr id="103" name="图片 6" descr="技师">
              <a:extLst>
                <a:ext uri="{FF2B5EF4-FFF2-40B4-BE49-F238E27FC236}">
                  <a16:creationId xmlns:a16="http://schemas.microsoft.com/office/drawing/2014/main" id="{2FA1055F-F987-612E-CE37-31EE7C4B6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49371" y="4475261"/>
              <a:ext cx="723900" cy="723900"/>
            </a:xfrm>
            <a:prstGeom prst="rect">
              <a:avLst/>
            </a:prstGeom>
          </p:spPr>
        </p:pic>
        <p:pic>
          <p:nvPicPr>
            <p:cNvPr id="104" name="图片 6" descr="技师">
              <a:extLst>
                <a:ext uri="{FF2B5EF4-FFF2-40B4-BE49-F238E27FC236}">
                  <a16:creationId xmlns:a16="http://schemas.microsoft.com/office/drawing/2014/main" id="{A0949650-B9F6-75B6-E282-4A25C51ED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49371" y="3616310"/>
              <a:ext cx="723900" cy="723900"/>
            </a:xfrm>
            <a:prstGeom prst="rect">
              <a:avLst/>
            </a:prstGeom>
          </p:spPr>
        </p:pic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8EEE2ED-E44A-3A8B-42B2-019665D5A615}"/>
                </a:ext>
              </a:extLst>
            </p:cNvPr>
            <p:cNvSpPr/>
            <p:nvPr/>
          </p:nvSpPr>
          <p:spPr>
            <a:xfrm>
              <a:off x="5608692" y="3267652"/>
              <a:ext cx="1075620" cy="979548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Connector: Curved 108">
              <a:extLst>
                <a:ext uri="{FF2B5EF4-FFF2-40B4-BE49-F238E27FC236}">
                  <a16:creationId xmlns:a16="http://schemas.microsoft.com/office/drawing/2014/main" id="{EE65C5E9-EFC1-C454-5EC3-93B04206BAF3}"/>
                </a:ext>
              </a:extLst>
            </p:cNvPr>
            <p:cNvCxnSpPr>
              <a:cxnSpLocks/>
              <a:stCxn id="105" idx="0"/>
              <a:endCxn id="94" idx="0"/>
            </p:cNvCxnSpPr>
            <p:nvPr/>
          </p:nvCxnSpPr>
          <p:spPr>
            <a:xfrm rot="16200000" flipH="1">
              <a:off x="6994822" y="2419333"/>
              <a:ext cx="3781622" cy="5478260"/>
            </a:xfrm>
            <a:prstGeom prst="curvedConnector3">
              <a:avLst>
                <a:gd name="adj1" fmla="val -7735"/>
              </a:avLst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Left Brace 109">
              <a:extLst>
                <a:ext uri="{FF2B5EF4-FFF2-40B4-BE49-F238E27FC236}">
                  <a16:creationId xmlns:a16="http://schemas.microsoft.com/office/drawing/2014/main" id="{2F638C20-2374-35A3-BB84-7FD3FFB18E28}"/>
                </a:ext>
              </a:extLst>
            </p:cNvPr>
            <p:cNvSpPr/>
            <p:nvPr/>
          </p:nvSpPr>
          <p:spPr>
            <a:xfrm rot="5400000">
              <a:off x="6030149" y="-986918"/>
              <a:ext cx="830202" cy="8085139"/>
            </a:xfrm>
            <a:prstGeom prst="leftBrac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E66066A-64A2-49DF-DD81-E3FA0E741DEB}"/>
                </a:ext>
              </a:extLst>
            </p:cNvPr>
            <p:cNvSpPr txBox="1"/>
            <p:nvPr/>
          </p:nvSpPr>
          <p:spPr>
            <a:xfrm>
              <a:off x="5353050" y="2049090"/>
              <a:ext cx="3464491" cy="590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</a:rPr>
                <a:t>5 techs per day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046B270-D1E1-3320-0C03-E13E51FB9B38}"/>
                </a:ext>
              </a:extLst>
            </p:cNvPr>
            <p:cNvSpPr txBox="1"/>
            <p:nvPr/>
          </p:nvSpPr>
          <p:spPr>
            <a:xfrm>
              <a:off x="10877546" y="2144224"/>
              <a:ext cx="2705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</a:rPr>
                <a:t>1 tech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1EF835D-4D62-CB5F-C3B8-227A9C38AB9F}"/>
                </a:ext>
              </a:extLst>
            </p:cNvPr>
            <p:cNvSpPr txBox="1"/>
            <p:nvPr/>
          </p:nvSpPr>
          <p:spPr>
            <a:xfrm>
              <a:off x="12546473" y="2175138"/>
              <a:ext cx="2705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</a:rPr>
                <a:t>0 tech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800B113C-4480-0336-7DDA-64BA13FA455A}"/>
              </a:ext>
            </a:extLst>
          </p:cNvPr>
          <p:cNvSpPr txBox="1"/>
          <p:nvPr/>
        </p:nvSpPr>
        <p:spPr>
          <a:xfrm>
            <a:off x="10601981" y="1483483"/>
            <a:ext cx="67520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US" altLang="zh-CN" sz="3200" b="1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ifferent </a:t>
            </a:r>
            <a:r>
              <a:rPr lang="en-US" sz="3200" b="1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Weekend Efficiency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116" name="Google Shape;1202;p28">
            <a:extLst>
              <a:ext uri="{FF2B5EF4-FFF2-40B4-BE49-F238E27FC236}">
                <a16:creationId xmlns:a16="http://schemas.microsoft.com/office/drawing/2014/main" id="{98C7CED7-CF0F-0401-CFF5-BD553DB1AC54}"/>
              </a:ext>
            </a:extLst>
          </p:cNvPr>
          <p:cNvSpPr/>
          <p:nvPr/>
        </p:nvSpPr>
        <p:spPr>
          <a:xfrm>
            <a:off x="11947570" y="2104609"/>
            <a:ext cx="5134643" cy="6392072"/>
          </a:xfrm>
          <a:custGeom>
            <a:avLst/>
            <a:gdLst/>
            <a:ahLst/>
            <a:cxnLst/>
            <a:rect l="l" t="t" r="r" b="b"/>
            <a:pathLst>
              <a:path w="21595" h="21585" extrusionOk="0">
                <a:moveTo>
                  <a:pt x="18075" y="3"/>
                </a:moveTo>
                <a:lnTo>
                  <a:pt x="814" y="16"/>
                </a:lnTo>
                <a:cubicBezTo>
                  <a:pt x="694" y="16"/>
                  <a:pt x="599" y="16"/>
                  <a:pt x="521" y="22"/>
                </a:cubicBezTo>
                <a:cubicBezTo>
                  <a:pt x="444" y="27"/>
                  <a:pt x="384" y="38"/>
                  <a:pt x="336" y="60"/>
                </a:cubicBezTo>
                <a:cubicBezTo>
                  <a:pt x="267" y="87"/>
                  <a:pt x="206" y="131"/>
                  <a:pt x="155" y="187"/>
                </a:cubicBezTo>
                <a:cubicBezTo>
                  <a:pt x="104" y="244"/>
                  <a:pt x="65" y="311"/>
                  <a:pt x="39" y="387"/>
                </a:cubicBezTo>
                <a:cubicBezTo>
                  <a:pt x="20" y="439"/>
                  <a:pt x="10" y="505"/>
                  <a:pt x="5" y="590"/>
                </a:cubicBezTo>
                <a:cubicBezTo>
                  <a:pt x="0" y="676"/>
                  <a:pt x="0" y="781"/>
                  <a:pt x="0" y="913"/>
                </a:cubicBezTo>
                <a:lnTo>
                  <a:pt x="0" y="20674"/>
                </a:lnTo>
                <a:cubicBezTo>
                  <a:pt x="0" y="20806"/>
                  <a:pt x="0" y="20911"/>
                  <a:pt x="5" y="20996"/>
                </a:cubicBezTo>
                <a:cubicBezTo>
                  <a:pt x="10" y="21082"/>
                  <a:pt x="20" y="21148"/>
                  <a:pt x="39" y="21200"/>
                </a:cubicBezTo>
                <a:cubicBezTo>
                  <a:pt x="65" y="21276"/>
                  <a:pt x="104" y="21343"/>
                  <a:pt x="155" y="21399"/>
                </a:cubicBezTo>
                <a:cubicBezTo>
                  <a:pt x="206" y="21454"/>
                  <a:pt x="267" y="21497"/>
                  <a:pt x="336" y="21525"/>
                </a:cubicBezTo>
                <a:cubicBezTo>
                  <a:pt x="384" y="21547"/>
                  <a:pt x="444" y="21558"/>
                  <a:pt x="521" y="21564"/>
                </a:cubicBezTo>
                <a:cubicBezTo>
                  <a:pt x="599" y="21570"/>
                  <a:pt x="694" y="21570"/>
                  <a:pt x="814" y="21570"/>
                </a:cubicBezTo>
                <a:lnTo>
                  <a:pt x="18059" y="21584"/>
                </a:lnTo>
                <a:cubicBezTo>
                  <a:pt x="18206" y="21590"/>
                  <a:pt x="18352" y="21545"/>
                  <a:pt x="18475" y="21454"/>
                </a:cubicBezTo>
                <a:cubicBezTo>
                  <a:pt x="18582" y="21375"/>
                  <a:pt x="18665" y="21264"/>
                  <a:pt x="18718" y="21135"/>
                </a:cubicBezTo>
                <a:lnTo>
                  <a:pt x="21528" y="11298"/>
                </a:lnTo>
                <a:cubicBezTo>
                  <a:pt x="21566" y="11154"/>
                  <a:pt x="21588" y="11006"/>
                  <a:pt x="21594" y="10856"/>
                </a:cubicBezTo>
                <a:cubicBezTo>
                  <a:pt x="21600" y="10702"/>
                  <a:pt x="21589" y="10548"/>
                  <a:pt x="21560" y="10398"/>
                </a:cubicBezTo>
                <a:lnTo>
                  <a:pt x="18734" y="463"/>
                </a:lnTo>
                <a:cubicBezTo>
                  <a:pt x="18684" y="314"/>
                  <a:pt x="18589" y="188"/>
                  <a:pt x="18466" y="105"/>
                </a:cubicBezTo>
                <a:cubicBezTo>
                  <a:pt x="18349" y="26"/>
                  <a:pt x="18212" y="-10"/>
                  <a:pt x="18075" y="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22867" tIns="22867" rIns="22867" bIns="22867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Tx/>
              <a:buNone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HONOR Sans CN" panose="05000200000000000000" charset="-122"/>
              <a:ea typeface="HONOR Sans CN" panose="05000200000000000000" charset="-122"/>
              <a:cs typeface="HONOR Sans CN" panose="05000200000000000000" charset="-122"/>
              <a:sym typeface="HONOR Sans CN" panose="05000200000000000000" charset="-122"/>
            </a:endParaRPr>
          </a:p>
        </p:txBody>
      </p:sp>
      <p:grpSp>
        <p:nvGrpSpPr>
          <p:cNvPr id="117" name="组合 544">
            <a:extLst>
              <a:ext uri="{FF2B5EF4-FFF2-40B4-BE49-F238E27FC236}">
                <a16:creationId xmlns:a16="http://schemas.microsoft.com/office/drawing/2014/main" id="{9E1DB96C-8934-4CAB-158A-B9DF33A4C1EA}"/>
              </a:ext>
            </a:extLst>
          </p:cNvPr>
          <p:cNvGrpSpPr/>
          <p:nvPr/>
        </p:nvGrpSpPr>
        <p:grpSpPr>
          <a:xfrm>
            <a:off x="12412414" y="2606601"/>
            <a:ext cx="3740994" cy="5549533"/>
            <a:chOff x="1667673" y="459315"/>
            <a:chExt cx="2299456" cy="1756964"/>
          </a:xfrm>
        </p:grpSpPr>
        <p:sp>
          <p:nvSpPr>
            <p:cNvPr id="118" name="Google Shape;1219;p28">
              <a:extLst>
                <a:ext uri="{FF2B5EF4-FFF2-40B4-BE49-F238E27FC236}">
                  <a16:creationId xmlns:a16="http://schemas.microsoft.com/office/drawing/2014/main" id="{98E30173-AE3C-356E-2B9A-485D10A11199}"/>
                </a:ext>
              </a:extLst>
            </p:cNvPr>
            <p:cNvSpPr/>
            <p:nvPr/>
          </p:nvSpPr>
          <p:spPr>
            <a:xfrm>
              <a:off x="1667674" y="459315"/>
              <a:ext cx="2299455" cy="793383"/>
            </a:xfrm>
            <a:prstGeom prst="roundRect">
              <a:avLst>
                <a:gd name="adj" fmla="val 6778"/>
              </a:avLst>
            </a:prstGeom>
            <a:solidFill>
              <a:schemeClr val="bg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Tx/>
                <a:buNone/>
                <a:defRPr/>
              </a:pP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HONOR Sans CN" panose="05000200000000000000" charset="-122"/>
                <a:sym typeface="HONOR Sans CN" panose="05000200000000000000" charset="-122"/>
              </a:endParaRPr>
            </a:p>
          </p:txBody>
        </p:sp>
        <p:sp>
          <p:nvSpPr>
            <p:cNvPr id="119" name="Google Shape;1220;p28">
              <a:extLst>
                <a:ext uri="{FF2B5EF4-FFF2-40B4-BE49-F238E27FC236}">
                  <a16:creationId xmlns:a16="http://schemas.microsoft.com/office/drawing/2014/main" id="{DB7430F9-4505-A26B-4F5E-7E63D19C9A05}"/>
                </a:ext>
              </a:extLst>
            </p:cNvPr>
            <p:cNvSpPr/>
            <p:nvPr/>
          </p:nvSpPr>
          <p:spPr>
            <a:xfrm>
              <a:off x="1667673" y="1350685"/>
              <a:ext cx="2299455" cy="865594"/>
            </a:xfrm>
            <a:prstGeom prst="roundRect">
              <a:avLst>
                <a:gd name="adj" fmla="val 6778"/>
              </a:avLst>
            </a:prstGeom>
            <a:solidFill>
              <a:schemeClr val="bg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Tx/>
                <a:buNone/>
                <a:defRPr/>
              </a:pP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HONOR Sans CN" panose="05000200000000000000" charset="-122"/>
                <a:sym typeface="HONOR Sans CN" panose="05000200000000000000" charset="-122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66B94713-48A1-FE94-F686-852D95FAF22C}"/>
              </a:ext>
            </a:extLst>
          </p:cNvPr>
          <p:cNvSpPr txBox="1"/>
          <p:nvPr/>
        </p:nvSpPr>
        <p:spPr>
          <a:xfrm>
            <a:off x="1596472" y="8760117"/>
            <a:ext cx="14097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</a:rPr>
              <a:t>ECHO workflow has reached </a:t>
            </a:r>
            <a:r>
              <a:rPr lang="en-US" sz="2800" b="1">
                <a:solidFill>
                  <a:schemeClr val="accent2"/>
                </a:solidFill>
              </a:rPr>
              <a:t>max operational efficiency</a:t>
            </a:r>
            <a:r>
              <a:rPr lang="en-US" sz="2800" b="1">
                <a:solidFill>
                  <a:schemeClr val="bg1"/>
                </a:solidFill>
              </a:rPr>
              <a:t>, but workflow remains </a:t>
            </a:r>
            <a:r>
              <a:rPr lang="en-US" sz="2800" b="1">
                <a:solidFill>
                  <a:schemeClr val="accent2"/>
                </a:solidFill>
              </a:rPr>
              <a:t>heavy</a:t>
            </a:r>
            <a:r>
              <a:rPr lang="en-US" sz="2800" b="1"/>
              <a:t> </a:t>
            </a:r>
            <a:r>
              <a:rPr lang="en-US" sz="2800" b="1">
                <a:solidFill>
                  <a:schemeClr val="bg1"/>
                </a:solidFill>
              </a:rPr>
              <a:t>for one sonographer on Sat and none for Sun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B623BA1-E0ED-1BE3-6AA5-A7C79D9072B4}"/>
              </a:ext>
            </a:extLst>
          </p:cNvPr>
          <p:cNvSpPr txBox="1"/>
          <p:nvPr/>
        </p:nvSpPr>
        <p:spPr>
          <a:xfrm>
            <a:off x="9716570" y="3419249"/>
            <a:ext cx="1801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altLang="zh-CN" sz="2800" b="1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eekday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293EC09-E4BE-773F-0543-FA385FA755EF}"/>
              </a:ext>
            </a:extLst>
          </p:cNvPr>
          <p:cNvSpPr txBox="1"/>
          <p:nvPr/>
        </p:nvSpPr>
        <p:spPr>
          <a:xfrm>
            <a:off x="9730225" y="6610922"/>
            <a:ext cx="1801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altLang="zh-CN" sz="2800" b="1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eekend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124" name="加号 15">
            <a:extLst>
              <a:ext uri="{FF2B5EF4-FFF2-40B4-BE49-F238E27FC236}">
                <a16:creationId xmlns:a16="http://schemas.microsoft.com/office/drawing/2014/main" id="{0DF9583E-9DDA-08BB-955C-888658B105DE}"/>
              </a:ext>
            </a:extLst>
          </p:cNvPr>
          <p:cNvSpPr/>
          <p:nvPr/>
        </p:nvSpPr>
        <p:spPr>
          <a:xfrm>
            <a:off x="8302432" y="1262039"/>
            <a:ext cx="1071360" cy="1012721"/>
          </a:xfrm>
          <a:prstGeom prst="mathPlu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C6289F2-18C2-FEC5-4D7B-67ED85B0EFD0}"/>
              </a:ext>
            </a:extLst>
          </p:cNvPr>
          <p:cNvSpPr txBox="1"/>
          <p:nvPr/>
        </p:nvSpPr>
        <p:spPr>
          <a:xfrm>
            <a:off x="12503087" y="2936535"/>
            <a:ext cx="33509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Due to competing</a:t>
            </a:r>
            <a:r>
              <a:rPr lang="en-US" sz="28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/>
              <a:t>testing modalities, about </a:t>
            </a:r>
            <a:r>
              <a:rPr lang="en-US" sz="2800" b="1">
                <a:solidFill>
                  <a:schemeClr val="accent2"/>
                </a:solidFill>
              </a:rPr>
              <a:t>6-7 orders </a:t>
            </a:r>
            <a:r>
              <a:rPr lang="en-US" sz="2800"/>
              <a:t>are completed per day.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1E88C-2A5E-C658-872C-A9CD33663A65}"/>
              </a:ext>
            </a:extLst>
          </p:cNvPr>
          <p:cNvSpPr txBox="1"/>
          <p:nvPr/>
        </p:nvSpPr>
        <p:spPr>
          <a:xfrm>
            <a:off x="12566247" y="5697232"/>
            <a:ext cx="33509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Due to limited availability of other testing modalities, about </a:t>
            </a:r>
            <a:r>
              <a:rPr lang="en-US" sz="2800" b="1">
                <a:solidFill>
                  <a:schemeClr val="accent1"/>
                </a:solidFill>
              </a:rPr>
              <a:t>8 orders </a:t>
            </a:r>
            <a:r>
              <a:rPr lang="en-US" sz="2800"/>
              <a:t>are completed on Sat.</a:t>
            </a:r>
          </a:p>
        </p:txBody>
      </p:sp>
    </p:spTree>
    <p:extLst>
      <p:ext uri="{BB962C8B-B14F-4D97-AF65-F5344CB8AC3E}">
        <p14:creationId xmlns:p14="http://schemas.microsoft.com/office/powerpoint/2010/main" val="973213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9E1D1-BFB7-B722-DD82-C4701C58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BA093C38-66CB-54F8-CF5C-2D340F3AC49E}"/>
              </a:ext>
            </a:extLst>
          </p:cNvPr>
          <p:cNvSpPr/>
          <p:nvPr/>
        </p:nvSpPr>
        <p:spPr>
          <a:xfrm>
            <a:off x="5757050" y="2303936"/>
            <a:ext cx="9177132" cy="6317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8085C3E4-CB59-9DB2-B482-8E421E83BB71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AFEFA76-1D57-7883-4711-C71C445B6A87}"/>
              </a:ext>
            </a:extLst>
          </p:cNvPr>
          <p:cNvSpPr txBox="1"/>
          <p:nvPr/>
        </p:nvSpPr>
        <p:spPr>
          <a:xfrm>
            <a:off x="453710" y="441785"/>
            <a:ext cx="163830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Analysis – Ordering &amp; Scheduling of ECHO Service</a:t>
            </a:r>
            <a:endParaRPr lang="en-US" sz="4000" b="1">
              <a:solidFill>
                <a:schemeClr val="accent3">
                  <a:lumMod val="60000"/>
                  <a:lumOff val="40000"/>
                </a:schemeClr>
              </a:solidFill>
              <a:latin typeface="Gentona ExtraBold" panose="00000900000000000000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0CD61A-B57D-6D20-F35F-D295C352F8D9}"/>
              </a:ext>
            </a:extLst>
          </p:cNvPr>
          <p:cNvSpPr txBox="1"/>
          <p:nvPr/>
        </p:nvSpPr>
        <p:spPr>
          <a:xfrm>
            <a:off x="1500209" y="2745898"/>
            <a:ext cx="2312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</a:rPr>
              <a:t>STAT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D03C24-45A6-5084-BCD9-CF5941DA8212}"/>
              </a:ext>
            </a:extLst>
          </p:cNvPr>
          <p:cNvSpPr txBox="1"/>
          <p:nvPr/>
        </p:nvSpPr>
        <p:spPr>
          <a:xfrm>
            <a:off x="1482645" y="7162680"/>
            <a:ext cx="2312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</a:rPr>
              <a:t>D</a:t>
            </a:r>
            <a:r>
              <a:rPr lang="en-US" altLang="zh-CN" sz="3600" b="1">
                <a:solidFill>
                  <a:schemeClr val="bg1"/>
                </a:solidFill>
              </a:rPr>
              <a:t>ischarge</a:t>
            </a:r>
            <a:endParaRPr lang="en-US" sz="3600" b="1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3ACEE1-61EB-21A5-A347-D94729D71452}"/>
              </a:ext>
            </a:extLst>
          </p:cNvPr>
          <p:cNvSpPr txBox="1"/>
          <p:nvPr/>
        </p:nvSpPr>
        <p:spPr>
          <a:xfrm>
            <a:off x="1408430" y="5037787"/>
            <a:ext cx="2312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</a:rPr>
              <a:t>Urgent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E3F621DC-B733-A08C-2CCB-1DC7CED29CF7}"/>
              </a:ext>
            </a:extLst>
          </p:cNvPr>
          <p:cNvSpPr/>
          <p:nvPr/>
        </p:nvSpPr>
        <p:spPr>
          <a:xfrm rot="10800000">
            <a:off x="3923212" y="3060215"/>
            <a:ext cx="558666" cy="4565766"/>
          </a:xfrm>
          <a:prstGeom prst="leftBrace">
            <a:avLst/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6">
            <a:extLst>
              <a:ext uri="{FF2B5EF4-FFF2-40B4-BE49-F238E27FC236}">
                <a16:creationId xmlns:a16="http://schemas.microsoft.com/office/drawing/2014/main" id="{FB94F55C-C37A-FD48-79B2-173477F3BEB2}"/>
              </a:ext>
            </a:extLst>
          </p:cNvPr>
          <p:cNvSpPr/>
          <p:nvPr/>
        </p:nvSpPr>
        <p:spPr>
          <a:xfrm>
            <a:off x="875319" y="1801498"/>
            <a:ext cx="3527470" cy="591784"/>
          </a:xfrm>
          <a:prstGeom prst="rect">
            <a:avLst/>
          </a:prstGeom>
          <a:gradFill flip="none" rotWithShape="1">
            <a:gsLst>
              <a:gs pos="0">
                <a:srgbClr val="003996"/>
              </a:gs>
              <a:gs pos="10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FAADCA-4C41-6D3A-53C2-CB95E2E242F0}"/>
              </a:ext>
            </a:extLst>
          </p:cNvPr>
          <p:cNvSpPr txBox="1"/>
          <p:nvPr/>
        </p:nvSpPr>
        <p:spPr>
          <a:xfrm>
            <a:off x="875318" y="1768487"/>
            <a:ext cx="674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Order Priority Name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776FFC-5040-0098-3F3F-1832B5EDF2F5}"/>
              </a:ext>
            </a:extLst>
          </p:cNvPr>
          <p:cNvSpPr txBox="1"/>
          <p:nvPr/>
        </p:nvSpPr>
        <p:spPr>
          <a:xfrm>
            <a:off x="5948893" y="2985093"/>
            <a:ext cx="87934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/>
              <a:t>Large quantity: </a:t>
            </a:r>
          </a:p>
          <a:p>
            <a:pPr algn="ctr"/>
            <a:r>
              <a:rPr lang="en-US" sz="3600"/>
              <a:t>Many non-urgent tests are being marked as </a:t>
            </a:r>
            <a:r>
              <a:rPr lang="en-US" sz="3600" b="1">
                <a:solidFill>
                  <a:schemeClr val="accent2"/>
                </a:solidFill>
              </a:rPr>
              <a:t>STAT</a:t>
            </a:r>
            <a:r>
              <a:rPr lang="en-US" sz="3600"/>
              <a:t>.</a:t>
            </a:r>
          </a:p>
          <a:p>
            <a:pPr algn="ctr"/>
            <a:r>
              <a:rPr lang="en-US" sz="3600" b="1"/>
              <a:t>Process interruption:</a:t>
            </a:r>
          </a:p>
          <a:p>
            <a:pPr algn="ctr"/>
            <a:r>
              <a:rPr lang="en-US" sz="3600"/>
              <a:t>The </a:t>
            </a:r>
            <a:r>
              <a:rPr lang="en-US" sz="3600" b="1">
                <a:solidFill>
                  <a:schemeClr val="accent2"/>
                </a:solidFill>
              </a:rPr>
              <a:t>abuse</a:t>
            </a:r>
            <a:r>
              <a:rPr lang="en-US" sz="3600">
                <a:solidFill>
                  <a:schemeClr val="accent2"/>
                </a:solidFill>
              </a:rPr>
              <a:t> </a:t>
            </a:r>
            <a:r>
              <a:rPr lang="en-US" sz="3600"/>
              <a:t>of STAT prioritization in orders creates a misalignment between scheduling and procedure execution.</a:t>
            </a:r>
          </a:p>
        </p:txBody>
      </p:sp>
      <p:sp>
        <p:nvSpPr>
          <p:cNvPr id="35" name="任意形状 96">
            <a:extLst>
              <a:ext uri="{FF2B5EF4-FFF2-40B4-BE49-F238E27FC236}">
                <a16:creationId xmlns:a16="http://schemas.microsoft.com/office/drawing/2014/main" id="{75A5D4F0-3589-1052-8AAF-81BD997E6127}"/>
              </a:ext>
            </a:extLst>
          </p:cNvPr>
          <p:cNvSpPr/>
          <p:nvPr/>
        </p:nvSpPr>
        <p:spPr>
          <a:xfrm rot="5400000">
            <a:off x="4917231" y="4959140"/>
            <a:ext cx="669925" cy="692150"/>
          </a:xfrm>
          <a:custGeom>
            <a:avLst/>
            <a:gdLst>
              <a:gd name="connsiteX0" fmla="*/ 7381 w 699656"/>
              <a:gd name="connsiteY0" fmla="*/ 722591 h 722591"/>
              <a:gd name="connsiteX1" fmla="*/ 353519 w 699656"/>
              <a:gd name="connsiteY1" fmla="*/ 301056 h 722591"/>
              <a:gd name="connsiteX2" fmla="*/ 699656 w 699656"/>
              <a:gd name="connsiteY2" fmla="*/ 722591 h 722591"/>
              <a:gd name="connsiteX3" fmla="*/ 528936 w 699656"/>
              <a:gd name="connsiteY3" fmla="*/ 722591 h 722591"/>
              <a:gd name="connsiteX4" fmla="*/ 355867 w 699656"/>
              <a:gd name="connsiteY4" fmla="*/ 511823 h 722591"/>
              <a:gd name="connsiteX5" fmla="*/ 182798 w 699656"/>
              <a:gd name="connsiteY5" fmla="*/ 722591 h 722591"/>
              <a:gd name="connsiteX6" fmla="*/ 0 w 699656"/>
              <a:gd name="connsiteY6" fmla="*/ 421535 h 722591"/>
              <a:gd name="connsiteX7" fmla="*/ 346138 w 699656"/>
              <a:gd name="connsiteY7" fmla="*/ 0 h 722591"/>
              <a:gd name="connsiteX8" fmla="*/ 692275 w 699656"/>
              <a:gd name="connsiteY8" fmla="*/ 421535 h 722591"/>
              <a:gd name="connsiteX9" fmla="*/ 521555 w 699656"/>
              <a:gd name="connsiteY9" fmla="*/ 421535 h 722591"/>
              <a:gd name="connsiteX10" fmla="*/ 348486 w 699656"/>
              <a:gd name="connsiteY10" fmla="*/ 210767 h 722591"/>
              <a:gd name="connsiteX11" fmla="*/ 175417 w 699656"/>
              <a:gd name="connsiteY11" fmla="*/ 421535 h 72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9656" h="722591">
                <a:moveTo>
                  <a:pt x="7381" y="722591"/>
                </a:moveTo>
                <a:lnTo>
                  <a:pt x="353519" y="301056"/>
                </a:lnTo>
                <a:lnTo>
                  <a:pt x="699656" y="722591"/>
                </a:lnTo>
                <a:lnTo>
                  <a:pt x="528936" y="722591"/>
                </a:lnTo>
                <a:lnTo>
                  <a:pt x="355867" y="511823"/>
                </a:lnTo>
                <a:lnTo>
                  <a:pt x="182798" y="722591"/>
                </a:lnTo>
                <a:close/>
                <a:moveTo>
                  <a:pt x="0" y="421535"/>
                </a:moveTo>
                <a:lnTo>
                  <a:pt x="346138" y="0"/>
                </a:lnTo>
                <a:lnTo>
                  <a:pt x="692275" y="421535"/>
                </a:lnTo>
                <a:lnTo>
                  <a:pt x="521555" y="421535"/>
                </a:lnTo>
                <a:lnTo>
                  <a:pt x="348486" y="210767"/>
                </a:lnTo>
                <a:lnTo>
                  <a:pt x="175417" y="421535"/>
                </a:lnTo>
                <a:close/>
              </a:path>
            </a:pathLst>
          </a:custGeom>
          <a:gradFill flip="none" rotWithShape="1">
            <a:gsLst>
              <a:gs pos="0">
                <a:srgbClr val="BDD4F6"/>
              </a:gs>
              <a:gs pos="100000">
                <a:srgbClr val="4D8D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17778111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BA4F8-852C-6F1D-EF08-299402E4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63EE4BA-BE20-1887-EBAA-34E9553BF911}"/>
              </a:ext>
            </a:extLst>
          </p:cNvPr>
          <p:cNvSpPr/>
          <p:nvPr/>
        </p:nvSpPr>
        <p:spPr>
          <a:xfrm>
            <a:off x="10347562" y="6829460"/>
            <a:ext cx="7352007" cy="2253916"/>
          </a:xfrm>
          <a:prstGeom prst="rect">
            <a:avLst/>
          </a:prstGeom>
          <a:solidFill>
            <a:schemeClr val="tx2">
              <a:lumMod val="20000"/>
              <a:lumOff val="80000"/>
              <a:alpha val="41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52977-5AE8-A4C9-FD10-D3A7C12EF274}"/>
              </a:ext>
            </a:extLst>
          </p:cNvPr>
          <p:cNvSpPr/>
          <p:nvPr/>
        </p:nvSpPr>
        <p:spPr>
          <a:xfrm>
            <a:off x="10358697" y="2195745"/>
            <a:ext cx="7319271" cy="44782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 6">
            <a:extLst>
              <a:ext uri="{FF2B5EF4-FFF2-40B4-BE49-F238E27FC236}">
                <a16:creationId xmlns:a16="http://schemas.microsoft.com/office/drawing/2014/main" id="{7D0B1770-C2F6-FF9C-630B-7ADABA597E0C}"/>
              </a:ext>
            </a:extLst>
          </p:cNvPr>
          <p:cNvSpPr/>
          <p:nvPr/>
        </p:nvSpPr>
        <p:spPr>
          <a:xfrm>
            <a:off x="10358697" y="1428984"/>
            <a:ext cx="7319271" cy="884238"/>
          </a:xfrm>
          <a:prstGeom prst="rect">
            <a:avLst/>
          </a:prstGeom>
          <a:gradFill flip="none" rotWithShape="1">
            <a:gsLst>
              <a:gs pos="0">
                <a:srgbClr val="0663A2"/>
              </a:gs>
              <a:gs pos="6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57D45F1-8303-B7DD-268F-8392FE11BFAA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99DADEA-C9A5-B1A7-DDA6-D8F2F07FD461}"/>
              </a:ext>
            </a:extLst>
          </p:cNvPr>
          <p:cNvSpPr txBox="1">
            <a:spLocks/>
          </p:cNvSpPr>
          <p:nvPr/>
        </p:nvSpPr>
        <p:spPr>
          <a:xfrm>
            <a:off x="1472560" y="9368523"/>
            <a:ext cx="16377876" cy="4704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>
                <a:solidFill>
                  <a:schemeClr val="bg1"/>
                </a:solidFill>
              </a:rPr>
              <a:t>R</a:t>
            </a:r>
            <a:r>
              <a:rPr lang="en-US" altLang="zh-CN" sz="1400">
                <a:solidFill>
                  <a:schemeClr val="bg1"/>
                </a:solidFill>
              </a:rPr>
              <a:t>esource: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pt-BR" sz="1400">
                <a:solidFill>
                  <a:schemeClr val="bg1"/>
                </a:solidFill>
              </a:rPr>
              <a:t>Garrahy, D., Doran, S., O'Neill, H., Dennan, S., &amp; Beddy, P. (2024). Towards 24/7 MRI: the effect of routine weekend inpatient MRI scanning on patient waiting times. Irish journal of medical science, 193(4), 1697–1701. https://doi.org/10.1007/s11845-024-03647-z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3C2E575-0A7D-6C80-181C-FF03E73D1B81}"/>
              </a:ext>
            </a:extLst>
          </p:cNvPr>
          <p:cNvSpPr txBox="1"/>
          <p:nvPr/>
        </p:nvSpPr>
        <p:spPr>
          <a:xfrm>
            <a:off x="453710" y="441785"/>
            <a:ext cx="163830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Analysis – Capacity &amp; Scheduling of MRI Service</a:t>
            </a:r>
            <a:endParaRPr lang="en-US" sz="4000" b="1">
              <a:solidFill>
                <a:schemeClr val="accent3">
                  <a:lumMod val="60000"/>
                  <a:lumOff val="40000"/>
                </a:schemeClr>
              </a:solidFill>
              <a:latin typeface="Gentona ExtraBold" panose="00000900000000000000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8BF6B5-EC15-02A5-383E-F60F29859EB4}"/>
              </a:ext>
            </a:extLst>
          </p:cNvPr>
          <p:cNvSpPr txBox="1"/>
          <p:nvPr/>
        </p:nvSpPr>
        <p:spPr>
          <a:xfrm>
            <a:off x="10665547" y="6925366"/>
            <a:ext cx="658461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Tech prioritization of patients is based solely on discretion of order severity</a:t>
            </a:r>
            <a:r>
              <a:rPr lang="en-US" sz="3200" b="1">
                <a:solidFill>
                  <a:schemeClr val="bg1"/>
                </a:solidFill>
              </a:rPr>
              <a:t>, without consideration </a:t>
            </a:r>
            <a:r>
              <a:rPr lang="en-US" sz="3200">
                <a:solidFill>
                  <a:schemeClr val="bg1"/>
                </a:solidFill>
              </a:rPr>
              <a:t>of discharge-related factors</a:t>
            </a:r>
            <a:r>
              <a:rPr lang="en-US" sz="3200" b="1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0AA07E-5B10-DFAC-363D-3D8CFA0BB13B}"/>
              </a:ext>
            </a:extLst>
          </p:cNvPr>
          <p:cNvSpPr txBox="1"/>
          <p:nvPr/>
        </p:nvSpPr>
        <p:spPr>
          <a:xfrm>
            <a:off x="10521287" y="1549414"/>
            <a:ext cx="6994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</a:rPr>
              <a:t>Tech Decision-Making</a:t>
            </a:r>
          </a:p>
        </p:txBody>
      </p:sp>
      <p:sp>
        <p:nvSpPr>
          <p:cNvPr id="32" name="加号 15">
            <a:extLst>
              <a:ext uri="{FF2B5EF4-FFF2-40B4-BE49-F238E27FC236}">
                <a16:creationId xmlns:a16="http://schemas.microsoft.com/office/drawing/2014/main" id="{CCEC243D-B868-6908-97CB-8EE2CD6069A5}"/>
              </a:ext>
            </a:extLst>
          </p:cNvPr>
          <p:cNvSpPr/>
          <p:nvPr/>
        </p:nvSpPr>
        <p:spPr>
          <a:xfrm>
            <a:off x="9065020" y="1428984"/>
            <a:ext cx="1071360" cy="1012721"/>
          </a:xfrm>
          <a:prstGeom prst="mathPlus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4F5127-3F8C-66A2-7107-7022C5A93B0E}"/>
              </a:ext>
            </a:extLst>
          </p:cNvPr>
          <p:cNvSpPr/>
          <p:nvPr/>
        </p:nvSpPr>
        <p:spPr>
          <a:xfrm>
            <a:off x="10829927" y="3642461"/>
            <a:ext cx="2777168" cy="1422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2CFECC-79FF-66BB-C8E1-59860BF03328}"/>
              </a:ext>
            </a:extLst>
          </p:cNvPr>
          <p:cNvSpPr txBox="1"/>
          <p:nvPr/>
        </p:nvSpPr>
        <p:spPr>
          <a:xfrm>
            <a:off x="10854679" y="3748204"/>
            <a:ext cx="2777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</a:rPr>
              <a:t>Brain/Spinal Examination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64AFFDA-B929-DF22-1090-FB61978892D4}"/>
              </a:ext>
            </a:extLst>
          </p:cNvPr>
          <p:cNvSpPr/>
          <p:nvPr/>
        </p:nvSpPr>
        <p:spPr>
          <a:xfrm>
            <a:off x="15060646" y="3642461"/>
            <a:ext cx="2197101" cy="14229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457A88-435B-3796-898F-3CECF0965470}"/>
              </a:ext>
            </a:extLst>
          </p:cNvPr>
          <p:cNvSpPr txBox="1"/>
          <p:nvPr/>
        </p:nvSpPr>
        <p:spPr>
          <a:xfrm>
            <a:off x="14780208" y="3966287"/>
            <a:ext cx="2777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</a:rPr>
              <a:t>Others</a:t>
            </a:r>
          </a:p>
        </p:txBody>
      </p:sp>
      <p:pic>
        <p:nvPicPr>
          <p:cNvPr id="46" name="图片 7" descr="大于号">
            <a:extLst>
              <a:ext uri="{FF2B5EF4-FFF2-40B4-BE49-F238E27FC236}">
                <a16:creationId xmlns:a16="http://schemas.microsoft.com/office/drawing/2014/main" id="{99FF28A4-93B0-52E6-8FF9-C5747527C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57854" y="3866259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C10B05B6-252B-EA4A-9039-03368B8AA7A4}"/>
              </a:ext>
            </a:extLst>
          </p:cNvPr>
          <p:cNvSpPr/>
          <p:nvPr/>
        </p:nvSpPr>
        <p:spPr>
          <a:xfrm>
            <a:off x="1561123" y="6472968"/>
            <a:ext cx="7352007" cy="2599202"/>
          </a:xfrm>
          <a:prstGeom prst="rect">
            <a:avLst/>
          </a:prstGeom>
          <a:solidFill>
            <a:schemeClr val="tx2">
              <a:lumMod val="20000"/>
              <a:lumOff val="80000"/>
              <a:alpha val="41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4CA1A6-8389-5B31-A016-04282D0C2621}"/>
              </a:ext>
            </a:extLst>
          </p:cNvPr>
          <p:cNvSpPr/>
          <p:nvPr/>
        </p:nvSpPr>
        <p:spPr>
          <a:xfrm>
            <a:off x="1561123" y="2220861"/>
            <a:ext cx="7319271" cy="4096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矩形 6">
            <a:extLst>
              <a:ext uri="{FF2B5EF4-FFF2-40B4-BE49-F238E27FC236}">
                <a16:creationId xmlns:a16="http://schemas.microsoft.com/office/drawing/2014/main" id="{F0E27124-6F76-D5F2-3ED6-FA78796C1E73}"/>
              </a:ext>
            </a:extLst>
          </p:cNvPr>
          <p:cNvSpPr/>
          <p:nvPr/>
        </p:nvSpPr>
        <p:spPr>
          <a:xfrm>
            <a:off x="1561123" y="1454099"/>
            <a:ext cx="7319271" cy="884238"/>
          </a:xfrm>
          <a:prstGeom prst="rect">
            <a:avLst/>
          </a:prstGeom>
          <a:gradFill flip="none" rotWithShape="1">
            <a:gsLst>
              <a:gs pos="0">
                <a:srgbClr val="0663A2"/>
              </a:gs>
              <a:gs pos="6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F2A247-EE6B-DF3B-B93C-08443767DDEE}"/>
              </a:ext>
            </a:extLst>
          </p:cNvPr>
          <p:cNvSpPr txBox="1"/>
          <p:nvPr/>
        </p:nvSpPr>
        <p:spPr>
          <a:xfrm>
            <a:off x="2256677" y="1605038"/>
            <a:ext cx="6994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Limited-Service Avail</a:t>
            </a:r>
            <a:r>
              <a:rPr lang="en-US" altLang="zh-CN" sz="3600" b="1">
                <a:solidFill>
                  <a:schemeClr val="bg1"/>
                </a:solidFill>
              </a:rPr>
              <a:t>a</a:t>
            </a:r>
            <a:r>
              <a:rPr lang="en-US" sz="3600" b="1">
                <a:solidFill>
                  <a:schemeClr val="bg1"/>
                </a:solidFill>
              </a:rPr>
              <a:t>bility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828013-CE25-DE63-2CD6-CA425A9EFEB3}"/>
              </a:ext>
            </a:extLst>
          </p:cNvPr>
          <p:cNvSpPr txBox="1"/>
          <p:nvPr/>
        </p:nvSpPr>
        <p:spPr>
          <a:xfrm>
            <a:off x="1613034" y="6619318"/>
            <a:ext cx="7200018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TAT declined with addition of overnight weekend tech and rose with vacancy</a:t>
            </a:r>
          </a:p>
          <a:p>
            <a:pPr algn="ctr"/>
            <a:r>
              <a:rPr lang="en-US" sz="2800">
                <a:solidFill>
                  <a:schemeClr val="bg1"/>
                </a:solidFill>
              </a:rPr>
              <a:t>Studies show weekend MRI availability reduces TAT  </a:t>
            </a:r>
            <a:r>
              <a:rPr lang="en-US" sz="2800" b="1">
                <a:solidFill>
                  <a:schemeClr val="accent3"/>
                </a:solidFill>
              </a:rPr>
              <a:t>from 98 to 65 hours </a:t>
            </a:r>
            <a:r>
              <a:rPr lang="en-US" sz="2800">
                <a:solidFill>
                  <a:schemeClr val="bg1"/>
                </a:solidFill>
              </a:rPr>
              <a:t>by adding one weekend shift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CE8A8E-4E5C-0322-6EEA-0FC60D686DE4}"/>
              </a:ext>
            </a:extLst>
          </p:cNvPr>
          <p:cNvSpPr txBox="1"/>
          <p:nvPr/>
        </p:nvSpPr>
        <p:spPr>
          <a:xfrm>
            <a:off x="2243422" y="5456075"/>
            <a:ext cx="6401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M-F: 7a – 10p  &amp; Overnight</a:t>
            </a:r>
          </a:p>
          <a:p>
            <a:pPr algn="ctr"/>
            <a:r>
              <a:rPr lang="en-US" sz="2400" b="1"/>
              <a:t>Sat-Sun: 7a – 7p</a:t>
            </a:r>
          </a:p>
        </p:txBody>
      </p:sp>
      <p:graphicFrame>
        <p:nvGraphicFramePr>
          <p:cNvPr id="5" name="Content Placeholder 7">
            <a:extLst>
              <a:ext uri="{FF2B5EF4-FFF2-40B4-BE49-F238E27FC236}">
                <a16:creationId xmlns:a16="http://schemas.microsoft.com/office/drawing/2014/main" id="{554FF1D7-C361-DBBE-CE8A-31DCD0EB9F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150529"/>
              </p:ext>
            </p:extLst>
          </p:nvPr>
        </p:nvGraphicFramePr>
        <p:xfrm>
          <a:off x="1839399" y="2611693"/>
          <a:ext cx="6762717" cy="2771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393850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BB6D2-FA5B-8740-7D13-4A0E5C21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AC96C6-2515-E50D-6320-33E7F9F3E866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63E44EB-096A-627E-8B91-A54152B03687}"/>
              </a:ext>
            </a:extLst>
          </p:cNvPr>
          <p:cNvSpPr txBox="1"/>
          <p:nvPr/>
        </p:nvSpPr>
        <p:spPr>
          <a:xfrm>
            <a:off x="453710" y="441785"/>
            <a:ext cx="163830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Analysis – Ordering &amp; Scheduling of MRI Service</a:t>
            </a:r>
            <a:endParaRPr lang="en-US" sz="4000" b="1">
              <a:solidFill>
                <a:schemeClr val="accent3">
                  <a:lumMod val="60000"/>
                  <a:lumOff val="40000"/>
                </a:schemeClr>
              </a:solidFill>
              <a:latin typeface="Gentona ExtraBold" panose="00000900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7A7D2D-2461-C8B1-1DC8-202F2304A1D6}"/>
              </a:ext>
            </a:extLst>
          </p:cNvPr>
          <p:cNvSpPr/>
          <p:nvPr/>
        </p:nvSpPr>
        <p:spPr>
          <a:xfrm>
            <a:off x="8463511" y="2084152"/>
            <a:ext cx="9177132" cy="6317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9A46E2-A30C-68DD-4905-A0BCCDDD8EBA}"/>
              </a:ext>
            </a:extLst>
          </p:cNvPr>
          <p:cNvGrpSpPr/>
          <p:nvPr/>
        </p:nvGrpSpPr>
        <p:grpSpPr>
          <a:xfrm>
            <a:off x="216817" y="2467840"/>
            <a:ext cx="5140694" cy="5660675"/>
            <a:chOff x="1112714" y="4981890"/>
            <a:chExt cx="3644093" cy="299097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A111F6-BD70-0148-BAFC-AF08879D53E5}"/>
                </a:ext>
              </a:extLst>
            </p:cNvPr>
            <p:cNvSpPr/>
            <p:nvPr/>
          </p:nvSpPr>
          <p:spPr bwMode="auto">
            <a:xfrm flipV="1">
              <a:off x="2168405" y="6836211"/>
              <a:ext cx="1520508" cy="1136651"/>
            </a:xfrm>
            <a:custGeom>
              <a:avLst/>
              <a:gdLst>
                <a:gd name="T0" fmla="*/ 1058 w 2115"/>
                <a:gd name="T1" fmla="*/ 0 h 2159"/>
                <a:gd name="T2" fmla="*/ 442 w 2115"/>
                <a:gd name="T3" fmla="*/ 1247 h 2159"/>
                <a:gd name="T4" fmla="*/ 411 w 2115"/>
                <a:gd name="T5" fmla="*/ 1309 h 2159"/>
                <a:gd name="T6" fmla="*/ 0 w 2115"/>
                <a:gd name="T7" fmla="*/ 2143 h 2159"/>
                <a:gd name="T8" fmla="*/ 235 w 2115"/>
                <a:gd name="T9" fmla="*/ 2150 h 2159"/>
                <a:gd name="T10" fmla="*/ 1038 w 2115"/>
                <a:gd name="T11" fmla="*/ 2159 h 2159"/>
                <a:gd name="T12" fmla="*/ 1842 w 2115"/>
                <a:gd name="T13" fmla="*/ 2150 h 2159"/>
                <a:gd name="T14" fmla="*/ 2115 w 2115"/>
                <a:gd name="T15" fmla="*/ 2142 h 2159"/>
                <a:gd name="T16" fmla="*/ 1704 w 2115"/>
                <a:gd name="T17" fmla="*/ 1310 h 2159"/>
                <a:gd name="T18" fmla="*/ 1674 w 2115"/>
                <a:gd name="T19" fmla="*/ 1248 h 2159"/>
                <a:gd name="T20" fmla="*/ 1058 w 2115"/>
                <a:gd name="T21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15" h="2159">
                  <a:moveTo>
                    <a:pt x="1058" y="0"/>
                  </a:moveTo>
                  <a:cubicBezTo>
                    <a:pt x="442" y="1247"/>
                    <a:pt x="442" y="1247"/>
                    <a:pt x="442" y="1247"/>
                  </a:cubicBezTo>
                  <a:cubicBezTo>
                    <a:pt x="411" y="1309"/>
                    <a:pt x="411" y="1309"/>
                    <a:pt x="411" y="1309"/>
                  </a:cubicBezTo>
                  <a:cubicBezTo>
                    <a:pt x="0" y="2143"/>
                    <a:pt x="0" y="2143"/>
                    <a:pt x="0" y="2143"/>
                  </a:cubicBezTo>
                  <a:cubicBezTo>
                    <a:pt x="235" y="2150"/>
                    <a:pt x="235" y="2150"/>
                    <a:pt x="235" y="2150"/>
                  </a:cubicBezTo>
                  <a:cubicBezTo>
                    <a:pt x="494" y="2156"/>
                    <a:pt x="763" y="2159"/>
                    <a:pt x="1038" y="2159"/>
                  </a:cubicBezTo>
                  <a:cubicBezTo>
                    <a:pt x="1313" y="2159"/>
                    <a:pt x="1582" y="2156"/>
                    <a:pt x="1842" y="2150"/>
                  </a:cubicBezTo>
                  <a:cubicBezTo>
                    <a:pt x="2115" y="2142"/>
                    <a:pt x="2115" y="2142"/>
                    <a:pt x="2115" y="2142"/>
                  </a:cubicBezTo>
                  <a:cubicBezTo>
                    <a:pt x="1704" y="1310"/>
                    <a:pt x="1704" y="1310"/>
                    <a:pt x="1704" y="1310"/>
                  </a:cubicBezTo>
                  <a:cubicBezTo>
                    <a:pt x="1674" y="1248"/>
                    <a:pt x="1674" y="1248"/>
                    <a:pt x="1674" y="1248"/>
                  </a:cubicBezTo>
                  <a:cubicBezTo>
                    <a:pt x="1058" y="0"/>
                    <a:pt x="1058" y="0"/>
                    <a:pt x="1058" y="0"/>
                  </a:cubicBezTo>
                </a:path>
              </a:pathLst>
            </a:custGeom>
            <a:gradFill flip="none" rotWithShape="1">
              <a:gsLst>
                <a:gs pos="24000">
                  <a:schemeClr val="accent5"/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 sz="1400" b="1" kern="0">
                <a:solidFill>
                  <a:schemeClr val="tx2"/>
                </a:solidFill>
                <a:latin typeface="HONOR Sans CN" panose="05000200000000000000" charset="-122"/>
                <a:ea typeface="HONOR Sans CN" panose="05000200000000000000" charset="-122"/>
                <a:cs typeface="HONOR Sans CN" panose="05000200000000000000" charset="-122"/>
                <a:sym typeface="HONOR Sans CN" panose="05000200000000000000" charset="-122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A2A2A32-F4E8-D17D-A4B6-5581D06DABD4}"/>
                </a:ext>
              </a:extLst>
            </p:cNvPr>
            <p:cNvSpPr/>
            <p:nvPr/>
          </p:nvSpPr>
          <p:spPr bwMode="auto">
            <a:xfrm flipV="1">
              <a:off x="1112714" y="4981890"/>
              <a:ext cx="3644093" cy="826770"/>
            </a:xfrm>
            <a:custGeom>
              <a:avLst/>
              <a:gdLst>
                <a:gd name="T0" fmla="*/ 4451 w 5177"/>
                <a:gd name="T1" fmla="*/ 0 h 1570"/>
                <a:gd name="T2" fmla="*/ 4125 w 5177"/>
                <a:gd name="T3" fmla="*/ 18 h 1570"/>
                <a:gd name="T4" fmla="*/ 2570 w 5177"/>
                <a:gd name="T5" fmla="*/ 54 h 1570"/>
                <a:gd name="T6" fmla="*/ 1015 w 5177"/>
                <a:gd name="T7" fmla="*/ 18 h 1570"/>
                <a:gd name="T8" fmla="*/ 727 w 5177"/>
                <a:gd name="T9" fmla="*/ 2 h 1570"/>
                <a:gd name="T10" fmla="*/ 363 w 5177"/>
                <a:gd name="T11" fmla="*/ 735 h 1570"/>
                <a:gd name="T12" fmla="*/ 331 w 5177"/>
                <a:gd name="T13" fmla="*/ 798 h 1570"/>
                <a:gd name="T14" fmla="*/ 0 w 5177"/>
                <a:gd name="T15" fmla="*/ 1463 h 1570"/>
                <a:gd name="T16" fmla="*/ 29 w 5177"/>
                <a:gd name="T17" fmla="*/ 1466 h 1570"/>
                <a:gd name="T18" fmla="*/ 2570 w 5177"/>
                <a:gd name="T19" fmla="*/ 1570 h 1570"/>
                <a:gd name="T20" fmla="*/ 5111 w 5177"/>
                <a:gd name="T21" fmla="*/ 1466 h 1570"/>
                <a:gd name="T22" fmla="*/ 5177 w 5177"/>
                <a:gd name="T23" fmla="*/ 1459 h 1570"/>
                <a:gd name="T24" fmla="*/ 4850 w 5177"/>
                <a:gd name="T25" fmla="*/ 802 h 1570"/>
                <a:gd name="T26" fmla="*/ 4818 w 5177"/>
                <a:gd name="T27" fmla="*/ 738 h 1570"/>
                <a:gd name="T28" fmla="*/ 4451 w 5177"/>
                <a:gd name="T29" fmla="*/ 0 h 1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77" h="1570">
                  <a:moveTo>
                    <a:pt x="4451" y="0"/>
                  </a:moveTo>
                  <a:cubicBezTo>
                    <a:pt x="4125" y="18"/>
                    <a:pt x="4125" y="18"/>
                    <a:pt x="4125" y="18"/>
                  </a:cubicBezTo>
                  <a:cubicBezTo>
                    <a:pt x="3647" y="41"/>
                    <a:pt x="3122" y="54"/>
                    <a:pt x="2570" y="54"/>
                  </a:cubicBezTo>
                  <a:cubicBezTo>
                    <a:pt x="2019" y="54"/>
                    <a:pt x="1493" y="41"/>
                    <a:pt x="1015" y="18"/>
                  </a:cubicBezTo>
                  <a:cubicBezTo>
                    <a:pt x="727" y="2"/>
                    <a:pt x="727" y="2"/>
                    <a:pt x="727" y="2"/>
                  </a:cubicBezTo>
                  <a:cubicBezTo>
                    <a:pt x="363" y="735"/>
                    <a:pt x="363" y="735"/>
                    <a:pt x="363" y="735"/>
                  </a:cubicBezTo>
                  <a:cubicBezTo>
                    <a:pt x="331" y="798"/>
                    <a:pt x="331" y="798"/>
                    <a:pt x="331" y="798"/>
                  </a:cubicBezTo>
                  <a:cubicBezTo>
                    <a:pt x="0" y="1463"/>
                    <a:pt x="0" y="1463"/>
                    <a:pt x="0" y="1463"/>
                  </a:cubicBezTo>
                  <a:cubicBezTo>
                    <a:pt x="29" y="1466"/>
                    <a:pt x="29" y="1466"/>
                    <a:pt x="29" y="1466"/>
                  </a:cubicBezTo>
                  <a:cubicBezTo>
                    <a:pt x="720" y="1531"/>
                    <a:pt x="1605" y="1570"/>
                    <a:pt x="2570" y="1570"/>
                  </a:cubicBezTo>
                  <a:cubicBezTo>
                    <a:pt x="3535" y="1570"/>
                    <a:pt x="4420" y="1531"/>
                    <a:pt x="5111" y="1466"/>
                  </a:cubicBezTo>
                  <a:cubicBezTo>
                    <a:pt x="5177" y="1459"/>
                    <a:pt x="5177" y="1459"/>
                    <a:pt x="5177" y="1459"/>
                  </a:cubicBezTo>
                  <a:cubicBezTo>
                    <a:pt x="4850" y="802"/>
                    <a:pt x="4850" y="802"/>
                    <a:pt x="4850" y="802"/>
                  </a:cubicBezTo>
                  <a:cubicBezTo>
                    <a:pt x="4818" y="738"/>
                    <a:pt x="4818" y="738"/>
                    <a:pt x="4818" y="738"/>
                  </a:cubicBezTo>
                  <a:cubicBezTo>
                    <a:pt x="4451" y="0"/>
                    <a:pt x="4451" y="0"/>
                    <a:pt x="4451" y="0"/>
                  </a:cubicBezTo>
                </a:path>
              </a:pathLst>
            </a:custGeom>
            <a:gradFill flip="none" rotWithShape="1">
              <a:gsLst>
                <a:gs pos="2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 sz="1400" b="1" kern="0">
                <a:solidFill>
                  <a:schemeClr val="tx2"/>
                </a:solidFill>
                <a:latin typeface="HONOR Sans CN" panose="05000200000000000000" charset="-122"/>
                <a:ea typeface="HONOR Sans CN" panose="05000200000000000000" charset="-122"/>
                <a:cs typeface="HONOR Sans CN" panose="05000200000000000000" charset="-122"/>
                <a:sym typeface="HONOR Sans CN" panose="05000200000000000000" charset="-122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92AA1D05-79BF-A3FA-2CA1-029374FF1887}"/>
                </a:ext>
              </a:extLst>
            </p:cNvPr>
            <p:cNvSpPr/>
            <p:nvPr/>
          </p:nvSpPr>
          <p:spPr bwMode="auto">
            <a:xfrm flipV="1">
              <a:off x="1628544" y="5915083"/>
              <a:ext cx="2595792" cy="814705"/>
            </a:xfrm>
            <a:custGeom>
              <a:avLst/>
              <a:gdLst>
                <a:gd name="T0" fmla="*/ 3282 w 3663"/>
                <a:gd name="T1" fmla="*/ 727 h 1547"/>
                <a:gd name="T2" fmla="*/ 3282 w 3663"/>
                <a:gd name="T3" fmla="*/ 727 h 1547"/>
                <a:gd name="T4" fmla="*/ 3250 w 3663"/>
                <a:gd name="T5" fmla="*/ 664 h 1547"/>
                <a:gd name="T6" fmla="*/ 2921 w 3663"/>
                <a:gd name="T7" fmla="*/ 0 h 1547"/>
                <a:gd name="T8" fmla="*/ 2617 w 3663"/>
                <a:gd name="T9" fmla="*/ 9 h 1547"/>
                <a:gd name="T10" fmla="*/ 1812 w 3663"/>
                <a:gd name="T11" fmla="*/ 18 h 1547"/>
                <a:gd name="T12" fmla="*/ 1008 w 3663"/>
                <a:gd name="T13" fmla="*/ 9 h 1547"/>
                <a:gd name="T14" fmla="*/ 742 w 3663"/>
                <a:gd name="T15" fmla="*/ 1 h 1547"/>
                <a:gd name="T16" fmla="*/ 642 w 3663"/>
                <a:gd name="T17" fmla="*/ 204 h 1547"/>
                <a:gd name="T18" fmla="*/ 507 w 3663"/>
                <a:gd name="T19" fmla="*/ 475 h 1547"/>
                <a:gd name="T20" fmla="*/ 414 w 3663"/>
                <a:gd name="T21" fmla="*/ 662 h 1547"/>
                <a:gd name="T22" fmla="*/ 383 w 3663"/>
                <a:gd name="T23" fmla="*/ 725 h 1547"/>
                <a:gd name="T24" fmla="*/ 231 w 3663"/>
                <a:gd name="T25" fmla="*/ 1032 h 1547"/>
                <a:gd name="T26" fmla="*/ 0 w 3663"/>
                <a:gd name="T27" fmla="*/ 1497 h 1547"/>
                <a:gd name="T28" fmla="*/ 258 w 3663"/>
                <a:gd name="T29" fmla="*/ 1512 h 1547"/>
                <a:gd name="T30" fmla="*/ 1812 w 3663"/>
                <a:gd name="T31" fmla="*/ 1547 h 1547"/>
                <a:gd name="T32" fmla="*/ 3367 w 3663"/>
                <a:gd name="T33" fmla="*/ 1512 h 1547"/>
                <a:gd name="T34" fmla="*/ 3663 w 3663"/>
                <a:gd name="T35" fmla="*/ 1495 h 1547"/>
                <a:gd name="T36" fmla="*/ 3282 w 3663"/>
                <a:gd name="T37" fmla="*/ 72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63" h="1547">
                  <a:moveTo>
                    <a:pt x="3282" y="727"/>
                  </a:moveTo>
                  <a:cubicBezTo>
                    <a:pt x="3282" y="727"/>
                    <a:pt x="3282" y="727"/>
                    <a:pt x="3282" y="727"/>
                  </a:cubicBezTo>
                  <a:cubicBezTo>
                    <a:pt x="3250" y="664"/>
                    <a:pt x="3250" y="664"/>
                    <a:pt x="3250" y="664"/>
                  </a:cubicBezTo>
                  <a:cubicBezTo>
                    <a:pt x="2921" y="0"/>
                    <a:pt x="2921" y="0"/>
                    <a:pt x="2921" y="0"/>
                  </a:cubicBezTo>
                  <a:cubicBezTo>
                    <a:pt x="2617" y="9"/>
                    <a:pt x="2617" y="9"/>
                    <a:pt x="2617" y="9"/>
                  </a:cubicBezTo>
                  <a:cubicBezTo>
                    <a:pt x="2357" y="15"/>
                    <a:pt x="2088" y="18"/>
                    <a:pt x="1812" y="18"/>
                  </a:cubicBezTo>
                  <a:cubicBezTo>
                    <a:pt x="1537" y="18"/>
                    <a:pt x="1268" y="15"/>
                    <a:pt x="1008" y="9"/>
                  </a:cubicBezTo>
                  <a:cubicBezTo>
                    <a:pt x="742" y="1"/>
                    <a:pt x="742" y="1"/>
                    <a:pt x="742" y="1"/>
                  </a:cubicBezTo>
                  <a:cubicBezTo>
                    <a:pt x="642" y="204"/>
                    <a:pt x="642" y="204"/>
                    <a:pt x="642" y="204"/>
                  </a:cubicBezTo>
                  <a:cubicBezTo>
                    <a:pt x="507" y="475"/>
                    <a:pt x="507" y="475"/>
                    <a:pt x="507" y="475"/>
                  </a:cubicBezTo>
                  <a:cubicBezTo>
                    <a:pt x="414" y="662"/>
                    <a:pt x="414" y="662"/>
                    <a:pt x="414" y="662"/>
                  </a:cubicBezTo>
                  <a:cubicBezTo>
                    <a:pt x="383" y="725"/>
                    <a:pt x="383" y="725"/>
                    <a:pt x="383" y="725"/>
                  </a:cubicBezTo>
                  <a:cubicBezTo>
                    <a:pt x="231" y="1032"/>
                    <a:pt x="231" y="1032"/>
                    <a:pt x="231" y="1032"/>
                  </a:cubicBezTo>
                  <a:cubicBezTo>
                    <a:pt x="0" y="1497"/>
                    <a:pt x="0" y="1497"/>
                    <a:pt x="0" y="1497"/>
                  </a:cubicBezTo>
                  <a:cubicBezTo>
                    <a:pt x="258" y="1512"/>
                    <a:pt x="258" y="1512"/>
                    <a:pt x="258" y="1512"/>
                  </a:cubicBezTo>
                  <a:cubicBezTo>
                    <a:pt x="736" y="1535"/>
                    <a:pt x="1261" y="1547"/>
                    <a:pt x="1812" y="1547"/>
                  </a:cubicBezTo>
                  <a:cubicBezTo>
                    <a:pt x="2364" y="1547"/>
                    <a:pt x="2889" y="1535"/>
                    <a:pt x="3367" y="1512"/>
                  </a:cubicBezTo>
                  <a:cubicBezTo>
                    <a:pt x="3663" y="1495"/>
                    <a:pt x="3663" y="1495"/>
                    <a:pt x="3663" y="1495"/>
                  </a:cubicBezTo>
                  <a:lnTo>
                    <a:pt x="3282" y="727"/>
                  </a:lnTo>
                  <a:close/>
                </a:path>
              </a:pathLst>
            </a:custGeom>
            <a:gradFill flip="none" rotWithShape="1">
              <a:gsLst>
                <a:gs pos="800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 sz="1400" b="1" kern="0">
                <a:solidFill>
                  <a:schemeClr val="tx2"/>
                </a:solidFill>
                <a:latin typeface="HONOR Sans CN" panose="05000200000000000000" charset="-122"/>
                <a:ea typeface="HONOR Sans CN" panose="05000200000000000000" charset="-122"/>
                <a:cs typeface="HONOR Sans CN" panose="05000200000000000000" charset="-122"/>
                <a:sym typeface="HONOR Sans CN" panose="05000200000000000000" charset="-122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D937616-86B6-3C74-BA95-35262621C4C7}"/>
              </a:ext>
            </a:extLst>
          </p:cNvPr>
          <p:cNvSpPr txBox="1"/>
          <p:nvPr/>
        </p:nvSpPr>
        <p:spPr>
          <a:xfrm>
            <a:off x="2251514" y="4706810"/>
            <a:ext cx="1651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Urgent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BE12E5-D167-F015-FE46-77F3705C8121}"/>
              </a:ext>
            </a:extLst>
          </p:cNvPr>
          <p:cNvSpPr txBox="1"/>
          <p:nvPr/>
        </p:nvSpPr>
        <p:spPr>
          <a:xfrm>
            <a:off x="1891306" y="6139126"/>
            <a:ext cx="2319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Immediate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91E1596C-8285-1820-B44A-6F52C2619D1C}"/>
              </a:ext>
            </a:extLst>
          </p:cNvPr>
          <p:cNvSpPr txBox="1"/>
          <p:nvPr/>
        </p:nvSpPr>
        <p:spPr>
          <a:xfrm>
            <a:off x="2036954" y="2981244"/>
            <a:ext cx="2197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/>
              <a:t>Emergent</a:t>
            </a:r>
          </a:p>
        </p:txBody>
      </p:sp>
      <p:sp>
        <p:nvSpPr>
          <p:cNvPr id="18" name="任意形状 96">
            <a:extLst>
              <a:ext uri="{FF2B5EF4-FFF2-40B4-BE49-F238E27FC236}">
                <a16:creationId xmlns:a16="http://schemas.microsoft.com/office/drawing/2014/main" id="{6F7C0003-21F5-B3A9-B963-2D77C1261F92}"/>
              </a:ext>
            </a:extLst>
          </p:cNvPr>
          <p:cNvSpPr/>
          <p:nvPr/>
        </p:nvSpPr>
        <p:spPr>
          <a:xfrm rot="5400000">
            <a:off x="7610422" y="5020232"/>
            <a:ext cx="669925" cy="692150"/>
          </a:xfrm>
          <a:custGeom>
            <a:avLst/>
            <a:gdLst>
              <a:gd name="connsiteX0" fmla="*/ 7381 w 699656"/>
              <a:gd name="connsiteY0" fmla="*/ 722591 h 722591"/>
              <a:gd name="connsiteX1" fmla="*/ 353519 w 699656"/>
              <a:gd name="connsiteY1" fmla="*/ 301056 h 722591"/>
              <a:gd name="connsiteX2" fmla="*/ 699656 w 699656"/>
              <a:gd name="connsiteY2" fmla="*/ 722591 h 722591"/>
              <a:gd name="connsiteX3" fmla="*/ 528936 w 699656"/>
              <a:gd name="connsiteY3" fmla="*/ 722591 h 722591"/>
              <a:gd name="connsiteX4" fmla="*/ 355867 w 699656"/>
              <a:gd name="connsiteY4" fmla="*/ 511823 h 722591"/>
              <a:gd name="connsiteX5" fmla="*/ 182798 w 699656"/>
              <a:gd name="connsiteY5" fmla="*/ 722591 h 722591"/>
              <a:gd name="connsiteX6" fmla="*/ 0 w 699656"/>
              <a:gd name="connsiteY6" fmla="*/ 421535 h 722591"/>
              <a:gd name="connsiteX7" fmla="*/ 346138 w 699656"/>
              <a:gd name="connsiteY7" fmla="*/ 0 h 722591"/>
              <a:gd name="connsiteX8" fmla="*/ 692275 w 699656"/>
              <a:gd name="connsiteY8" fmla="*/ 421535 h 722591"/>
              <a:gd name="connsiteX9" fmla="*/ 521555 w 699656"/>
              <a:gd name="connsiteY9" fmla="*/ 421535 h 722591"/>
              <a:gd name="connsiteX10" fmla="*/ 348486 w 699656"/>
              <a:gd name="connsiteY10" fmla="*/ 210767 h 722591"/>
              <a:gd name="connsiteX11" fmla="*/ 175417 w 699656"/>
              <a:gd name="connsiteY11" fmla="*/ 421535 h 72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9656" h="722591">
                <a:moveTo>
                  <a:pt x="7381" y="722591"/>
                </a:moveTo>
                <a:lnTo>
                  <a:pt x="353519" y="301056"/>
                </a:lnTo>
                <a:lnTo>
                  <a:pt x="699656" y="722591"/>
                </a:lnTo>
                <a:lnTo>
                  <a:pt x="528936" y="722591"/>
                </a:lnTo>
                <a:lnTo>
                  <a:pt x="355867" y="511823"/>
                </a:lnTo>
                <a:lnTo>
                  <a:pt x="182798" y="722591"/>
                </a:lnTo>
                <a:close/>
                <a:moveTo>
                  <a:pt x="0" y="421535"/>
                </a:moveTo>
                <a:lnTo>
                  <a:pt x="346138" y="0"/>
                </a:lnTo>
                <a:lnTo>
                  <a:pt x="692275" y="421535"/>
                </a:lnTo>
                <a:lnTo>
                  <a:pt x="521555" y="421535"/>
                </a:lnTo>
                <a:lnTo>
                  <a:pt x="348486" y="210767"/>
                </a:lnTo>
                <a:lnTo>
                  <a:pt x="175417" y="421535"/>
                </a:lnTo>
                <a:close/>
              </a:path>
            </a:pathLst>
          </a:custGeom>
          <a:gradFill flip="none" rotWithShape="1">
            <a:gsLst>
              <a:gs pos="0">
                <a:srgbClr val="BDD4F6"/>
              </a:gs>
              <a:gs pos="100000">
                <a:srgbClr val="4D8D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A081BA-203A-463E-1663-640CA8E636CA}"/>
              </a:ext>
            </a:extLst>
          </p:cNvPr>
          <p:cNvSpPr txBox="1"/>
          <p:nvPr/>
        </p:nvSpPr>
        <p:spPr>
          <a:xfrm>
            <a:off x="9346627" y="4015449"/>
            <a:ext cx="7410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/>
              <a:t>Unneeded</a:t>
            </a:r>
            <a:r>
              <a:rPr lang="en-US" sz="3600" b="1">
                <a:solidFill>
                  <a:schemeClr val="tx1"/>
                </a:solidFill>
              </a:rPr>
              <a:t> orders: </a:t>
            </a:r>
          </a:p>
          <a:p>
            <a:pPr algn="ctr"/>
            <a:r>
              <a:rPr lang="en-US" sz="3600"/>
              <a:t>Providers issue unnecessary</a:t>
            </a:r>
            <a:r>
              <a:rPr lang="en-US" sz="36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/>
              <a:t>orders for the same patient , with the same priority </a:t>
            </a:r>
            <a:r>
              <a:rPr lang="en-US" altLang="zh-CN" sz="3600"/>
              <a:t>name </a:t>
            </a:r>
            <a:r>
              <a:rPr lang="en-US" sz="3600"/>
              <a:t>“STAT”.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37DFE4-9587-E368-F28B-B37888B7BBFD}"/>
              </a:ext>
            </a:extLst>
          </p:cNvPr>
          <p:cNvSpPr txBox="1"/>
          <p:nvPr/>
        </p:nvSpPr>
        <p:spPr>
          <a:xfrm>
            <a:off x="5869324" y="4537532"/>
            <a:ext cx="23128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STAT</a:t>
            </a:r>
          </a:p>
          <a:p>
            <a:r>
              <a:rPr lang="en-US" sz="2400" b="1">
                <a:solidFill>
                  <a:schemeClr val="bg1"/>
                </a:solidFill>
              </a:rPr>
              <a:t>(highest volume)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0E3AA97-0747-0875-E0C3-81E4A3C16C7F}"/>
              </a:ext>
            </a:extLst>
          </p:cNvPr>
          <p:cNvSpPr/>
          <p:nvPr/>
        </p:nvSpPr>
        <p:spPr>
          <a:xfrm rot="10800000">
            <a:off x="5310658" y="2101143"/>
            <a:ext cx="558665" cy="6136936"/>
          </a:xfrm>
          <a:prstGeom prst="leftBrace">
            <a:avLst>
              <a:gd name="adj1" fmla="val 0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6">
            <a:extLst>
              <a:ext uri="{FF2B5EF4-FFF2-40B4-BE49-F238E27FC236}">
                <a16:creationId xmlns:a16="http://schemas.microsoft.com/office/drawing/2014/main" id="{826E26DC-E006-12AE-BE03-5E19253E14A1}"/>
              </a:ext>
            </a:extLst>
          </p:cNvPr>
          <p:cNvSpPr/>
          <p:nvPr/>
        </p:nvSpPr>
        <p:spPr>
          <a:xfrm>
            <a:off x="1018498" y="1512863"/>
            <a:ext cx="3527470" cy="591784"/>
          </a:xfrm>
          <a:prstGeom prst="rect">
            <a:avLst/>
          </a:prstGeom>
          <a:gradFill flip="none" rotWithShape="1">
            <a:gsLst>
              <a:gs pos="0">
                <a:srgbClr val="003996"/>
              </a:gs>
              <a:gs pos="10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3087B5-18CA-F929-66E9-2F7678DF59CA}"/>
              </a:ext>
            </a:extLst>
          </p:cNvPr>
          <p:cNvSpPr txBox="1"/>
          <p:nvPr/>
        </p:nvSpPr>
        <p:spPr>
          <a:xfrm>
            <a:off x="-596769" y="1516368"/>
            <a:ext cx="6744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Order Priority Name</a:t>
            </a:r>
          </a:p>
        </p:txBody>
      </p:sp>
    </p:spTree>
    <p:extLst>
      <p:ext uri="{BB962C8B-B14F-4D97-AF65-F5344CB8AC3E}">
        <p14:creationId xmlns:p14="http://schemas.microsoft.com/office/powerpoint/2010/main" val="30106215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C08B6-2803-4E42-6B4A-4FD10924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00319F-4334-DA7F-1919-539C112DEDAB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90DDB-2E88-026A-94EE-F698F7605F99}"/>
              </a:ext>
            </a:extLst>
          </p:cNvPr>
          <p:cNvSpPr txBox="1"/>
          <p:nvPr/>
        </p:nvSpPr>
        <p:spPr>
          <a:xfrm>
            <a:off x="571500" y="499432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Findings</a:t>
            </a:r>
            <a:endParaRPr lang="en-US" sz="4000" b="1">
              <a:solidFill>
                <a:schemeClr val="bg1"/>
              </a:solidFill>
              <a:latin typeface="Gentona ExtraBold" panose="00000900000000000000" pitchFamily="50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13E716-3477-F444-F66D-1DEE604A8A7C}"/>
              </a:ext>
            </a:extLst>
          </p:cNvPr>
          <p:cNvGrpSpPr/>
          <p:nvPr/>
        </p:nvGrpSpPr>
        <p:grpSpPr>
          <a:xfrm>
            <a:off x="1701800" y="1801111"/>
            <a:ext cx="15894824" cy="989180"/>
            <a:chOff x="1701800" y="1801111"/>
            <a:chExt cx="15894824" cy="98918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7BE301-5986-9ACA-D937-772CD40384CF}"/>
                </a:ext>
              </a:extLst>
            </p:cNvPr>
            <p:cNvSpPr/>
            <p:nvPr/>
          </p:nvSpPr>
          <p:spPr>
            <a:xfrm>
              <a:off x="1701800" y="1801111"/>
              <a:ext cx="14880060" cy="989180"/>
            </a:xfrm>
            <a:prstGeom prst="rect">
              <a:avLst/>
            </a:prstGeom>
            <a:gradFill>
              <a:gsLst>
                <a:gs pos="100000">
                  <a:srgbClr val="CAE6EE">
                    <a:alpha val="50000"/>
                  </a:srgbClr>
                </a:gs>
                <a:gs pos="7000">
                  <a:schemeClr val="accent1">
                    <a:lumMod val="20000"/>
                    <a:lumOff val="80000"/>
                  </a:schemeClr>
                </a:gs>
              </a:gsLst>
              <a:lin ang="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6E91F9-E1AC-0308-B521-3CFA4333D0F3}"/>
                </a:ext>
              </a:extLst>
            </p:cNvPr>
            <p:cNvSpPr txBox="1"/>
            <p:nvPr/>
          </p:nvSpPr>
          <p:spPr>
            <a:xfrm>
              <a:off x="2044700" y="2016846"/>
              <a:ext cx="155519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/>
                <a:t>Limited staffing in echocardiography contributes to a bottleneck.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F71DDC0-9FB3-BC29-050B-AE02979A5297}"/>
              </a:ext>
            </a:extLst>
          </p:cNvPr>
          <p:cNvGrpSpPr/>
          <p:nvPr/>
        </p:nvGrpSpPr>
        <p:grpSpPr>
          <a:xfrm>
            <a:off x="1701799" y="3006026"/>
            <a:ext cx="14880061" cy="989180"/>
            <a:chOff x="1701799" y="3006026"/>
            <a:chExt cx="14880061" cy="98918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9D882E-D23F-0607-5A50-6FF5A6887394}"/>
                </a:ext>
              </a:extLst>
            </p:cNvPr>
            <p:cNvSpPr/>
            <p:nvPr/>
          </p:nvSpPr>
          <p:spPr>
            <a:xfrm>
              <a:off x="1701799" y="3006026"/>
              <a:ext cx="14880061" cy="989180"/>
            </a:xfrm>
            <a:prstGeom prst="rect">
              <a:avLst/>
            </a:prstGeom>
            <a:gradFill>
              <a:gsLst>
                <a:gs pos="100000">
                  <a:srgbClr val="CAE6EE">
                    <a:alpha val="50000"/>
                  </a:srgbClr>
                </a:gs>
                <a:gs pos="7000">
                  <a:schemeClr val="accent1">
                    <a:lumMod val="20000"/>
                    <a:lumOff val="80000"/>
                  </a:schemeClr>
                </a:gs>
              </a:gsLst>
              <a:lin ang="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A9BDC0-7046-2843-5391-3FBA749F2CFC}"/>
                </a:ext>
              </a:extLst>
            </p:cNvPr>
            <p:cNvSpPr txBox="1"/>
            <p:nvPr/>
          </p:nvSpPr>
          <p:spPr>
            <a:xfrm>
              <a:off x="2108200" y="3133577"/>
              <a:ext cx="1330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/>
                <a:t>MRI service availability is limited, contributing to procedural delays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5E19CE7-C44C-EA7E-0E30-06A077E215DF}"/>
              </a:ext>
            </a:extLst>
          </p:cNvPr>
          <p:cNvGrpSpPr/>
          <p:nvPr/>
        </p:nvGrpSpPr>
        <p:grpSpPr>
          <a:xfrm>
            <a:off x="1701799" y="4225061"/>
            <a:ext cx="14880062" cy="989180"/>
            <a:chOff x="1701799" y="4225061"/>
            <a:chExt cx="14880062" cy="98918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200A04A-F248-8EB1-3584-7557315AB79D}"/>
                </a:ext>
              </a:extLst>
            </p:cNvPr>
            <p:cNvSpPr/>
            <p:nvPr/>
          </p:nvSpPr>
          <p:spPr>
            <a:xfrm>
              <a:off x="1701799" y="4225061"/>
              <a:ext cx="14880062" cy="989180"/>
            </a:xfrm>
            <a:prstGeom prst="rect">
              <a:avLst/>
            </a:prstGeom>
            <a:gradFill>
              <a:gsLst>
                <a:gs pos="100000">
                  <a:srgbClr val="CAE6EE">
                    <a:alpha val="50000"/>
                  </a:srgbClr>
                </a:gs>
                <a:gs pos="7000">
                  <a:schemeClr val="accent1">
                    <a:lumMod val="20000"/>
                    <a:lumOff val="80000"/>
                  </a:schemeClr>
                </a:gs>
              </a:gsLst>
              <a:lin ang="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E488744-19E2-517C-D8D5-DD03BBF7A69B}"/>
                </a:ext>
              </a:extLst>
            </p:cNvPr>
            <p:cNvSpPr txBox="1"/>
            <p:nvPr/>
          </p:nvSpPr>
          <p:spPr>
            <a:xfrm>
              <a:off x="2108200" y="4396485"/>
              <a:ext cx="1330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/>
                <a:t>Imaging prioritization lacks clarity, extending discharge timelines.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C42789A-2B83-152B-3752-33D8B6BC0011}"/>
              </a:ext>
            </a:extLst>
          </p:cNvPr>
          <p:cNvGrpSpPr/>
          <p:nvPr/>
        </p:nvGrpSpPr>
        <p:grpSpPr>
          <a:xfrm>
            <a:off x="1701797" y="5429976"/>
            <a:ext cx="15138401" cy="989180"/>
            <a:chOff x="1701797" y="5429976"/>
            <a:chExt cx="15138401" cy="98918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11CD3BC-B035-ECE9-2A77-B1A50B7517CC}"/>
                </a:ext>
              </a:extLst>
            </p:cNvPr>
            <p:cNvSpPr/>
            <p:nvPr/>
          </p:nvSpPr>
          <p:spPr>
            <a:xfrm>
              <a:off x="1701797" y="5429976"/>
              <a:ext cx="14880063" cy="989180"/>
            </a:xfrm>
            <a:prstGeom prst="rect">
              <a:avLst/>
            </a:prstGeom>
            <a:gradFill>
              <a:gsLst>
                <a:gs pos="100000">
                  <a:srgbClr val="CAE6EE">
                    <a:alpha val="50000"/>
                  </a:srgbClr>
                </a:gs>
                <a:gs pos="7000">
                  <a:schemeClr val="accent1">
                    <a:lumMod val="20000"/>
                    <a:lumOff val="80000"/>
                  </a:schemeClr>
                </a:gs>
              </a:gsLst>
              <a:lin ang="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A6C69DA-E233-7269-52BC-E0F1AF1B0D1B}"/>
                </a:ext>
              </a:extLst>
            </p:cNvPr>
            <p:cNvSpPr txBox="1"/>
            <p:nvPr/>
          </p:nvSpPr>
          <p:spPr>
            <a:xfrm>
              <a:off x="2108198" y="5562719"/>
              <a:ext cx="1473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/>
                <a:t>Delays arise from cumulative inefficiencies in multi-step communication.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4358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3AAE9-57A0-5ECF-68EC-C2D52E0B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6EEF22-680B-C0ED-51E3-180DD68DDB27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978CE-0DC9-3B92-B818-052199AB4CA6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Recommendations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F722DB1-6C74-EDD9-3860-94EB9C9BFD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8985039"/>
              </p:ext>
            </p:extLst>
          </p:nvPr>
        </p:nvGraphicFramePr>
        <p:xfrm>
          <a:off x="3048000" y="13589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4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BAD0272-E95F-D949-B528-CA96EB13CC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BAD0272-E95F-D949-B528-CA96EB13CC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C21A689-A1E5-0743-90ED-6094B84D0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7C21A689-A1E5-0743-90ED-6094B84D0E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02B30C8-C14E-034E-933C-E42332FA3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02B30C8-C14E-034E-933C-E42332FA32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C3D4398-6315-9542-9DAE-0CC0EBA3BF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graphicEl>
                                              <a:dgm id="{5C3D4398-6315-9542-9DAE-0CC0EBA3BF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788292-FFB1-2042-879A-42E92B28D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D788292-FFB1-2042-879A-42E92B28D0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6E9F31-E4E5-7245-952C-6D98E27C34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graphicEl>
                                              <a:dgm id="{396E9F31-E4E5-7245-952C-6D98E27C34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D88FCA-5032-9A4B-881A-318ABC7F9E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graphicEl>
                                              <a:dgm id="{6ED88FCA-5032-9A4B-881A-318ABC7F9E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1E14E53-2C5D-1B45-B8FA-7BAA099F6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graphicEl>
                                              <a:dgm id="{11E14E53-2C5D-1B45-B8FA-7BAA099F62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C9E09D5-7AC9-A34F-A990-9EC0BF1A07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graphicEl>
                                              <a:dgm id="{AC9E09D5-7AC9-A34F-A990-9EC0BF1A07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A530B-64F9-1454-8D29-D0727A5C8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0FAA9F-5A0F-2D1E-6EBE-43DE540ACA18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D5B01E-3C1A-FF82-71D2-EB4FB1A1ADA4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Improving Ordering &amp; Scheduling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0218DE83-BD1E-A80C-E11C-5789F78F33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179821"/>
              </p:ext>
            </p:extLst>
          </p:nvPr>
        </p:nvGraphicFramePr>
        <p:xfrm>
          <a:off x="1143000" y="1886346"/>
          <a:ext cx="7783551" cy="6242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1CE73B20-39CF-25AD-001C-71DCD52AB531}"/>
              </a:ext>
            </a:extLst>
          </p:cNvPr>
          <p:cNvGrpSpPr/>
          <p:nvPr/>
        </p:nvGrpSpPr>
        <p:grpSpPr>
          <a:xfrm>
            <a:off x="1861326" y="8543564"/>
            <a:ext cx="14565349" cy="943336"/>
            <a:chOff x="231976" y="2945082"/>
            <a:chExt cx="15493039" cy="1633552"/>
          </a:xfrm>
        </p:grpSpPr>
        <p:sp>
          <p:nvSpPr>
            <p:cNvPr id="20" name="Arrow: Chevron 6">
              <a:extLst>
                <a:ext uri="{FF2B5EF4-FFF2-40B4-BE49-F238E27FC236}">
                  <a16:creationId xmlns:a16="http://schemas.microsoft.com/office/drawing/2014/main" id="{671CD75B-8B24-B092-48BE-1FFAE327ABD5}"/>
                </a:ext>
              </a:extLst>
            </p:cNvPr>
            <p:cNvSpPr/>
            <p:nvPr/>
          </p:nvSpPr>
          <p:spPr>
            <a:xfrm>
              <a:off x="122960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Imaging procedure</a:t>
              </a:r>
            </a:p>
          </p:txBody>
        </p:sp>
        <p:sp>
          <p:nvSpPr>
            <p:cNvPr id="21" name="Arrow: Chevron 17">
              <a:extLst>
                <a:ext uri="{FF2B5EF4-FFF2-40B4-BE49-F238E27FC236}">
                  <a16:creationId xmlns:a16="http://schemas.microsoft.com/office/drawing/2014/main" id="{BD632D80-099E-A46A-1758-E157F3BA13B4}"/>
                </a:ext>
              </a:extLst>
            </p:cNvPr>
            <p:cNvSpPr/>
            <p:nvPr/>
          </p:nvSpPr>
          <p:spPr>
            <a:xfrm>
              <a:off x="93242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Transport to imaging department</a:t>
              </a:r>
            </a:p>
          </p:txBody>
        </p:sp>
        <p:sp>
          <p:nvSpPr>
            <p:cNvPr id="22" name="Arrow: Chevron 25">
              <a:extLst>
                <a:ext uri="{FF2B5EF4-FFF2-40B4-BE49-F238E27FC236}">
                  <a16:creationId xmlns:a16="http://schemas.microsoft.com/office/drawing/2014/main" id="{80C6F443-E84A-C1F2-EABF-6CE3A898D8EF}"/>
                </a:ext>
              </a:extLst>
            </p:cNvPr>
            <p:cNvSpPr/>
            <p:nvPr/>
          </p:nvSpPr>
          <p:spPr>
            <a:xfrm>
              <a:off x="6352415" y="2975843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Pre Imaging Preparation</a:t>
              </a:r>
            </a:p>
          </p:txBody>
        </p:sp>
        <p:sp>
          <p:nvSpPr>
            <p:cNvPr id="23" name="Arrow: Chevron 26">
              <a:extLst>
                <a:ext uri="{FF2B5EF4-FFF2-40B4-BE49-F238E27FC236}">
                  <a16:creationId xmlns:a16="http://schemas.microsoft.com/office/drawing/2014/main" id="{FA833424-C85E-7FD2-F402-0BFF6802E4A2}"/>
                </a:ext>
              </a:extLst>
            </p:cNvPr>
            <p:cNvSpPr/>
            <p:nvPr/>
          </p:nvSpPr>
          <p:spPr>
            <a:xfrm>
              <a:off x="3380615" y="2945082"/>
              <a:ext cx="3429000" cy="1600200"/>
            </a:xfrm>
            <a:prstGeom prst="chevr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Scheduling </a:t>
              </a:r>
            </a:p>
          </p:txBody>
        </p:sp>
        <p:sp>
          <p:nvSpPr>
            <p:cNvPr id="24" name="Arrow: Chevron 27">
              <a:extLst>
                <a:ext uri="{FF2B5EF4-FFF2-40B4-BE49-F238E27FC236}">
                  <a16:creationId xmlns:a16="http://schemas.microsoft.com/office/drawing/2014/main" id="{6A7FB6F7-B223-FCA6-B4E4-350DCA15035F}"/>
                </a:ext>
              </a:extLst>
            </p:cNvPr>
            <p:cNvSpPr/>
            <p:nvPr/>
          </p:nvSpPr>
          <p:spPr>
            <a:xfrm>
              <a:off x="231976" y="2945082"/>
              <a:ext cx="360584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Order Placement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A20E57E-1958-9117-7715-DB906E1A0598}"/>
              </a:ext>
            </a:extLst>
          </p:cNvPr>
          <p:cNvSpPr txBox="1"/>
          <p:nvPr/>
        </p:nvSpPr>
        <p:spPr>
          <a:xfrm>
            <a:off x="10838965" y="2388900"/>
            <a:ext cx="648582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Implementing best practices from ECHO services to MRI service</a:t>
            </a:r>
          </a:p>
          <a:p>
            <a:endParaRPr lang="en-US" sz="4400" b="1">
              <a:solidFill>
                <a:schemeClr val="bg1"/>
              </a:solidFill>
            </a:endParaRPr>
          </a:p>
          <a:p>
            <a:r>
              <a:rPr lang="en-US" sz="4400" b="1">
                <a:solidFill>
                  <a:schemeClr val="bg1"/>
                </a:solidFill>
              </a:rPr>
              <a:t>Prioritize by STAT, Urgent, Discharge and then by dates and diagnosis</a:t>
            </a:r>
          </a:p>
          <a:p>
            <a:endParaRPr lang="en-US" sz="4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845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9D0D2-A8FC-1320-2D46-369F0C33B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0441B0-EC25-8925-A0D6-EA6CB74949EB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A7BE4-E0E7-DA7A-AA59-C2A1BBD5CB1A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Improving Ordering &amp; Scheduling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6BBB9F7-683B-BBB8-46A3-4C738EBA4D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6553295"/>
              </p:ext>
            </p:extLst>
          </p:nvPr>
        </p:nvGraphicFramePr>
        <p:xfrm>
          <a:off x="1143000" y="1886346"/>
          <a:ext cx="7783551" cy="6242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EE66F4F5-4F4C-7E68-6C88-3B6417F6A2FA}"/>
              </a:ext>
            </a:extLst>
          </p:cNvPr>
          <p:cNvGrpSpPr/>
          <p:nvPr/>
        </p:nvGrpSpPr>
        <p:grpSpPr>
          <a:xfrm>
            <a:off x="1861326" y="8543564"/>
            <a:ext cx="14565349" cy="943336"/>
            <a:chOff x="231976" y="2945082"/>
            <a:chExt cx="15493039" cy="1633552"/>
          </a:xfrm>
        </p:grpSpPr>
        <p:sp>
          <p:nvSpPr>
            <p:cNvPr id="20" name="Arrow: Chevron 6">
              <a:extLst>
                <a:ext uri="{FF2B5EF4-FFF2-40B4-BE49-F238E27FC236}">
                  <a16:creationId xmlns:a16="http://schemas.microsoft.com/office/drawing/2014/main" id="{2E397895-A57A-3CC8-8E16-E16A90F53CEA}"/>
                </a:ext>
              </a:extLst>
            </p:cNvPr>
            <p:cNvSpPr/>
            <p:nvPr/>
          </p:nvSpPr>
          <p:spPr>
            <a:xfrm>
              <a:off x="122960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Imaging procedure</a:t>
              </a:r>
            </a:p>
          </p:txBody>
        </p:sp>
        <p:sp>
          <p:nvSpPr>
            <p:cNvPr id="21" name="Arrow: Chevron 17">
              <a:extLst>
                <a:ext uri="{FF2B5EF4-FFF2-40B4-BE49-F238E27FC236}">
                  <a16:creationId xmlns:a16="http://schemas.microsoft.com/office/drawing/2014/main" id="{284B2FB8-F302-BF15-50D0-B353C3A9153C}"/>
                </a:ext>
              </a:extLst>
            </p:cNvPr>
            <p:cNvSpPr/>
            <p:nvPr/>
          </p:nvSpPr>
          <p:spPr>
            <a:xfrm>
              <a:off x="93242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Transport to imaging department</a:t>
              </a:r>
            </a:p>
          </p:txBody>
        </p:sp>
        <p:sp>
          <p:nvSpPr>
            <p:cNvPr id="22" name="Arrow: Chevron 25">
              <a:extLst>
                <a:ext uri="{FF2B5EF4-FFF2-40B4-BE49-F238E27FC236}">
                  <a16:creationId xmlns:a16="http://schemas.microsoft.com/office/drawing/2014/main" id="{DEB044A7-ACC9-4AD5-A5B5-0D6B41377B44}"/>
                </a:ext>
              </a:extLst>
            </p:cNvPr>
            <p:cNvSpPr/>
            <p:nvPr/>
          </p:nvSpPr>
          <p:spPr>
            <a:xfrm>
              <a:off x="6352415" y="2975843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Pre Imaging Preparation</a:t>
              </a:r>
            </a:p>
          </p:txBody>
        </p:sp>
        <p:sp>
          <p:nvSpPr>
            <p:cNvPr id="23" name="Arrow: Chevron 26">
              <a:extLst>
                <a:ext uri="{FF2B5EF4-FFF2-40B4-BE49-F238E27FC236}">
                  <a16:creationId xmlns:a16="http://schemas.microsoft.com/office/drawing/2014/main" id="{162AB272-7A4D-1C21-3F79-BCAF31D404E2}"/>
                </a:ext>
              </a:extLst>
            </p:cNvPr>
            <p:cNvSpPr/>
            <p:nvPr/>
          </p:nvSpPr>
          <p:spPr>
            <a:xfrm>
              <a:off x="3380615" y="2945082"/>
              <a:ext cx="3429000" cy="1600200"/>
            </a:xfrm>
            <a:prstGeom prst="chevr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Scheduling </a:t>
              </a:r>
            </a:p>
          </p:txBody>
        </p:sp>
        <p:sp>
          <p:nvSpPr>
            <p:cNvPr id="24" name="Arrow: Chevron 27">
              <a:extLst>
                <a:ext uri="{FF2B5EF4-FFF2-40B4-BE49-F238E27FC236}">
                  <a16:creationId xmlns:a16="http://schemas.microsoft.com/office/drawing/2014/main" id="{EF39FA7C-91A2-FC51-10E9-29AE6CB44AC4}"/>
                </a:ext>
              </a:extLst>
            </p:cNvPr>
            <p:cNvSpPr/>
            <p:nvPr/>
          </p:nvSpPr>
          <p:spPr>
            <a:xfrm>
              <a:off x="231976" y="2945082"/>
              <a:ext cx="360584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Order Placement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EC7E69C-60A9-4EE0-C97A-74DD40DDE46F}"/>
              </a:ext>
            </a:extLst>
          </p:cNvPr>
          <p:cNvSpPr txBox="1"/>
          <p:nvPr/>
        </p:nvSpPr>
        <p:spPr>
          <a:xfrm>
            <a:off x="10838965" y="2588954"/>
            <a:ext cx="651507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Reducing abuse of STAT orders which delays techs to call for clarification </a:t>
            </a:r>
          </a:p>
          <a:p>
            <a:endParaRPr lang="en-US" sz="4400" b="1">
              <a:solidFill>
                <a:schemeClr val="bg1"/>
              </a:solidFill>
            </a:endParaRPr>
          </a:p>
          <a:p>
            <a:r>
              <a:rPr lang="en-US" sz="4400" b="1">
                <a:solidFill>
                  <a:schemeClr val="bg1"/>
                </a:solidFill>
              </a:rPr>
              <a:t>Techs also push orders with lesser urgency farther down the queue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78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4E762-C4F7-0900-9457-9B8B22EC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28967D-54B7-D6D2-1DA2-D995F3A92C34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1B5E54-7C25-8FCE-E3EE-408AFDE275D5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Addressing Demand of MRI Services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F52CB9-B007-9B51-F8F0-53187BB4F929}"/>
              </a:ext>
            </a:extLst>
          </p:cNvPr>
          <p:cNvGrpSpPr/>
          <p:nvPr/>
        </p:nvGrpSpPr>
        <p:grpSpPr>
          <a:xfrm>
            <a:off x="1861326" y="8543564"/>
            <a:ext cx="14565349" cy="943336"/>
            <a:chOff x="231976" y="2945082"/>
            <a:chExt cx="15493039" cy="1633552"/>
          </a:xfrm>
        </p:grpSpPr>
        <p:sp>
          <p:nvSpPr>
            <p:cNvPr id="13" name="Arrow: Chevron 6">
              <a:extLst>
                <a:ext uri="{FF2B5EF4-FFF2-40B4-BE49-F238E27FC236}">
                  <a16:creationId xmlns:a16="http://schemas.microsoft.com/office/drawing/2014/main" id="{32B98AFC-1047-1346-DDC0-61CE13F5ADA8}"/>
                </a:ext>
              </a:extLst>
            </p:cNvPr>
            <p:cNvSpPr/>
            <p:nvPr/>
          </p:nvSpPr>
          <p:spPr>
            <a:xfrm>
              <a:off x="122960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Imaging procedure</a:t>
              </a:r>
            </a:p>
          </p:txBody>
        </p:sp>
        <p:sp>
          <p:nvSpPr>
            <p:cNvPr id="14" name="Arrow: Chevron 17">
              <a:extLst>
                <a:ext uri="{FF2B5EF4-FFF2-40B4-BE49-F238E27FC236}">
                  <a16:creationId xmlns:a16="http://schemas.microsoft.com/office/drawing/2014/main" id="{A2BC9528-A690-2AA1-5910-21A1093AE712}"/>
                </a:ext>
              </a:extLst>
            </p:cNvPr>
            <p:cNvSpPr/>
            <p:nvPr/>
          </p:nvSpPr>
          <p:spPr>
            <a:xfrm>
              <a:off x="93242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Transport to imaging department</a:t>
              </a:r>
            </a:p>
          </p:txBody>
        </p:sp>
        <p:sp>
          <p:nvSpPr>
            <p:cNvPr id="15" name="Arrow: Chevron 25">
              <a:extLst>
                <a:ext uri="{FF2B5EF4-FFF2-40B4-BE49-F238E27FC236}">
                  <a16:creationId xmlns:a16="http://schemas.microsoft.com/office/drawing/2014/main" id="{2CFE3133-6671-6091-C7BA-612B92E60327}"/>
                </a:ext>
              </a:extLst>
            </p:cNvPr>
            <p:cNvSpPr/>
            <p:nvPr/>
          </p:nvSpPr>
          <p:spPr>
            <a:xfrm>
              <a:off x="6352415" y="2975843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Pre Imaging Preparation</a:t>
              </a:r>
            </a:p>
          </p:txBody>
        </p:sp>
        <p:sp>
          <p:nvSpPr>
            <p:cNvPr id="16" name="Arrow: Chevron 26">
              <a:extLst>
                <a:ext uri="{FF2B5EF4-FFF2-40B4-BE49-F238E27FC236}">
                  <a16:creationId xmlns:a16="http://schemas.microsoft.com/office/drawing/2014/main" id="{CC8A519E-354E-054A-EA66-F6BD21CE827E}"/>
                </a:ext>
              </a:extLst>
            </p:cNvPr>
            <p:cNvSpPr/>
            <p:nvPr/>
          </p:nvSpPr>
          <p:spPr>
            <a:xfrm>
              <a:off x="3380615" y="2945082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Scheduling </a:t>
              </a:r>
            </a:p>
          </p:txBody>
        </p:sp>
        <p:sp>
          <p:nvSpPr>
            <p:cNvPr id="17" name="Arrow: Chevron 27">
              <a:extLst>
                <a:ext uri="{FF2B5EF4-FFF2-40B4-BE49-F238E27FC236}">
                  <a16:creationId xmlns:a16="http://schemas.microsoft.com/office/drawing/2014/main" id="{663F8143-9117-D182-C767-805172E1C4E7}"/>
                </a:ext>
              </a:extLst>
            </p:cNvPr>
            <p:cNvSpPr/>
            <p:nvPr/>
          </p:nvSpPr>
          <p:spPr>
            <a:xfrm>
              <a:off x="231976" y="2945082"/>
              <a:ext cx="3605840" cy="1600200"/>
            </a:xfrm>
            <a:prstGeom prst="chevr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Order Placement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0CED9C9-F8FA-3B43-DB3D-5FE640A34E35}"/>
              </a:ext>
            </a:extLst>
          </p:cNvPr>
          <p:cNvSpPr txBox="1"/>
          <p:nvPr/>
        </p:nvSpPr>
        <p:spPr>
          <a:xfrm>
            <a:off x="11151220" y="3533869"/>
            <a:ext cx="56889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Ordering of multiple MRI tests at a time drives demand and creates backlog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BBC8C9F-0329-4BEF-8FDE-568E3BBBAC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277005"/>
              </p:ext>
            </p:extLst>
          </p:nvPr>
        </p:nvGraphicFramePr>
        <p:xfrm>
          <a:off x="1143000" y="1812786"/>
          <a:ext cx="7783551" cy="6242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42872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422BF-D1DF-63EA-D610-9A48C078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192B2A-8480-483E-C9F1-B4FDABD6917D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94392-BF9F-68B9-50A4-65E6DF4AB4FE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Addressing Demand of MRI Services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312E75-CE88-B169-7E05-78816AA7C7DF}"/>
              </a:ext>
            </a:extLst>
          </p:cNvPr>
          <p:cNvGrpSpPr/>
          <p:nvPr/>
        </p:nvGrpSpPr>
        <p:grpSpPr>
          <a:xfrm>
            <a:off x="1861326" y="8543564"/>
            <a:ext cx="14565349" cy="943336"/>
            <a:chOff x="231976" y="2945082"/>
            <a:chExt cx="15493039" cy="1633552"/>
          </a:xfrm>
        </p:grpSpPr>
        <p:sp>
          <p:nvSpPr>
            <p:cNvPr id="13" name="Arrow: Chevron 6">
              <a:extLst>
                <a:ext uri="{FF2B5EF4-FFF2-40B4-BE49-F238E27FC236}">
                  <a16:creationId xmlns:a16="http://schemas.microsoft.com/office/drawing/2014/main" id="{3909573C-F864-E622-214C-89BFFCF1E0E0}"/>
                </a:ext>
              </a:extLst>
            </p:cNvPr>
            <p:cNvSpPr/>
            <p:nvPr/>
          </p:nvSpPr>
          <p:spPr>
            <a:xfrm>
              <a:off x="122960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Imaging procedure</a:t>
              </a:r>
            </a:p>
          </p:txBody>
        </p:sp>
        <p:sp>
          <p:nvSpPr>
            <p:cNvPr id="14" name="Arrow: Chevron 17">
              <a:extLst>
                <a:ext uri="{FF2B5EF4-FFF2-40B4-BE49-F238E27FC236}">
                  <a16:creationId xmlns:a16="http://schemas.microsoft.com/office/drawing/2014/main" id="{E02C8DF4-26BC-2C20-1F37-40CF1AB6794F}"/>
                </a:ext>
              </a:extLst>
            </p:cNvPr>
            <p:cNvSpPr/>
            <p:nvPr/>
          </p:nvSpPr>
          <p:spPr>
            <a:xfrm>
              <a:off x="93242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Transport to imaging department</a:t>
              </a:r>
            </a:p>
          </p:txBody>
        </p:sp>
        <p:sp>
          <p:nvSpPr>
            <p:cNvPr id="15" name="Arrow: Chevron 25">
              <a:extLst>
                <a:ext uri="{FF2B5EF4-FFF2-40B4-BE49-F238E27FC236}">
                  <a16:creationId xmlns:a16="http://schemas.microsoft.com/office/drawing/2014/main" id="{4E424B91-B173-2FC5-D8B8-2719BD62FB19}"/>
                </a:ext>
              </a:extLst>
            </p:cNvPr>
            <p:cNvSpPr/>
            <p:nvPr/>
          </p:nvSpPr>
          <p:spPr>
            <a:xfrm>
              <a:off x="6352415" y="2975843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Pre Imaging Preparation</a:t>
              </a:r>
            </a:p>
          </p:txBody>
        </p:sp>
        <p:sp>
          <p:nvSpPr>
            <p:cNvPr id="16" name="Arrow: Chevron 26">
              <a:extLst>
                <a:ext uri="{FF2B5EF4-FFF2-40B4-BE49-F238E27FC236}">
                  <a16:creationId xmlns:a16="http://schemas.microsoft.com/office/drawing/2014/main" id="{DE48CE4A-BAC4-DF2F-301E-CA4FC451557F}"/>
                </a:ext>
              </a:extLst>
            </p:cNvPr>
            <p:cNvSpPr/>
            <p:nvPr/>
          </p:nvSpPr>
          <p:spPr>
            <a:xfrm>
              <a:off x="3380615" y="2945082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Scheduling </a:t>
              </a:r>
            </a:p>
          </p:txBody>
        </p:sp>
        <p:sp>
          <p:nvSpPr>
            <p:cNvPr id="17" name="Arrow: Chevron 27">
              <a:extLst>
                <a:ext uri="{FF2B5EF4-FFF2-40B4-BE49-F238E27FC236}">
                  <a16:creationId xmlns:a16="http://schemas.microsoft.com/office/drawing/2014/main" id="{A82421DB-77F0-5A6D-0FC0-54F1BF9DC2D6}"/>
                </a:ext>
              </a:extLst>
            </p:cNvPr>
            <p:cNvSpPr/>
            <p:nvPr/>
          </p:nvSpPr>
          <p:spPr>
            <a:xfrm>
              <a:off x="231976" y="2945082"/>
              <a:ext cx="3605840" cy="1600200"/>
            </a:xfrm>
            <a:prstGeom prst="chevr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Order Placement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7E285C-4D53-8BC5-FEEF-57839D89649B}"/>
              </a:ext>
            </a:extLst>
          </p:cNvPr>
          <p:cNvSpPr txBox="1"/>
          <p:nvPr/>
        </p:nvSpPr>
        <p:spPr>
          <a:xfrm>
            <a:off x="11151220" y="3195314"/>
            <a:ext cx="568898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If not completely necessary, Tech spends time communicating with provider for verification</a:t>
            </a:r>
            <a:endParaRPr lang="en-US" sz="4400">
              <a:solidFill>
                <a:schemeClr val="bg1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A549C6F-43AE-0E28-959E-73DE3425336B}"/>
              </a:ext>
            </a:extLst>
          </p:cNvPr>
          <p:cNvGraphicFramePr/>
          <p:nvPr/>
        </p:nvGraphicFramePr>
        <p:xfrm>
          <a:off x="1143000" y="1812786"/>
          <a:ext cx="7783551" cy="6242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43636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582E7-8A18-20C6-8D72-94B8F9D1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3C8FCB-4D34-5492-F21A-CC5E93EF9827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D95BD-6428-41F1-7C71-BE77821E37D4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Addressing Demand of MRI Services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B6CD13-A0AB-6F37-C0BC-EAB379889E96}"/>
              </a:ext>
            </a:extLst>
          </p:cNvPr>
          <p:cNvGrpSpPr/>
          <p:nvPr/>
        </p:nvGrpSpPr>
        <p:grpSpPr>
          <a:xfrm>
            <a:off x="1861326" y="8543564"/>
            <a:ext cx="14565349" cy="943336"/>
            <a:chOff x="231976" y="2945082"/>
            <a:chExt cx="15493039" cy="1633552"/>
          </a:xfrm>
        </p:grpSpPr>
        <p:sp>
          <p:nvSpPr>
            <p:cNvPr id="13" name="Arrow: Chevron 6">
              <a:extLst>
                <a:ext uri="{FF2B5EF4-FFF2-40B4-BE49-F238E27FC236}">
                  <a16:creationId xmlns:a16="http://schemas.microsoft.com/office/drawing/2014/main" id="{EEBDFF9C-1BEF-DA4C-51E8-846FCD08E320}"/>
                </a:ext>
              </a:extLst>
            </p:cNvPr>
            <p:cNvSpPr/>
            <p:nvPr/>
          </p:nvSpPr>
          <p:spPr>
            <a:xfrm>
              <a:off x="122960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Imaging procedure</a:t>
              </a:r>
            </a:p>
          </p:txBody>
        </p:sp>
        <p:sp>
          <p:nvSpPr>
            <p:cNvPr id="14" name="Arrow: Chevron 17">
              <a:extLst>
                <a:ext uri="{FF2B5EF4-FFF2-40B4-BE49-F238E27FC236}">
                  <a16:creationId xmlns:a16="http://schemas.microsoft.com/office/drawing/2014/main" id="{6DB0BDBF-9DE9-E74C-5AC7-4851245FF1BC}"/>
                </a:ext>
              </a:extLst>
            </p:cNvPr>
            <p:cNvSpPr/>
            <p:nvPr/>
          </p:nvSpPr>
          <p:spPr>
            <a:xfrm>
              <a:off x="93242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Transport to imaging department</a:t>
              </a:r>
            </a:p>
          </p:txBody>
        </p:sp>
        <p:sp>
          <p:nvSpPr>
            <p:cNvPr id="15" name="Arrow: Chevron 25">
              <a:extLst>
                <a:ext uri="{FF2B5EF4-FFF2-40B4-BE49-F238E27FC236}">
                  <a16:creationId xmlns:a16="http://schemas.microsoft.com/office/drawing/2014/main" id="{50E74E45-2567-4F09-67AC-7F409FF9A432}"/>
                </a:ext>
              </a:extLst>
            </p:cNvPr>
            <p:cNvSpPr/>
            <p:nvPr/>
          </p:nvSpPr>
          <p:spPr>
            <a:xfrm>
              <a:off x="6352415" y="2975843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Pre Imaging Preparation</a:t>
              </a:r>
            </a:p>
          </p:txBody>
        </p:sp>
        <p:sp>
          <p:nvSpPr>
            <p:cNvPr id="16" name="Arrow: Chevron 26">
              <a:extLst>
                <a:ext uri="{FF2B5EF4-FFF2-40B4-BE49-F238E27FC236}">
                  <a16:creationId xmlns:a16="http://schemas.microsoft.com/office/drawing/2014/main" id="{85E6C784-B63D-98C0-934F-C9E3591543A2}"/>
                </a:ext>
              </a:extLst>
            </p:cNvPr>
            <p:cNvSpPr/>
            <p:nvPr/>
          </p:nvSpPr>
          <p:spPr>
            <a:xfrm>
              <a:off x="3380615" y="2945082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Scheduling </a:t>
              </a:r>
            </a:p>
          </p:txBody>
        </p:sp>
        <p:sp>
          <p:nvSpPr>
            <p:cNvPr id="17" name="Arrow: Chevron 27">
              <a:extLst>
                <a:ext uri="{FF2B5EF4-FFF2-40B4-BE49-F238E27FC236}">
                  <a16:creationId xmlns:a16="http://schemas.microsoft.com/office/drawing/2014/main" id="{150E6A49-59B8-60F4-8DBF-86515100E525}"/>
                </a:ext>
              </a:extLst>
            </p:cNvPr>
            <p:cNvSpPr/>
            <p:nvPr/>
          </p:nvSpPr>
          <p:spPr>
            <a:xfrm>
              <a:off x="231976" y="2945082"/>
              <a:ext cx="3605840" cy="1600200"/>
            </a:xfrm>
            <a:prstGeom prst="chevr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Order Placement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C6B9A32-A06A-610D-ACD6-89136AB404DA}"/>
              </a:ext>
            </a:extLst>
          </p:cNvPr>
          <p:cNvSpPr txBox="1"/>
          <p:nvPr/>
        </p:nvSpPr>
        <p:spPr>
          <a:xfrm>
            <a:off x="11151220" y="3533868"/>
            <a:ext cx="56889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Emphasis on considering more time/cost/information efficient procedures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C5C8F68-74F2-A77E-2063-72348D8DB564}"/>
              </a:ext>
            </a:extLst>
          </p:cNvPr>
          <p:cNvGraphicFramePr/>
          <p:nvPr/>
        </p:nvGraphicFramePr>
        <p:xfrm>
          <a:off x="1143000" y="1812786"/>
          <a:ext cx="7783551" cy="6242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434321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4B7EC-707F-8914-D1E6-C6386BF2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8268ED-E6A7-1337-E8F6-1D507800DD0C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35B45-AA9E-62EC-7D91-A8012EECA20C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Addressing Operating Constraints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6B18197-6A7E-2851-1412-3F92BE4CE06E}"/>
              </a:ext>
            </a:extLst>
          </p:cNvPr>
          <p:cNvGrpSpPr/>
          <p:nvPr/>
        </p:nvGrpSpPr>
        <p:grpSpPr>
          <a:xfrm>
            <a:off x="1861326" y="8543564"/>
            <a:ext cx="14565349" cy="943336"/>
            <a:chOff x="231976" y="2945082"/>
            <a:chExt cx="15493039" cy="1633552"/>
          </a:xfrm>
        </p:grpSpPr>
        <p:sp>
          <p:nvSpPr>
            <p:cNvPr id="5" name="Arrow: Chevron 6">
              <a:extLst>
                <a:ext uri="{FF2B5EF4-FFF2-40B4-BE49-F238E27FC236}">
                  <a16:creationId xmlns:a16="http://schemas.microsoft.com/office/drawing/2014/main" id="{076A99A6-138E-251A-5713-108E91E3023B}"/>
                </a:ext>
              </a:extLst>
            </p:cNvPr>
            <p:cNvSpPr/>
            <p:nvPr/>
          </p:nvSpPr>
          <p:spPr>
            <a:xfrm>
              <a:off x="122960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Imaging procedure</a:t>
              </a:r>
            </a:p>
          </p:txBody>
        </p:sp>
        <p:sp>
          <p:nvSpPr>
            <p:cNvPr id="6" name="Arrow: Chevron 17">
              <a:extLst>
                <a:ext uri="{FF2B5EF4-FFF2-40B4-BE49-F238E27FC236}">
                  <a16:creationId xmlns:a16="http://schemas.microsoft.com/office/drawing/2014/main" id="{D5DA8E3B-F350-6799-D859-B70CE7B66A43}"/>
                </a:ext>
              </a:extLst>
            </p:cNvPr>
            <p:cNvSpPr/>
            <p:nvPr/>
          </p:nvSpPr>
          <p:spPr>
            <a:xfrm>
              <a:off x="9324215" y="2978434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Transport to imaging department</a:t>
              </a:r>
            </a:p>
          </p:txBody>
        </p:sp>
        <p:sp>
          <p:nvSpPr>
            <p:cNvPr id="8" name="Arrow: Chevron 25">
              <a:extLst>
                <a:ext uri="{FF2B5EF4-FFF2-40B4-BE49-F238E27FC236}">
                  <a16:creationId xmlns:a16="http://schemas.microsoft.com/office/drawing/2014/main" id="{4DD6D176-2B8E-E1FF-F637-74E6123F6A8D}"/>
                </a:ext>
              </a:extLst>
            </p:cNvPr>
            <p:cNvSpPr/>
            <p:nvPr/>
          </p:nvSpPr>
          <p:spPr>
            <a:xfrm>
              <a:off x="6352415" y="2975843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Pre Imaging Preparation</a:t>
              </a:r>
            </a:p>
          </p:txBody>
        </p:sp>
        <p:sp>
          <p:nvSpPr>
            <p:cNvPr id="9" name="Arrow: Chevron 26">
              <a:extLst>
                <a:ext uri="{FF2B5EF4-FFF2-40B4-BE49-F238E27FC236}">
                  <a16:creationId xmlns:a16="http://schemas.microsoft.com/office/drawing/2014/main" id="{B183714F-779F-9DEA-F633-D5058F855D06}"/>
                </a:ext>
              </a:extLst>
            </p:cNvPr>
            <p:cNvSpPr/>
            <p:nvPr/>
          </p:nvSpPr>
          <p:spPr>
            <a:xfrm>
              <a:off x="3380615" y="2945082"/>
              <a:ext cx="342900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solidFill>
                    <a:schemeClr val="bg1"/>
                  </a:solidFill>
                </a:rPr>
                <a:t>Scheduling </a:t>
              </a:r>
            </a:p>
          </p:txBody>
        </p:sp>
        <p:sp>
          <p:nvSpPr>
            <p:cNvPr id="10" name="Arrow: Chevron 27">
              <a:extLst>
                <a:ext uri="{FF2B5EF4-FFF2-40B4-BE49-F238E27FC236}">
                  <a16:creationId xmlns:a16="http://schemas.microsoft.com/office/drawing/2014/main" id="{E7CE733E-8489-608E-B8BE-8E24C05B2E91}"/>
                </a:ext>
              </a:extLst>
            </p:cNvPr>
            <p:cNvSpPr/>
            <p:nvPr/>
          </p:nvSpPr>
          <p:spPr>
            <a:xfrm>
              <a:off x="231976" y="2945082"/>
              <a:ext cx="3605840" cy="1600200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Order Placement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CFE4FBC-42B2-8462-4B0E-3E3715198790}"/>
              </a:ext>
            </a:extLst>
          </p:cNvPr>
          <p:cNvSpPr txBox="1"/>
          <p:nvPr/>
        </p:nvSpPr>
        <p:spPr>
          <a:xfrm>
            <a:off x="10409141" y="2832410"/>
            <a:ext cx="671913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To meet already high demand for MRI services</a:t>
            </a:r>
          </a:p>
          <a:p>
            <a:endParaRPr lang="en-US" sz="4400">
              <a:solidFill>
                <a:schemeClr val="bg1"/>
              </a:solidFill>
            </a:endParaRPr>
          </a:p>
          <a:p>
            <a:r>
              <a:rPr lang="en-US" sz="4400" b="1">
                <a:solidFill>
                  <a:schemeClr val="bg1"/>
                </a:solidFill>
              </a:rPr>
              <a:t>To reduce weekday scheduling constraint and take advantage of weekend efficiency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8B46743-7056-F0F7-FD1D-1DDE89A7A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5230887"/>
              </p:ext>
            </p:extLst>
          </p:nvPr>
        </p:nvGraphicFramePr>
        <p:xfrm>
          <a:off x="1143000" y="1894049"/>
          <a:ext cx="7783551" cy="6242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17473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6E026-B46D-B062-F123-14A31DDF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FA3B18-AB7A-464D-7442-046A22F5691C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1AB9D0-9A50-4519-8C02-04C2466F8237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1D81-1E9E-B403-D902-7C536232F49C}"/>
              </a:ext>
            </a:extLst>
          </p:cNvPr>
          <p:cNvSpPr txBox="1"/>
          <p:nvPr/>
        </p:nvSpPr>
        <p:spPr>
          <a:xfrm>
            <a:off x="1143000" y="2216037"/>
            <a:ext cx="12563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Looking </a:t>
            </a:r>
            <a:r>
              <a:rPr lang="en-US" sz="3200" b="1">
                <a:solidFill>
                  <a:schemeClr val="bg1"/>
                </a:solidFill>
              </a:rPr>
              <a:t>deeper</a:t>
            </a:r>
            <a:r>
              <a:rPr lang="en-US" sz="3200">
                <a:solidFill>
                  <a:schemeClr val="bg1"/>
                </a:solidFill>
              </a:rPr>
              <a:t> into the pre-procedure MRI workflows…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5D8D87-AC58-9904-A2C8-6C374544C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50215"/>
              </p:ext>
            </p:extLst>
          </p:nvPr>
        </p:nvGraphicFramePr>
        <p:xfrm>
          <a:off x="1152787" y="3327174"/>
          <a:ext cx="5266944" cy="3366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72">
                  <a:extLst>
                    <a:ext uri="{9D8B030D-6E8A-4147-A177-3AD203B41FA5}">
                      <a16:colId xmlns:a16="http://schemas.microsoft.com/office/drawing/2014/main" val="400148681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622953998"/>
                    </a:ext>
                  </a:extLst>
                </a:gridCol>
              </a:tblGrid>
              <a:tr h="841559"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725401"/>
                  </a:ext>
                </a:extLst>
              </a:tr>
              <a:tr h="8415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accent2"/>
                          </a:solidFill>
                        </a:rPr>
                        <a:t>MRI BRAIN W/WO 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/>
                          </a:solidFill>
                        </a:rPr>
                        <a:t>761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363998"/>
                  </a:ext>
                </a:extLst>
              </a:tr>
              <a:tr h="841559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MRI BRAIN WO CONTRAST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</a:rPr>
                        <a:t>525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03851"/>
                  </a:ext>
                </a:extLst>
              </a:tr>
              <a:tr h="841559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MRI C-SPINE WO CONTRAST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98050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0E8223CA-4A46-A9F6-584E-16C9AEB08B42}"/>
              </a:ext>
            </a:extLst>
          </p:cNvPr>
          <p:cNvSpPr/>
          <p:nvPr/>
        </p:nvSpPr>
        <p:spPr>
          <a:xfrm>
            <a:off x="7278625" y="3986784"/>
            <a:ext cx="2907792" cy="1463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86AFBC-3BDA-2394-ADA2-FA50ADCB5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88943"/>
              </p:ext>
            </p:extLst>
          </p:nvPr>
        </p:nvGraphicFramePr>
        <p:xfrm>
          <a:off x="10880719" y="3204062"/>
          <a:ext cx="6254494" cy="348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7247">
                  <a:extLst>
                    <a:ext uri="{9D8B030D-6E8A-4147-A177-3AD203B41FA5}">
                      <a16:colId xmlns:a16="http://schemas.microsoft.com/office/drawing/2014/main" val="4001486810"/>
                    </a:ext>
                  </a:extLst>
                </a:gridCol>
                <a:gridCol w="3127247">
                  <a:extLst>
                    <a:ext uri="{9D8B030D-6E8A-4147-A177-3AD203B41FA5}">
                      <a16:colId xmlns:a16="http://schemas.microsoft.com/office/drawing/2014/main" val="622953998"/>
                    </a:ext>
                  </a:extLst>
                </a:gridCol>
              </a:tblGrid>
              <a:tr h="942420">
                <a:tc>
                  <a:txBody>
                    <a:bodyPr/>
                    <a:lstStyle/>
                    <a:p>
                      <a:r>
                        <a:rPr lang="en-US"/>
                        <a:t>Ordering Department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Count of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accent2"/>
                          </a:solidFill>
                          <a:highlight>
                            <a:srgbClr val="D2DFEE"/>
                          </a:highlight>
                        </a:rPr>
                        <a:t>MRI BRAIN W/WO CONTRAST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725401"/>
                  </a:ext>
                </a:extLst>
              </a:tr>
              <a:tr h="8489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Emergency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363998"/>
                  </a:ext>
                </a:extLst>
              </a:tr>
              <a:tr h="848976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Neurosciences CCU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03851"/>
                  </a:ext>
                </a:extLst>
              </a:tr>
              <a:tr h="848976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Neurosciences Unit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980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5B5D28-4D46-5C87-02D2-D21D2677B8BA}"/>
              </a:ext>
            </a:extLst>
          </p:cNvPr>
          <p:cNvSpPr txBox="1"/>
          <p:nvPr/>
        </p:nvSpPr>
        <p:spPr>
          <a:xfrm>
            <a:off x="1152787" y="7735824"/>
            <a:ext cx="148126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Finding opportunities for process optimization in workflow of most frequent ordering departments</a:t>
            </a:r>
          </a:p>
        </p:txBody>
      </p:sp>
    </p:spTree>
    <p:extLst>
      <p:ext uri="{BB962C8B-B14F-4D97-AF65-F5344CB8AC3E}">
        <p14:creationId xmlns:p14="http://schemas.microsoft.com/office/powerpoint/2010/main" val="1613149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8D58E-A7B8-6C85-186A-681D6171C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4B1D28-BF44-1B6C-E2F4-F0110EC3DB9F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DF4F6-23D6-E4EC-C1A6-DCCD002AAD91}"/>
              </a:ext>
            </a:extLst>
          </p:cNvPr>
          <p:cNvSpPr txBox="1"/>
          <p:nvPr/>
        </p:nvSpPr>
        <p:spPr>
          <a:xfrm>
            <a:off x="1143000" y="1104900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2A45D-6974-D0A7-298C-7D0FDD4CE307}"/>
              </a:ext>
            </a:extLst>
          </p:cNvPr>
          <p:cNvSpPr txBox="1"/>
          <p:nvPr/>
        </p:nvSpPr>
        <p:spPr>
          <a:xfrm>
            <a:off x="1143000" y="2315945"/>
            <a:ext cx="11128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Now looking </a:t>
            </a:r>
            <a:r>
              <a:rPr lang="en-US" sz="3200" b="1">
                <a:solidFill>
                  <a:schemeClr val="bg1"/>
                </a:solidFill>
              </a:rPr>
              <a:t>deeper</a:t>
            </a:r>
            <a:r>
              <a:rPr lang="en-US" sz="3200">
                <a:solidFill>
                  <a:schemeClr val="bg1"/>
                </a:solidFill>
              </a:rPr>
              <a:t> into the pre-procedure ECHO workflows…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4DDBC9-41B7-7812-EEB9-9D47FBE45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299012"/>
              </p:ext>
            </p:extLst>
          </p:nvPr>
        </p:nvGraphicFramePr>
        <p:xfrm>
          <a:off x="1152787" y="3403879"/>
          <a:ext cx="6089902" cy="3439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1">
                  <a:extLst>
                    <a:ext uri="{9D8B030D-6E8A-4147-A177-3AD203B41FA5}">
                      <a16:colId xmlns:a16="http://schemas.microsoft.com/office/drawing/2014/main" val="4001486810"/>
                    </a:ext>
                  </a:extLst>
                </a:gridCol>
                <a:gridCol w="3044951">
                  <a:extLst>
                    <a:ext uri="{9D8B030D-6E8A-4147-A177-3AD203B41FA5}">
                      <a16:colId xmlns:a16="http://schemas.microsoft.com/office/drawing/2014/main" val="622953998"/>
                    </a:ext>
                  </a:extLst>
                </a:gridCol>
              </a:tblGrid>
              <a:tr h="841559"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725401"/>
                  </a:ext>
                </a:extLst>
              </a:tr>
              <a:tr h="8415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accent2"/>
                          </a:solidFill>
                        </a:rPr>
                        <a:t>ECHO TRANSTHORACIC COMPLETE (TTE) (ADULT LAB)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/>
                          </a:solidFill>
                        </a:rPr>
                        <a:t>4,296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363998"/>
                  </a:ext>
                </a:extLst>
              </a:tr>
              <a:tr h="8415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 TRANSTHORACIC LIMITED (TTE) (ADULT LAB)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03851"/>
                  </a:ext>
                </a:extLst>
              </a:tr>
              <a:tr h="841559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 TRANSTHORACIC W/ AGITATED SALINE COMPLETE (ADULT LAB)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98050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02BB837A-E950-A286-5F82-9D3A58898482}"/>
              </a:ext>
            </a:extLst>
          </p:cNvPr>
          <p:cNvSpPr/>
          <p:nvPr/>
        </p:nvSpPr>
        <p:spPr>
          <a:xfrm>
            <a:off x="8668512" y="4096512"/>
            <a:ext cx="1847088" cy="1463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2547B3-9664-4022-530B-12F993337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429281"/>
              </p:ext>
            </p:extLst>
          </p:nvPr>
        </p:nvGraphicFramePr>
        <p:xfrm>
          <a:off x="11247122" y="3327174"/>
          <a:ext cx="6089902" cy="5033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1">
                  <a:extLst>
                    <a:ext uri="{9D8B030D-6E8A-4147-A177-3AD203B41FA5}">
                      <a16:colId xmlns:a16="http://schemas.microsoft.com/office/drawing/2014/main" val="4001486810"/>
                    </a:ext>
                  </a:extLst>
                </a:gridCol>
                <a:gridCol w="3044951">
                  <a:extLst>
                    <a:ext uri="{9D8B030D-6E8A-4147-A177-3AD203B41FA5}">
                      <a16:colId xmlns:a16="http://schemas.microsoft.com/office/drawing/2014/main" val="622953998"/>
                    </a:ext>
                  </a:extLst>
                </a:gridCol>
              </a:tblGrid>
              <a:tr h="295255">
                <a:tc>
                  <a:txBody>
                    <a:bodyPr/>
                    <a:lstStyle/>
                    <a:p>
                      <a:r>
                        <a:rPr lang="en-US"/>
                        <a:t>Ordering Department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Count of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accent2"/>
                          </a:solidFill>
                          <a:highlight>
                            <a:srgbClr val="D2DFEE"/>
                          </a:highlight>
                        </a:rPr>
                        <a:t>ECHO TRANSTHORACIC COMPLETE (TTE) (ADULT LAB)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725401"/>
                  </a:ext>
                </a:extLst>
              </a:tr>
              <a:tr h="8237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Emergency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363998"/>
                  </a:ext>
                </a:extLst>
              </a:tr>
              <a:tr h="823734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Cardiac ICU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03851"/>
                  </a:ext>
                </a:extLst>
              </a:tr>
              <a:tr h="823734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Medical ICU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98050"/>
                  </a:ext>
                </a:extLst>
              </a:tr>
              <a:tr h="823734">
                <a:tc>
                  <a:txBody>
                    <a:bodyPr/>
                    <a:lstStyle/>
                    <a:p>
                      <a:r>
                        <a:rPr lang="en-US"/>
                        <a:t>Progressive Care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338208"/>
                  </a:ext>
                </a:extLst>
              </a:tr>
              <a:tr h="823734">
                <a:tc>
                  <a:txBody>
                    <a:bodyPr/>
                    <a:lstStyle/>
                    <a:p>
                      <a:r>
                        <a:rPr lang="en-US"/>
                        <a:t>Bridgeview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5013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47B0EA-1193-1E5A-9021-A4EF20A3F264}"/>
              </a:ext>
            </a:extLst>
          </p:cNvPr>
          <p:cNvSpPr txBox="1"/>
          <p:nvPr/>
        </p:nvSpPr>
        <p:spPr>
          <a:xfrm>
            <a:off x="1152787" y="7735824"/>
            <a:ext cx="99297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Finding opportunities for process optimization in workflow of most frequent ordering departments</a:t>
            </a:r>
          </a:p>
        </p:txBody>
      </p:sp>
    </p:spTree>
    <p:extLst>
      <p:ext uri="{BB962C8B-B14F-4D97-AF65-F5344CB8AC3E}">
        <p14:creationId xmlns:p14="http://schemas.microsoft.com/office/powerpoint/2010/main" val="2669520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681324-7663-0EB2-C7CF-2968F068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D7EDA6-2B9B-B815-5BE9-3D830DEB379F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7BC4A-181D-7390-087B-9A201F7AD836}"/>
              </a:ext>
            </a:extLst>
          </p:cNvPr>
          <p:cNvSpPr txBox="1"/>
          <p:nvPr/>
        </p:nvSpPr>
        <p:spPr>
          <a:xfrm>
            <a:off x="952500" y="4435614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29426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5DF3D-EE43-ADC3-A46E-8A98C6C2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68C52C-FA0C-C892-83CD-642755EB4346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89FB1-5F5D-4594-9CA8-FD3D1A428A9E}"/>
              </a:ext>
            </a:extLst>
          </p:cNvPr>
          <p:cNvSpPr txBox="1"/>
          <p:nvPr/>
        </p:nvSpPr>
        <p:spPr>
          <a:xfrm>
            <a:off x="5829299" y="450252"/>
            <a:ext cx="5203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Acknowledgement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A692B-2FE8-CCDE-F1DB-DEE82731DA7D}"/>
              </a:ext>
            </a:extLst>
          </p:cNvPr>
          <p:cNvSpPr txBox="1"/>
          <p:nvPr/>
        </p:nvSpPr>
        <p:spPr>
          <a:xfrm>
            <a:off x="587829" y="1698171"/>
            <a:ext cx="17063357" cy="746215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E3144-E18B-7187-9248-29821C3B1481}"/>
              </a:ext>
            </a:extLst>
          </p:cNvPr>
          <p:cNvSpPr txBox="1"/>
          <p:nvPr/>
        </p:nvSpPr>
        <p:spPr>
          <a:xfrm>
            <a:off x="993321" y="1338942"/>
            <a:ext cx="16252371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+mj-lt"/>
              </a:rPr>
              <a:t>We extend our heartfelt thanks to everyone who made this project possible through their time, expertise, and collaboration:</a:t>
            </a:r>
          </a:p>
          <a:p>
            <a:endParaRPr lang="en-US" sz="2800">
              <a:solidFill>
                <a:schemeClr val="bg1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+mj-lt"/>
              </a:rPr>
              <a:t>Randy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Komenski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– For his leadership, support, and valuable guidance throughout the project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+mj-lt"/>
              </a:rPr>
              <a:t>Dr. Venkat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Gundareddy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– For sharing the physician’s perspective and helping us understand key process 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+mj-lt"/>
              </a:rPr>
              <a:t>Angel Sampedro – For data expertise and constant analytical support that shaped our recommendations.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+mj-lt"/>
              </a:rPr>
              <a:t>Dena Dempster – For leading workflow walkthroughs and sharing her strong understanding of Imaging Services.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+mj-lt"/>
              </a:rPr>
              <a:t>Madison Quinn Gaskin – For helping clarify and provide imaging timing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+mj-lt"/>
              </a:rPr>
              <a:t>Barbara Feege – For financial insights and helping us understand cost impacts.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+mj-lt"/>
              </a:rPr>
              <a:t>Imaging Technicians – For openly sharing your daily experiences, challenges, and ideas during interviews and shadowing, especially Arthur </a:t>
            </a:r>
            <a:r>
              <a:rPr lang="en-US" sz="2800" err="1">
                <a:solidFill>
                  <a:schemeClr val="bg1"/>
                </a:solidFill>
                <a:latin typeface="+mj-lt"/>
              </a:rPr>
              <a:t>Komeni</a:t>
            </a:r>
            <a:r>
              <a:rPr lang="en-US" sz="2800">
                <a:solidFill>
                  <a:schemeClr val="bg1"/>
                </a:solidFill>
                <a:latin typeface="+mj-lt"/>
              </a:rPr>
              <a:t> and Haley Johnson (MRI).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+mj-lt"/>
              </a:rPr>
              <a:t>Echocardiography Leadership – For providing valuable operational insights and day to day information, from Ronald Okorie (Administrative Director, Echocardiography) and Kenneth E. Ridley (Supervisor, Cardiac Sonographer).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chemeClr val="bg1"/>
              </a:solidFill>
              <a:latin typeface="+mj-lt"/>
            </a:endParaRPr>
          </a:p>
          <a:p>
            <a:r>
              <a:rPr lang="en-US" sz="2800">
                <a:solidFill>
                  <a:schemeClr val="bg1"/>
                </a:solidFill>
                <a:latin typeface="+mj-lt"/>
              </a:rPr>
              <a:t>Your generous participation and candor were essential to our understanding of the real problems and in co-creating effective, meaningful solutions. Thank you!</a:t>
            </a:r>
          </a:p>
          <a:p>
            <a:endParaRPr lang="en-IN" sz="28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092600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630E5-DFD2-4CCB-5528-EC6461F2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857A1B-6C47-2066-D951-7CE80BF0B0AA}"/>
              </a:ext>
            </a:extLst>
          </p:cNvPr>
          <p:cNvSpPr/>
          <p:nvPr/>
        </p:nvSpPr>
        <p:spPr>
          <a:xfrm>
            <a:off x="16840200" y="8686800"/>
            <a:ext cx="1295400" cy="1600200"/>
          </a:xfrm>
          <a:custGeom>
            <a:avLst/>
            <a:gdLst/>
            <a:ahLst/>
            <a:cxnLst/>
            <a:rect l="l" t="t" r="r" b="b"/>
            <a:pathLst>
              <a:path w="2505804" h="3136048">
                <a:moveTo>
                  <a:pt x="0" y="0"/>
                </a:moveTo>
                <a:lnTo>
                  <a:pt x="2505804" y="0"/>
                </a:lnTo>
                <a:lnTo>
                  <a:pt x="2505804" y="3136048"/>
                </a:lnTo>
                <a:lnTo>
                  <a:pt x="0" y="313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23541" t="-10450" r="-803021" b="-37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8034C-DCF4-E32C-2165-9B24E5278CF9}"/>
              </a:ext>
            </a:extLst>
          </p:cNvPr>
          <p:cNvSpPr txBox="1"/>
          <p:nvPr/>
        </p:nvSpPr>
        <p:spPr>
          <a:xfrm>
            <a:off x="736600" y="681567"/>
            <a:ext cx="1638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Gentona ExtraBold" panose="00000900000000000000" pitchFamily="50" charset="0"/>
              </a:rPr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AFD46-0E55-D81E-B44E-C009F9A85318}"/>
              </a:ext>
            </a:extLst>
          </p:cNvPr>
          <p:cNvSpPr txBox="1"/>
          <p:nvPr/>
        </p:nvSpPr>
        <p:spPr>
          <a:xfrm>
            <a:off x="609600" y="1845733"/>
            <a:ext cx="170010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bg1"/>
                </a:solidFill>
              </a:rPr>
              <a:t>Meeting with Venkat (09/09/25)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bg1"/>
                </a:solidFill>
              </a:rPr>
              <a:t>Meeting with Dena  Dempster (09/14/2025)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bg1"/>
                </a:solidFill>
              </a:rPr>
              <a:t>Meeting with Angel (09/05/2025)</a:t>
            </a:r>
          </a:p>
          <a:p>
            <a:pPr marL="342900" indent="-342900">
              <a:buFont typeface="+mj-lt"/>
              <a:buAutoNum type="arabicPeriod"/>
            </a:pPr>
            <a:r>
              <a:rPr lang="en-IN">
                <a:solidFill>
                  <a:schemeClr val="bg1"/>
                </a:solidFill>
              </a:rPr>
              <a:t>Meeting with Barbara and Luis Gonzalez.(09/23/2025)</a:t>
            </a:r>
          </a:p>
          <a:p>
            <a:pPr marL="342900" indent="-342900">
              <a:buFont typeface="+mj-lt"/>
              <a:buAutoNum type="arabicPeriod"/>
            </a:pPr>
            <a:r>
              <a:rPr lang="en-IN">
                <a:solidFill>
                  <a:schemeClr val="bg1"/>
                </a:solidFill>
              </a:rPr>
              <a:t>Meeting with Echo team  (Ronald Okorie and Kenneth E. Ridley) (09/26/2025)</a:t>
            </a:r>
          </a:p>
          <a:p>
            <a:pPr marL="342900" indent="-342900">
              <a:buFont typeface="+mj-lt"/>
              <a:buAutoNum type="arabicPeriod"/>
            </a:pPr>
            <a:r>
              <a:rPr lang="en-IN">
                <a:solidFill>
                  <a:schemeClr val="bg1"/>
                </a:solidFill>
              </a:rPr>
              <a:t>Meeting with MRI Technician – Arthur </a:t>
            </a:r>
            <a:r>
              <a:rPr lang="en-IN" err="1">
                <a:solidFill>
                  <a:schemeClr val="bg1"/>
                </a:solidFill>
              </a:rPr>
              <a:t>Komeni</a:t>
            </a:r>
            <a:r>
              <a:rPr lang="en-IN">
                <a:solidFill>
                  <a:schemeClr val="bg1"/>
                </a:solidFill>
              </a:rPr>
              <a:t> (09/27/2025)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chemeClr val="bg1"/>
                </a:solidFill>
              </a:rPr>
              <a:t>Ir J Med Sci. 2024 Mar 9;193(4):1697–1701. doi: 10.1007/s11845-024-03647-z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>
                <a:solidFill>
                  <a:schemeClr val="bg1"/>
                </a:solidFill>
              </a:rPr>
              <a:t>Bidgood, W D Jr et al. “Understanding and using DICOM, the data interchange standard for biomedical imaging.” Journal of the American Medical Informatics Association : JAMIA vol. 4,3 (1997): 199-212. doi:10.1136/jamia.1997.0040199</a:t>
            </a:r>
          </a:p>
          <a:p>
            <a:pPr marL="342900" indent="-342900">
              <a:buFont typeface="+mj-lt"/>
              <a:buAutoNum type="arabicPeriod"/>
            </a:pPr>
            <a:r>
              <a:rPr lang="en-IN">
                <a:solidFill>
                  <a:schemeClr val="bg1"/>
                </a:solidFill>
              </a:rPr>
              <a:t>Amoroso, Alvin. “The Definitive Guide to Mastering Radiology Workflow Optimization &amp; Revolutionizing Your Medical Imaging Workflow.”</a:t>
            </a:r>
            <a:r>
              <a:rPr lang="en-IN" err="1">
                <a:solidFill>
                  <a:schemeClr val="bg1"/>
                </a:solidFill>
              </a:rPr>
              <a:t>Curogram</a:t>
            </a:r>
            <a:r>
              <a:rPr lang="en-IN">
                <a:solidFill>
                  <a:schemeClr val="bg1"/>
                </a:solidFill>
              </a:rPr>
              <a:t>, https://curogram.com/blog/mastering-radiology-workflow-optimization-medical-imaging#:~:text=In%20the%20context%20of%20a,(creating%20the%20diagnostic%20report)%20* </a:t>
            </a:r>
          </a:p>
          <a:p>
            <a:pPr marL="342900" indent="-342900">
              <a:buFont typeface="+mj-lt"/>
              <a:buAutoNum type="arabicPeriod"/>
            </a:pPr>
            <a:r>
              <a:rPr lang="en-IN">
                <a:solidFill>
                  <a:schemeClr val="bg1"/>
                </a:solidFill>
              </a:rPr>
              <a:t>Nadler, Adam D et al. “Categorizing Care Delays and Their Impact on Hospital Length of Stay.” Quality management in health care, 10.1097/QMH.0000000000000503. 5 Nov. 2024, doi:10.1097/QMH.0000000000000503</a:t>
            </a:r>
          </a:p>
          <a:p>
            <a:pPr marL="342900" indent="-342900">
              <a:buFont typeface="+mj-lt"/>
              <a:buAutoNum type="arabicPeriod"/>
            </a:pPr>
            <a:r>
              <a:rPr lang="en-IN">
                <a:solidFill>
                  <a:schemeClr val="bg1"/>
                </a:solidFill>
              </a:rPr>
              <a:t>Nadler AD, Eid SM, </a:t>
            </a:r>
            <a:r>
              <a:rPr lang="en-IN" err="1">
                <a:solidFill>
                  <a:schemeClr val="bg1"/>
                </a:solidFill>
              </a:rPr>
              <a:t>Kisuule</a:t>
            </a:r>
            <a:r>
              <a:rPr lang="en-IN">
                <a:solidFill>
                  <a:schemeClr val="bg1"/>
                </a:solidFill>
              </a:rPr>
              <a:t> F, </a:t>
            </a:r>
            <a:r>
              <a:rPr lang="en-IN" err="1">
                <a:solidFill>
                  <a:schemeClr val="bg1"/>
                </a:solidFill>
              </a:rPr>
              <a:t>Michtalik</a:t>
            </a:r>
            <a:r>
              <a:rPr lang="en-IN">
                <a:solidFill>
                  <a:schemeClr val="bg1"/>
                </a:solidFill>
              </a:rPr>
              <a:t> HJ, </a:t>
            </a:r>
            <a:r>
              <a:rPr lang="en-IN" err="1">
                <a:solidFill>
                  <a:schemeClr val="bg1"/>
                </a:solidFill>
              </a:rPr>
              <a:t>Kantsiper</a:t>
            </a:r>
            <a:r>
              <a:rPr lang="en-IN">
                <a:solidFill>
                  <a:schemeClr val="bg1"/>
                </a:solidFill>
              </a:rPr>
              <a:t> ME, Harris CM, </a:t>
            </a:r>
            <a:r>
              <a:rPr lang="en-IN" err="1">
                <a:solidFill>
                  <a:schemeClr val="bg1"/>
                </a:solidFill>
              </a:rPr>
              <a:t>Gundareddy</a:t>
            </a:r>
            <a:r>
              <a:rPr lang="en-IN">
                <a:solidFill>
                  <a:schemeClr val="bg1"/>
                </a:solidFill>
              </a:rPr>
              <a:t> VP. Categorizing Care Delays and Their Impact on Hospital Length of Stay. Qual Manag Health Care. 2024 Nov 5. </a:t>
            </a:r>
            <a:r>
              <a:rPr lang="en-IN" err="1">
                <a:solidFill>
                  <a:schemeClr val="bg1"/>
                </a:solidFill>
              </a:rPr>
              <a:t>doi</a:t>
            </a:r>
            <a:r>
              <a:rPr lang="en-IN">
                <a:solidFill>
                  <a:schemeClr val="bg1"/>
                </a:solidFill>
              </a:rPr>
              <a:t>: 10.1097/QMH.0000000000000503. </a:t>
            </a:r>
            <a:r>
              <a:rPr lang="en-IN" err="1">
                <a:solidFill>
                  <a:schemeClr val="bg1"/>
                </a:solidFill>
              </a:rPr>
              <a:t>Epub</a:t>
            </a:r>
            <a:r>
              <a:rPr lang="en-IN">
                <a:solidFill>
                  <a:schemeClr val="bg1"/>
                </a:solidFill>
              </a:rPr>
              <a:t> ahead of print. PMID: 39531669.</a:t>
            </a:r>
          </a:p>
        </p:txBody>
      </p:sp>
    </p:spTree>
    <p:extLst>
      <p:ext uri="{BB962C8B-B14F-4D97-AF65-F5344CB8AC3E}">
        <p14:creationId xmlns:p14="http://schemas.microsoft.com/office/powerpoint/2010/main" val="9188023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62F02C0596FF4AAB0EEB9EE389E65D" ma:contentTypeVersion="3" ma:contentTypeDescription="Create a new document." ma:contentTypeScope="" ma:versionID="c1c19f2a56631be89b66908ba6d67434">
  <xsd:schema xmlns:xsd="http://www.w3.org/2001/XMLSchema" xmlns:xs="http://www.w3.org/2001/XMLSchema" xmlns:p="http://schemas.microsoft.com/office/2006/metadata/properties" xmlns:ns2="08727500-bb7a-4fa9-84ec-2944ba76e288" targetNamespace="http://schemas.microsoft.com/office/2006/metadata/properties" ma:root="true" ma:fieldsID="44b51c4ee47da787e79d550bf94a8eaf" ns2:_="">
    <xsd:import namespace="08727500-bb7a-4fa9-84ec-2944ba76e2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27500-bb7a-4fa9-84ec-2944ba76e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944617-5BB7-4B1B-9EA1-721C8834DDB8}">
  <ds:schemaRefs>
    <ds:schemaRef ds:uri="08727500-bb7a-4fa9-84ec-2944ba76e2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AAEA11A-F6D7-4E32-923D-B0D2212BE372}">
  <ds:schemaRefs>
    <ds:schemaRef ds:uri="08727500-bb7a-4fa9-84ec-2944ba76e28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08D370E-B974-41CE-B1E6-2E842D76D4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33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Warnika Sinha</dc:creator>
  <cp:revision>1</cp:revision>
  <cp:lastPrinted>2025-09-30T04:39:36Z</cp:lastPrinted>
  <dcterms:created xsi:type="dcterms:W3CDTF">2006-08-16T00:00:00Z</dcterms:created>
  <dcterms:modified xsi:type="dcterms:W3CDTF">2025-10-13T00:14:36Z</dcterms:modified>
  <dc:identifier>DAGsxjLSYIU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0x0101001A62F02C0596FF4AAB0EEB9EE389E65D</vt:lpwstr>
  </property>
</Properties>
</file>