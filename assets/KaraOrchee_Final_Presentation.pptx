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99" r:id="rId7"/>
    <p:sldId id="258" r:id="rId8"/>
    <p:sldId id="259" r:id="rId9"/>
    <p:sldId id="261" r:id="rId10"/>
    <p:sldId id="295" r:id="rId11"/>
    <p:sldId id="262" r:id="rId12"/>
    <p:sldId id="263" r:id="rId13"/>
    <p:sldId id="264" r:id="rId14"/>
    <p:sldId id="265" r:id="rId15"/>
    <p:sldId id="288" r:id="rId16"/>
    <p:sldId id="298" r:id="rId17"/>
    <p:sldId id="267" r:id="rId18"/>
    <p:sldId id="268" r:id="rId19"/>
    <p:sldId id="269" r:id="rId20"/>
    <p:sldId id="270" r:id="rId21"/>
    <p:sldId id="271" r:id="rId22"/>
    <p:sldId id="272" r:id="rId23"/>
    <p:sldId id="281" r:id="rId24"/>
    <p:sldId id="284" r:id="rId25"/>
    <p:sldId id="283" r:id="rId26"/>
    <p:sldId id="274" r:id="rId27"/>
    <p:sldId id="292" r:id="rId28"/>
    <p:sldId id="293" r:id="rId29"/>
    <p:sldId id="296" r:id="rId30"/>
    <p:sldId id="297" r:id="rId31"/>
    <p:sldId id="280" r:id="rId32"/>
    <p:sldId id="276" r:id="rId33"/>
    <p:sldId id="291" r:id="rId34"/>
    <p:sldId id="279" r:id="rId35"/>
    <p:sldId id="290" r:id="rId36"/>
    <p:sldId id="289" r:id="rId37"/>
    <p:sldId id="300" r:id="rId38"/>
    <p:sldId id="287" r:id="rId39"/>
    <p:sldId id="277" r:id="rId40"/>
  </p:sldIdLst>
  <p:sldSz cx="18288000" cy="10287000"/>
  <p:notesSz cx="6858000" cy="9144000"/>
  <p:embeddedFontLst>
    <p:embeddedFont>
      <p:font typeface="宋体" panose="02010600030101010101" pitchFamily="2" charset="-122"/>
      <p:regular r:id="rId42"/>
    </p:embeddedFont>
    <p:embeddedFont>
      <p:font typeface="Garet" pitchFamily="2" charset="77"/>
      <p:regular r:id="rId43"/>
    </p:embeddedFont>
    <p:embeddedFont>
      <p:font typeface="Garet Bold" pitchFamily="2" charset="77"/>
      <p:regular r:id="rId44"/>
      <p:bold r:id="rId45"/>
    </p:embeddedFont>
    <p:embeddedFont>
      <p:font typeface="League Spartan" pitchFamily="2" charset="77"/>
      <p:regular r:id="rId46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35FA27-711A-D64E-AE6C-A978E6561BF6}" v="650" dt="2025-12-05T02:16:21.973"/>
    <p1510:client id="{11075A5E-CBFA-6E57-7FE1-0805ADF9AE90}" v="646" dt="2025-12-05T02:09:45.291"/>
    <p1510:client id="{32A85960-FAA1-C2BA-9668-B62DBC8FA27C}" v="460" dt="2025-12-05T01:56:47.840"/>
    <p1510:client id="{654D189E-053E-2942-83EE-E399D05CA71B}" v="4565" dt="2025-12-05T04:25:10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6" autoAdjust="0"/>
    <p:restoredTop sz="86000" autoAdjust="0"/>
  </p:normalViewPr>
  <p:slideViewPr>
    <p:cSldViewPr>
      <p:cViewPr>
        <p:scale>
          <a:sx n="56" d="100"/>
          <a:sy n="56" d="100"/>
        </p:scale>
        <p:origin x="528" y="-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4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ong Zhang" userId="S::wzhan199@jh.edu::c5d18d89-a07c-4df1-adab-520daab80ae3" providerId="AD" clId="Web-{32A85960-FAA1-C2BA-9668-B62DBC8FA27C}"/>
    <pc:docChg chg="addSld modSld">
      <pc:chgData name="Wandong Zhang" userId="S::wzhan199@jh.edu::c5d18d89-a07c-4df1-adab-520daab80ae3" providerId="AD" clId="Web-{32A85960-FAA1-C2BA-9668-B62DBC8FA27C}" dt="2025-12-05T01:56:47.480" v="251" actId="20577"/>
      <pc:docMkLst>
        <pc:docMk/>
      </pc:docMkLst>
      <pc:sldChg chg="modSp">
        <pc:chgData name="Wandong Zhang" userId="S::wzhan199@jh.edu::c5d18d89-a07c-4df1-adab-520daab80ae3" providerId="AD" clId="Web-{32A85960-FAA1-C2BA-9668-B62DBC8FA27C}" dt="2025-12-05T00:26:59.512" v="49" actId="20577"/>
        <pc:sldMkLst>
          <pc:docMk/>
          <pc:sldMk cId="0" sldId="264"/>
        </pc:sldMkLst>
        <pc:spChg chg="mod">
          <ac:chgData name="Wandong Zhang" userId="S::wzhan199@jh.edu::c5d18d89-a07c-4df1-adab-520daab80ae3" providerId="AD" clId="Web-{32A85960-FAA1-C2BA-9668-B62DBC8FA27C}" dt="2025-12-05T00:26:59.512" v="49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modSp">
        <pc:chgData name="Wandong Zhang" userId="S::wzhan199@jh.edu::c5d18d89-a07c-4df1-adab-520daab80ae3" providerId="AD" clId="Web-{32A85960-FAA1-C2BA-9668-B62DBC8FA27C}" dt="2025-12-05T01:54:31.462" v="217" actId="1076"/>
        <pc:sldMkLst>
          <pc:docMk/>
          <pc:sldMk cId="820313850" sldId="288"/>
        </pc:sldMkLst>
        <pc:spChg chg="mod">
          <ac:chgData name="Wandong Zhang" userId="S::wzhan199@jh.edu::c5d18d89-a07c-4df1-adab-520daab80ae3" providerId="AD" clId="Web-{32A85960-FAA1-C2BA-9668-B62DBC8FA27C}" dt="2025-12-05T00:17:20.681" v="2" actId="20577"/>
          <ac:spMkLst>
            <pc:docMk/>
            <pc:sldMk cId="820313850" sldId="288"/>
            <ac:spMk id="9" creationId="{BAC1B09E-1D6E-520C-9991-CE75EEC87764}"/>
          </ac:spMkLst>
        </pc:spChg>
        <pc:spChg chg="mod">
          <ac:chgData name="Wandong Zhang" userId="S::wzhan199@jh.edu::c5d18d89-a07c-4df1-adab-520daab80ae3" providerId="AD" clId="Web-{32A85960-FAA1-C2BA-9668-B62DBC8FA27C}" dt="2025-12-05T01:51:11.158" v="188" actId="1076"/>
          <ac:spMkLst>
            <pc:docMk/>
            <pc:sldMk cId="820313850" sldId="288"/>
            <ac:spMk id="10" creationId="{7603BF00-1410-CFE2-A34A-CE946C2A56CA}"/>
          </ac:spMkLst>
        </pc:spChg>
        <pc:spChg chg="mod">
          <ac:chgData name="Wandong Zhang" userId="S::wzhan199@jh.edu::c5d18d89-a07c-4df1-adab-520daab80ae3" providerId="AD" clId="Web-{32A85960-FAA1-C2BA-9668-B62DBC8FA27C}" dt="2025-12-05T01:51:22.111" v="189" actId="1076"/>
          <ac:spMkLst>
            <pc:docMk/>
            <pc:sldMk cId="820313850" sldId="288"/>
            <ac:spMk id="14" creationId="{4DE75CD8-7233-2D94-048E-BC91523A681A}"/>
          </ac:spMkLst>
        </pc:spChg>
        <pc:spChg chg="mod">
          <ac:chgData name="Wandong Zhang" userId="S::wzhan199@jh.edu::c5d18d89-a07c-4df1-adab-520daab80ae3" providerId="AD" clId="Web-{32A85960-FAA1-C2BA-9668-B62DBC8FA27C}" dt="2025-12-05T01:52:31.458" v="196" actId="1076"/>
          <ac:spMkLst>
            <pc:docMk/>
            <pc:sldMk cId="820313850" sldId="288"/>
            <ac:spMk id="15" creationId="{D8F5D7A7-6D0E-3B5A-AB06-465CBA592E12}"/>
          </ac:spMkLst>
        </pc:spChg>
        <pc:spChg chg="mod">
          <ac:chgData name="Wandong Zhang" userId="S::wzhan199@jh.edu::c5d18d89-a07c-4df1-adab-520daab80ae3" providerId="AD" clId="Web-{32A85960-FAA1-C2BA-9668-B62DBC8FA27C}" dt="2025-12-05T01:52:26.880" v="195" actId="1076"/>
          <ac:spMkLst>
            <pc:docMk/>
            <pc:sldMk cId="820313850" sldId="288"/>
            <ac:spMk id="16" creationId="{CF582F04-380A-297A-DE38-42E48277B8A9}"/>
          </ac:spMkLst>
        </pc:spChg>
        <pc:spChg chg="mod">
          <ac:chgData name="Wandong Zhang" userId="S::wzhan199@jh.edu::c5d18d89-a07c-4df1-adab-520daab80ae3" providerId="AD" clId="Web-{32A85960-FAA1-C2BA-9668-B62DBC8FA27C}" dt="2025-12-05T01:53:30.413" v="209" actId="1076"/>
          <ac:spMkLst>
            <pc:docMk/>
            <pc:sldMk cId="820313850" sldId="288"/>
            <ac:spMk id="17" creationId="{99EDF4F7-C8D9-E567-C925-5AB95439CEFE}"/>
          </ac:spMkLst>
        </pc:spChg>
        <pc:spChg chg="mod">
          <ac:chgData name="Wandong Zhang" userId="S::wzhan199@jh.edu::c5d18d89-a07c-4df1-adab-520daab80ae3" providerId="AD" clId="Web-{32A85960-FAA1-C2BA-9668-B62DBC8FA27C}" dt="2025-12-05T01:53:35.054" v="210" actId="1076"/>
          <ac:spMkLst>
            <pc:docMk/>
            <pc:sldMk cId="820313850" sldId="288"/>
            <ac:spMk id="18" creationId="{9A497E4F-7257-7CE5-CD07-83CD46160C9B}"/>
          </ac:spMkLst>
        </pc:spChg>
        <pc:spChg chg="add mod">
          <ac:chgData name="Wandong Zhang" userId="S::wzhan199@jh.edu::c5d18d89-a07c-4df1-adab-520daab80ae3" providerId="AD" clId="Web-{32A85960-FAA1-C2BA-9668-B62DBC8FA27C}" dt="2025-12-05T01:52:37.818" v="198" actId="20577"/>
          <ac:spMkLst>
            <pc:docMk/>
            <pc:sldMk cId="820313850" sldId="288"/>
            <ac:spMk id="19" creationId="{8082D2C9-CF4D-F161-AF3A-9CA424B78257}"/>
          </ac:spMkLst>
        </pc:spChg>
        <pc:spChg chg="add mod">
          <ac:chgData name="Wandong Zhang" userId="S::wzhan199@jh.edu::c5d18d89-a07c-4df1-adab-520daab80ae3" providerId="AD" clId="Web-{32A85960-FAA1-C2BA-9668-B62DBC8FA27C}" dt="2025-12-05T01:53:16.944" v="208" actId="20577"/>
          <ac:spMkLst>
            <pc:docMk/>
            <pc:sldMk cId="820313850" sldId="288"/>
            <ac:spMk id="20" creationId="{133AA212-F690-32D6-E23D-849612148703}"/>
          </ac:spMkLst>
        </pc:spChg>
        <pc:spChg chg="add mod">
          <ac:chgData name="Wandong Zhang" userId="S::wzhan199@jh.edu::c5d18d89-a07c-4df1-adab-520daab80ae3" providerId="AD" clId="Web-{32A85960-FAA1-C2BA-9668-B62DBC8FA27C}" dt="2025-12-05T01:54:31.462" v="217" actId="1076"/>
          <ac:spMkLst>
            <pc:docMk/>
            <pc:sldMk cId="820313850" sldId="288"/>
            <ac:spMk id="21" creationId="{A9525633-9290-04AB-9A00-69E5DBB11126}"/>
          </ac:spMkLst>
        </pc:spChg>
      </pc:sldChg>
      <pc:sldChg chg="addSp delSp modSp add replId">
        <pc:chgData name="Wandong Zhang" userId="S::wzhan199@jh.edu::c5d18d89-a07c-4df1-adab-520daab80ae3" providerId="AD" clId="Web-{32A85960-FAA1-C2BA-9668-B62DBC8FA27C}" dt="2025-12-05T01:56:47.480" v="251" actId="20577"/>
        <pc:sldMkLst>
          <pc:docMk/>
          <pc:sldMk cId="33500650" sldId="298"/>
        </pc:sldMkLst>
        <pc:spChg chg="mod">
          <ac:chgData name="Wandong Zhang" userId="S::wzhan199@jh.edu::c5d18d89-a07c-4df1-adab-520daab80ae3" providerId="AD" clId="Web-{32A85960-FAA1-C2BA-9668-B62DBC8FA27C}" dt="2025-12-05T01:49:06.620" v="180" actId="1076"/>
          <ac:spMkLst>
            <pc:docMk/>
            <pc:sldMk cId="33500650" sldId="298"/>
            <ac:spMk id="3" creationId="{76173BB8-0809-374B-9243-1A07018A579F}"/>
          </ac:spMkLst>
        </pc:spChg>
        <pc:spChg chg="mod">
          <ac:chgData name="Wandong Zhang" userId="S::wzhan199@jh.edu::c5d18d89-a07c-4df1-adab-520daab80ae3" providerId="AD" clId="Web-{32A85960-FAA1-C2BA-9668-B62DBC8FA27C}" dt="2025-12-05T00:29:32.077" v="105" actId="1076"/>
          <ac:spMkLst>
            <pc:docMk/>
            <pc:sldMk cId="33500650" sldId="298"/>
            <ac:spMk id="5" creationId="{C0CDC190-AA52-391E-1D0D-78D2297510FD}"/>
          </ac:spMkLst>
        </pc:spChg>
        <pc:spChg chg="mod">
          <ac:chgData name="Wandong Zhang" userId="S::wzhan199@jh.edu::c5d18d89-a07c-4df1-adab-520daab80ae3" providerId="AD" clId="Web-{32A85960-FAA1-C2BA-9668-B62DBC8FA27C}" dt="2025-12-05T01:49:10.276" v="181" actId="1076"/>
          <ac:spMkLst>
            <pc:docMk/>
            <pc:sldMk cId="33500650" sldId="298"/>
            <ac:spMk id="10" creationId="{8F2E34F1-DF4D-F912-84B2-324D187FADD3}"/>
          </ac:spMkLst>
        </pc:spChg>
        <pc:spChg chg="mod">
          <ac:chgData name="Wandong Zhang" userId="S::wzhan199@jh.edu::c5d18d89-a07c-4df1-adab-520daab80ae3" providerId="AD" clId="Web-{32A85960-FAA1-C2BA-9668-B62DBC8FA27C}" dt="2025-12-05T00:24:06.304" v="34" actId="20577"/>
          <ac:spMkLst>
            <pc:docMk/>
            <pc:sldMk cId="33500650" sldId="298"/>
            <ac:spMk id="11" creationId="{C2130FF2-7DCE-2E14-2210-20F992FDE110}"/>
          </ac:spMkLst>
        </pc:spChg>
        <pc:spChg chg="add mod">
          <ac:chgData name="Wandong Zhang" userId="S::wzhan199@jh.edu::c5d18d89-a07c-4df1-adab-520daab80ae3" providerId="AD" clId="Web-{32A85960-FAA1-C2BA-9668-B62DBC8FA27C}" dt="2025-12-05T01:49:13.339" v="182" actId="1076"/>
          <ac:spMkLst>
            <pc:docMk/>
            <pc:sldMk cId="33500650" sldId="298"/>
            <ac:spMk id="12" creationId="{138317BC-4E67-B376-2AA7-92DC7EF0712C}"/>
          </ac:spMkLst>
        </pc:spChg>
        <pc:spChg chg="del mod">
          <ac:chgData name="Wandong Zhang" userId="S::wzhan199@jh.edu::c5d18d89-a07c-4df1-adab-520daab80ae3" providerId="AD" clId="Web-{32A85960-FAA1-C2BA-9668-B62DBC8FA27C}" dt="2025-12-05T00:23:50.382" v="30"/>
          <ac:spMkLst>
            <pc:docMk/>
            <pc:sldMk cId="33500650" sldId="298"/>
            <ac:spMk id="12" creationId="{79AF893B-5E88-647D-F3A8-1BB11799A0E1}"/>
          </ac:spMkLst>
        </pc:spChg>
        <pc:spChg chg="mod">
          <ac:chgData name="Wandong Zhang" userId="S::wzhan199@jh.edu::c5d18d89-a07c-4df1-adab-520daab80ae3" providerId="AD" clId="Web-{32A85960-FAA1-C2BA-9668-B62DBC8FA27C}" dt="2025-12-05T00:29:35.905" v="106" actId="1076"/>
          <ac:spMkLst>
            <pc:docMk/>
            <pc:sldMk cId="33500650" sldId="298"/>
            <ac:spMk id="13" creationId="{290DF829-7A72-B99E-FE50-77EB3BF4AB6D}"/>
          </ac:spMkLst>
        </pc:spChg>
        <pc:spChg chg="add mod">
          <ac:chgData name="Wandong Zhang" userId="S::wzhan199@jh.edu::c5d18d89-a07c-4df1-adab-520daab80ae3" providerId="AD" clId="Web-{32A85960-FAA1-C2BA-9668-B62DBC8FA27C}" dt="2025-12-05T01:56:09.308" v="228" actId="20577"/>
          <ac:spMkLst>
            <pc:docMk/>
            <pc:sldMk cId="33500650" sldId="298"/>
            <ac:spMk id="14" creationId="{9AAF4DF4-69DF-ED45-E4BC-016C634B3A70}"/>
          </ac:spMkLst>
        </pc:spChg>
        <pc:spChg chg="add del mod">
          <ac:chgData name="Wandong Zhang" userId="S::wzhan199@jh.edu::c5d18d89-a07c-4df1-adab-520daab80ae3" providerId="AD" clId="Web-{32A85960-FAA1-C2BA-9668-B62DBC8FA27C}" dt="2025-12-05T00:27:08.497" v="50"/>
          <ac:spMkLst>
            <pc:docMk/>
            <pc:sldMk cId="33500650" sldId="298"/>
            <ac:spMk id="14" creationId="{B3927079-D0DA-018B-2074-4EC451584F3D}"/>
          </ac:spMkLst>
        </pc:spChg>
        <pc:spChg chg="mod">
          <ac:chgData name="Wandong Zhang" userId="S::wzhan199@jh.edu::c5d18d89-a07c-4df1-adab-520daab80ae3" providerId="AD" clId="Web-{32A85960-FAA1-C2BA-9668-B62DBC8FA27C}" dt="2025-12-05T01:49:19.464" v="183" actId="1076"/>
          <ac:spMkLst>
            <pc:docMk/>
            <pc:sldMk cId="33500650" sldId="298"/>
            <ac:spMk id="15" creationId="{CD3830C3-1757-2053-140D-9C076870F501}"/>
          </ac:spMkLst>
        </pc:spChg>
        <pc:spChg chg="del">
          <ac:chgData name="Wandong Zhang" userId="S::wzhan199@jh.edu::c5d18d89-a07c-4df1-adab-520daab80ae3" providerId="AD" clId="Web-{32A85960-FAA1-C2BA-9668-B62DBC8FA27C}" dt="2025-12-05T00:28:01.154" v="69"/>
          <ac:spMkLst>
            <pc:docMk/>
            <pc:sldMk cId="33500650" sldId="298"/>
            <ac:spMk id="16" creationId="{2AF45475-65C5-AFCE-A9CE-39DCB8B90265}"/>
          </ac:spMkLst>
        </pc:spChg>
        <pc:spChg chg="add mod">
          <ac:chgData name="Wandong Zhang" userId="S::wzhan199@jh.edu::c5d18d89-a07c-4df1-adab-520daab80ae3" providerId="AD" clId="Web-{32A85960-FAA1-C2BA-9668-B62DBC8FA27C}" dt="2025-12-05T01:56:47.480" v="251" actId="20577"/>
          <ac:spMkLst>
            <pc:docMk/>
            <pc:sldMk cId="33500650" sldId="298"/>
            <ac:spMk id="16" creationId="{958CF5CA-A68F-EF5B-8833-2C2CAE2A2935}"/>
          </ac:spMkLst>
        </pc:spChg>
        <pc:spChg chg="mod">
          <ac:chgData name="Wandong Zhang" userId="S::wzhan199@jh.edu::c5d18d89-a07c-4df1-adab-520daab80ae3" providerId="AD" clId="Web-{32A85960-FAA1-C2BA-9668-B62DBC8FA27C}" dt="2025-12-05T01:49:28.543" v="185" actId="1076"/>
          <ac:spMkLst>
            <pc:docMk/>
            <pc:sldMk cId="33500650" sldId="298"/>
            <ac:spMk id="17" creationId="{A549DD40-3A52-50E1-5A6C-D85DB334725B}"/>
          </ac:spMkLst>
        </pc:spChg>
        <pc:spChg chg="del">
          <ac:chgData name="Wandong Zhang" userId="S::wzhan199@jh.edu::c5d18d89-a07c-4df1-adab-520daab80ae3" providerId="AD" clId="Web-{32A85960-FAA1-C2BA-9668-B62DBC8FA27C}" dt="2025-12-05T00:30:22.281" v="116"/>
          <ac:spMkLst>
            <pc:docMk/>
            <pc:sldMk cId="33500650" sldId="298"/>
            <ac:spMk id="18" creationId="{FA2A900F-5998-BF20-CE72-1CF69CD78CF9}"/>
          </ac:spMkLst>
        </pc:spChg>
        <pc:spChg chg="add mod">
          <ac:chgData name="Wandong Zhang" userId="S::wzhan199@jh.edu::c5d18d89-a07c-4df1-adab-520daab80ae3" providerId="AD" clId="Web-{32A85960-FAA1-C2BA-9668-B62DBC8FA27C}" dt="2025-12-05T00:27:53.685" v="68" actId="20577"/>
          <ac:spMkLst>
            <pc:docMk/>
            <pc:sldMk cId="33500650" sldId="298"/>
            <ac:spMk id="25" creationId="{FFB4E579-5055-DDE1-07EB-0531C099B2A2}"/>
          </ac:spMkLst>
        </pc:spChg>
        <pc:graphicFrameChg chg="add del mod">
          <ac:chgData name="Wandong Zhang" userId="S::wzhan199@jh.edu::c5d18d89-a07c-4df1-adab-520daab80ae3" providerId="AD" clId="Web-{32A85960-FAA1-C2BA-9668-B62DBC8FA27C}" dt="2025-12-05T00:21:34.392" v="8"/>
          <ac:graphicFrameMkLst>
            <pc:docMk/>
            <pc:sldMk cId="33500650" sldId="298"/>
            <ac:graphicFrameMk id="20" creationId="{93F9489B-A684-D132-F885-4AC371EDD0CF}"/>
          </ac:graphicFrameMkLst>
        </pc:graphicFrameChg>
        <pc:graphicFrameChg chg="add del mod">
          <ac:chgData name="Wandong Zhang" userId="S::wzhan199@jh.edu::c5d18d89-a07c-4df1-adab-520daab80ae3" providerId="AD" clId="Web-{32A85960-FAA1-C2BA-9668-B62DBC8FA27C}" dt="2025-12-05T00:21:32.579" v="7"/>
          <ac:graphicFrameMkLst>
            <pc:docMk/>
            <pc:sldMk cId="33500650" sldId="298"/>
            <ac:graphicFrameMk id="22" creationId="{9812B452-55A4-EF75-4C98-009CEC08E2CD}"/>
          </ac:graphicFrameMkLst>
        </pc:graphicFrameChg>
        <pc:graphicFrameChg chg="add del mod">
          <ac:chgData name="Wandong Zhang" userId="S::wzhan199@jh.edu::c5d18d89-a07c-4df1-adab-520daab80ae3" providerId="AD" clId="Web-{32A85960-FAA1-C2BA-9668-B62DBC8FA27C}" dt="2025-12-05T00:22:02.690" v="13"/>
          <ac:graphicFrameMkLst>
            <pc:docMk/>
            <pc:sldMk cId="33500650" sldId="298"/>
            <ac:graphicFrameMk id="24" creationId="{08599837-C703-D5E6-5F9B-458BAD0F9BF0}"/>
          </ac:graphicFrameMkLst>
        </pc:graphicFrameChg>
      </pc:sldChg>
    </pc:docChg>
  </pc:docChgLst>
  <pc:docChgLst>
    <pc:chgData name="Kaixin Zeng" userId="S::kzeng6@jh.edu::27805093-4303-4316-9da5-30560062ae6f" providerId="AD" clId="Web-{11075A5E-CBFA-6E57-7FE1-0805ADF9AE90}"/>
    <pc:docChg chg="addSld delSld modSld sldOrd">
      <pc:chgData name="Kaixin Zeng" userId="S::kzeng6@jh.edu::27805093-4303-4316-9da5-30560062ae6f" providerId="AD" clId="Web-{11075A5E-CBFA-6E57-7FE1-0805ADF9AE90}" dt="2025-12-05T02:09:45.291" v="394" actId="1076"/>
      <pc:docMkLst>
        <pc:docMk/>
      </pc:docMkLst>
      <pc:sldChg chg="modSp">
        <pc:chgData name="Kaixin Zeng" userId="S::kzeng6@jh.edu::27805093-4303-4316-9da5-30560062ae6f" providerId="AD" clId="Web-{11075A5E-CBFA-6E57-7FE1-0805ADF9AE90}" dt="2025-12-04T23:50:00.209" v="55" actId="20577"/>
        <pc:sldMkLst>
          <pc:docMk/>
          <pc:sldMk cId="0" sldId="262"/>
        </pc:sldMkLst>
        <pc:spChg chg="mod">
          <ac:chgData name="Kaixin Zeng" userId="S::kzeng6@jh.edu::27805093-4303-4316-9da5-30560062ae6f" providerId="AD" clId="Web-{11075A5E-CBFA-6E57-7FE1-0805ADF9AE90}" dt="2025-12-04T23:50:00.209" v="55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6:46.559" v="321" actId="20577"/>
        <pc:sldMkLst>
          <pc:docMk/>
          <pc:sldMk cId="0" sldId="264"/>
        </pc:sldMkLst>
        <pc:spChg chg="mod">
          <ac:chgData name="Kaixin Zeng" userId="S::kzeng6@jh.edu::27805093-4303-4316-9da5-30560062ae6f" providerId="AD" clId="Web-{11075A5E-CBFA-6E57-7FE1-0805ADF9AE90}" dt="2025-12-05T01:56:46.559" v="321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6:51.403" v="323" actId="20577"/>
        <pc:sldMkLst>
          <pc:docMk/>
          <pc:sldMk cId="0" sldId="265"/>
        </pc:sldMkLst>
        <pc:spChg chg="mod">
          <ac:chgData name="Kaixin Zeng" userId="S::kzeng6@jh.edu::27805093-4303-4316-9da5-30560062ae6f" providerId="AD" clId="Web-{11075A5E-CBFA-6E57-7FE1-0805ADF9AE90}" dt="2025-12-05T01:56:51.403" v="323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4T23:49:42.224" v="52" actId="20577"/>
        <pc:sldMkLst>
          <pc:docMk/>
          <pc:sldMk cId="0" sldId="266"/>
        </pc:sldMkLst>
        <pc:spChg chg="mod">
          <ac:chgData name="Kaixin Zeng" userId="S::kzeng6@jh.edu::27805093-4303-4316-9da5-30560062ae6f" providerId="AD" clId="Web-{11075A5E-CBFA-6E57-7FE1-0805ADF9AE90}" dt="2025-12-04T23:49:42.224" v="52" actId="20577"/>
          <ac:spMkLst>
            <pc:docMk/>
            <pc:sldMk cId="0" sldId="266"/>
            <ac:spMk id="9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18.326" v="330" actId="20577"/>
        <pc:sldMkLst>
          <pc:docMk/>
          <pc:sldMk cId="0" sldId="267"/>
        </pc:sldMkLst>
        <pc:spChg chg="mod">
          <ac:chgData name="Kaixin Zeng" userId="S::kzeng6@jh.edu::27805093-4303-4316-9da5-30560062ae6f" providerId="AD" clId="Web-{11075A5E-CBFA-6E57-7FE1-0805ADF9AE90}" dt="2025-12-05T01:57:18.326" v="330" actId="20577"/>
          <ac:spMkLst>
            <pc:docMk/>
            <pc:sldMk cId="0" sldId="267"/>
            <ac:spMk id="7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24.498" v="332" actId="20577"/>
        <pc:sldMkLst>
          <pc:docMk/>
          <pc:sldMk cId="0" sldId="268"/>
        </pc:sldMkLst>
        <pc:spChg chg="mod">
          <ac:chgData name="Kaixin Zeng" userId="S::kzeng6@jh.edu::27805093-4303-4316-9da5-30560062ae6f" providerId="AD" clId="Web-{11075A5E-CBFA-6E57-7FE1-0805ADF9AE90}" dt="2025-12-05T01:57:24.498" v="332" actId="20577"/>
          <ac:spMkLst>
            <pc:docMk/>
            <pc:sldMk cId="0" sldId="268"/>
            <ac:spMk id="7" creationId="{00000000-0000-0000-0000-000000000000}"/>
          </ac:spMkLst>
        </pc:spChg>
      </pc:sldChg>
      <pc:sldChg chg="addSp delSp modSp">
        <pc:chgData name="Kaixin Zeng" userId="S::kzeng6@jh.edu::27805093-4303-4316-9da5-30560062ae6f" providerId="AD" clId="Web-{11075A5E-CBFA-6E57-7FE1-0805ADF9AE90}" dt="2025-12-05T01:57:32.701" v="334" actId="20577"/>
        <pc:sldMkLst>
          <pc:docMk/>
          <pc:sldMk cId="0" sldId="269"/>
        </pc:sldMkLst>
        <pc:spChg chg="mod">
          <ac:chgData name="Kaixin Zeng" userId="S::kzeng6@jh.edu::27805093-4303-4316-9da5-30560062ae6f" providerId="AD" clId="Web-{11075A5E-CBFA-6E57-7FE1-0805ADF9AE90}" dt="2025-12-05T01:57:32.701" v="334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755" v="174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771" v="175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771" v="176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786" v="177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802" v="178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1:24:00.818" v="179" actId="1076"/>
          <ac:spMkLst>
            <pc:docMk/>
            <pc:sldMk cId="0" sldId="269"/>
            <ac:spMk id="21" creationId="{00000000-0000-0000-0000-000000000000}"/>
          </ac:spMkLst>
        </pc:spChg>
        <pc:spChg chg="add mod">
          <ac:chgData name="Kaixin Zeng" userId="S::kzeng6@jh.edu::27805093-4303-4316-9da5-30560062ae6f" providerId="AD" clId="Web-{11075A5E-CBFA-6E57-7FE1-0805ADF9AE90}" dt="2025-12-05T01:37:52.946" v="308" actId="20577"/>
          <ac:spMkLst>
            <pc:docMk/>
            <pc:sldMk cId="0" sldId="269"/>
            <ac:spMk id="22" creationId="{E1A09B7C-631D-6438-3E9D-C7577D562D26}"/>
          </ac:spMkLst>
        </pc:spChg>
        <pc:spChg chg="add mod">
          <ac:chgData name="Kaixin Zeng" userId="S::kzeng6@jh.edu::27805093-4303-4316-9da5-30560062ae6f" providerId="AD" clId="Web-{11075A5E-CBFA-6E57-7FE1-0805ADF9AE90}" dt="2025-12-05T01:37:59.587" v="313" actId="20577"/>
          <ac:spMkLst>
            <pc:docMk/>
            <pc:sldMk cId="0" sldId="269"/>
            <ac:spMk id="23" creationId="{8192E88D-5D9D-767E-E3AE-E89D8B59A11A}"/>
          </ac:spMkLst>
        </pc:spChg>
        <pc:spChg chg="add del">
          <ac:chgData name="Kaixin Zeng" userId="S::kzeng6@jh.edu::27805093-4303-4316-9da5-30560062ae6f" providerId="AD" clId="Web-{11075A5E-CBFA-6E57-7FE1-0805ADF9AE90}" dt="2025-12-05T01:31:39.926" v="246"/>
          <ac:spMkLst>
            <pc:docMk/>
            <pc:sldMk cId="0" sldId="269"/>
            <ac:spMk id="24" creationId="{D0AF68B7-859B-E820-E328-97E4A2FC4C51}"/>
          </ac:spMkLst>
        </pc:spChg>
        <pc:spChg chg="add mod">
          <ac:chgData name="Kaixin Zeng" userId="S::kzeng6@jh.edu::27805093-4303-4316-9da5-30560062ae6f" providerId="AD" clId="Web-{11075A5E-CBFA-6E57-7FE1-0805ADF9AE90}" dt="2025-12-05T01:38:06.978" v="318" actId="20577"/>
          <ac:spMkLst>
            <pc:docMk/>
            <pc:sldMk cId="0" sldId="269"/>
            <ac:spMk id="25" creationId="{7326664C-48EE-C183-D3C9-BD5938F7E593}"/>
          </ac:spMkLst>
        </pc:spChg>
        <pc:grpChg chg="mod">
          <ac:chgData name="Kaixin Zeng" userId="S::kzeng6@jh.edu::27805093-4303-4316-9da5-30560062ae6f" providerId="AD" clId="Web-{11075A5E-CBFA-6E57-7FE1-0805ADF9AE90}" dt="2025-12-05T01:24:00.724" v="171" actId="1076"/>
          <ac:grpSpMkLst>
            <pc:docMk/>
            <pc:sldMk cId="0" sldId="269"/>
            <ac:grpSpMk id="3" creationId="{00000000-0000-0000-0000-000000000000}"/>
          </ac:grpSpMkLst>
        </pc:grpChg>
        <pc:grpChg chg="mod">
          <ac:chgData name="Kaixin Zeng" userId="S::kzeng6@jh.edu::27805093-4303-4316-9da5-30560062ae6f" providerId="AD" clId="Web-{11075A5E-CBFA-6E57-7FE1-0805ADF9AE90}" dt="2025-12-05T01:24:00.739" v="172" actId="1076"/>
          <ac:grpSpMkLst>
            <pc:docMk/>
            <pc:sldMk cId="0" sldId="269"/>
            <ac:grpSpMk id="10" creationId="{00000000-0000-0000-0000-000000000000}"/>
          </ac:grpSpMkLst>
        </pc:grpChg>
        <pc:grpChg chg="mod">
          <ac:chgData name="Kaixin Zeng" userId="S::kzeng6@jh.edu::27805093-4303-4316-9da5-30560062ae6f" providerId="AD" clId="Web-{11075A5E-CBFA-6E57-7FE1-0805ADF9AE90}" dt="2025-12-05T01:24:00.739" v="173" actId="1076"/>
          <ac:grpSpMkLst>
            <pc:docMk/>
            <pc:sldMk cId="0" sldId="269"/>
            <ac:grpSpMk id="13" creationId="{00000000-0000-0000-0000-000000000000}"/>
          </ac:grpSpMkLst>
        </pc:grpChg>
      </pc:sldChg>
      <pc:sldChg chg="modSp">
        <pc:chgData name="Kaixin Zeng" userId="S::kzeng6@jh.edu::27805093-4303-4316-9da5-30560062ae6f" providerId="AD" clId="Web-{11075A5E-CBFA-6E57-7FE1-0805ADF9AE90}" dt="2025-12-05T01:57:38.358" v="336" actId="20577"/>
        <pc:sldMkLst>
          <pc:docMk/>
          <pc:sldMk cId="0" sldId="270"/>
        </pc:sldMkLst>
        <pc:spChg chg="mod">
          <ac:chgData name="Kaixin Zeng" userId="S::kzeng6@jh.edu::27805093-4303-4316-9da5-30560062ae6f" providerId="AD" clId="Web-{11075A5E-CBFA-6E57-7FE1-0805ADF9AE90}" dt="2025-12-05T01:57:38.358" v="336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44.186" v="338" actId="20577"/>
        <pc:sldMkLst>
          <pc:docMk/>
          <pc:sldMk cId="0" sldId="271"/>
        </pc:sldMkLst>
        <pc:spChg chg="mod">
          <ac:chgData name="Kaixin Zeng" userId="S::kzeng6@jh.edu::27805093-4303-4316-9da5-30560062ae6f" providerId="AD" clId="Web-{11075A5E-CBFA-6E57-7FE1-0805ADF9AE90}" dt="2025-12-05T01:57:44.186" v="338" actId="20577"/>
          <ac:spMkLst>
            <pc:docMk/>
            <pc:sldMk cId="0" sldId="271"/>
            <ac:spMk id="4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51.171" v="341" actId="20577"/>
        <pc:sldMkLst>
          <pc:docMk/>
          <pc:sldMk cId="0" sldId="272"/>
        </pc:sldMkLst>
        <pc:spChg chg="mod">
          <ac:chgData name="Kaixin Zeng" userId="S::kzeng6@jh.edu::27805093-4303-4316-9da5-30560062ae6f" providerId="AD" clId="Web-{11075A5E-CBFA-6E57-7FE1-0805ADF9AE90}" dt="2025-12-05T01:57:51.171" v="341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0:01:52.654" v="141" actId="1076"/>
          <ac:spMkLst>
            <pc:docMk/>
            <pc:sldMk cId="0" sldId="272"/>
            <ac:spMk id="8" creationId="{00000000-0000-0000-0000-000000000000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8:18.547" v="353" actId="20577"/>
        <pc:sldMkLst>
          <pc:docMk/>
          <pc:sldMk cId="0" sldId="274"/>
        </pc:sldMkLst>
        <pc:spChg chg="mod">
          <ac:chgData name="Kaixin Zeng" userId="S::kzeng6@jh.edu::27805093-4303-4316-9da5-30560062ae6f" providerId="AD" clId="Web-{11075A5E-CBFA-6E57-7FE1-0805ADF9AE90}" dt="2025-12-05T01:58:18.547" v="353" actId="20577"/>
          <ac:spMkLst>
            <pc:docMk/>
            <pc:sldMk cId="0" sldId="274"/>
            <ac:spMk id="5" creationId="{00000000-0000-0000-0000-000000000000}"/>
          </ac:spMkLst>
        </pc:spChg>
      </pc:sldChg>
      <pc:sldChg chg="modAnim">
        <pc:chgData name="Kaixin Zeng" userId="S::kzeng6@jh.edu::27805093-4303-4316-9da5-30560062ae6f" providerId="AD" clId="Web-{11075A5E-CBFA-6E57-7FE1-0805ADF9AE90}" dt="2025-12-04T23:54:46.457" v="59"/>
        <pc:sldMkLst>
          <pc:docMk/>
          <pc:sldMk cId="0" sldId="275"/>
        </pc:sldMkLst>
      </pc:sldChg>
      <pc:sldChg chg="delSp modSp">
        <pc:chgData name="Kaixin Zeng" userId="S::kzeng6@jh.edu::27805093-4303-4316-9da5-30560062ae6f" providerId="AD" clId="Web-{11075A5E-CBFA-6E57-7FE1-0805ADF9AE90}" dt="2025-12-05T01:58:59.611" v="362" actId="20577"/>
        <pc:sldMkLst>
          <pc:docMk/>
          <pc:sldMk cId="0" sldId="276"/>
        </pc:sldMkLst>
        <pc:spChg chg="mod">
          <ac:chgData name="Kaixin Zeng" userId="S::kzeng6@jh.edu::27805093-4303-4316-9da5-30560062ae6f" providerId="AD" clId="Web-{11075A5E-CBFA-6E57-7FE1-0805ADF9AE90}" dt="2025-12-05T01:58:59.611" v="362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0:00:48.025" v="137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4T23:56:38.087" v="88" actId="1076"/>
          <ac:spMkLst>
            <pc:docMk/>
            <pc:sldMk cId="0" sldId="276"/>
            <ac:spMk id="14" creationId="{00000000-0000-0000-0000-000000000000}"/>
          </ac:spMkLst>
        </pc:spChg>
        <pc:spChg chg="del">
          <ac:chgData name="Kaixin Zeng" userId="S::kzeng6@jh.edu::27805093-4303-4316-9da5-30560062ae6f" providerId="AD" clId="Web-{11075A5E-CBFA-6E57-7FE1-0805ADF9AE90}" dt="2025-12-04T23:56:02.253" v="86"/>
          <ac:spMkLst>
            <pc:docMk/>
            <pc:sldMk cId="0" sldId="276"/>
            <ac:spMk id="15" creationId="{00000000-0000-0000-0000-000000000000}"/>
          </ac:spMkLst>
        </pc:spChg>
        <pc:spChg chg="del">
          <ac:chgData name="Kaixin Zeng" userId="S::kzeng6@jh.edu::27805093-4303-4316-9da5-30560062ae6f" providerId="AD" clId="Web-{11075A5E-CBFA-6E57-7FE1-0805ADF9AE90}" dt="2025-12-04T23:56:02.253" v="85"/>
          <ac:spMkLst>
            <pc:docMk/>
            <pc:sldMk cId="0" sldId="276"/>
            <ac:spMk id="16" creationId="{00000000-0000-0000-0000-000000000000}"/>
          </ac:spMkLst>
        </pc:spChg>
        <pc:spChg chg="mod">
          <ac:chgData name="Kaixin Zeng" userId="S::kzeng6@jh.edu::27805093-4303-4316-9da5-30560062ae6f" providerId="AD" clId="Web-{11075A5E-CBFA-6E57-7FE1-0805ADF9AE90}" dt="2025-12-05T00:00:55.776" v="139" actId="1076"/>
          <ac:spMkLst>
            <pc:docMk/>
            <pc:sldMk cId="0" sldId="276"/>
            <ac:spMk id="18" creationId="{C1640CBB-8459-6049-41F4-E28F4EC9BD18}"/>
          </ac:spMkLst>
        </pc:spChg>
        <pc:grpChg chg="mod">
          <ac:chgData name="Kaixin Zeng" userId="S::kzeng6@jh.edu::27805093-4303-4316-9da5-30560062ae6f" providerId="AD" clId="Web-{11075A5E-CBFA-6E57-7FE1-0805ADF9AE90}" dt="2025-12-04T23:59:01.673" v="125" actId="1076"/>
          <ac:grpSpMkLst>
            <pc:docMk/>
            <pc:sldMk cId="0" sldId="276"/>
            <ac:grpSpMk id="3" creationId="{00000000-0000-0000-0000-000000000000}"/>
          </ac:grpSpMkLst>
        </pc:grpChg>
        <pc:grpChg chg="del">
          <ac:chgData name="Kaixin Zeng" userId="S::kzeng6@jh.edu::27805093-4303-4316-9da5-30560062ae6f" providerId="AD" clId="Web-{11075A5E-CBFA-6E57-7FE1-0805ADF9AE90}" dt="2025-12-04T23:56:02.253" v="87"/>
          <ac:grpSpMkLst>
            <pc:docMk/>
            <pc:sldMk cId="0" sldId="276"/>
            <ac:grpSpMk id="11" creationId="{00000000-0000-0000-0000-000000000000}"/>
          </ac:grpSpMkLst>
        </pc:grpChg>
      </pc:sldChg>
      <pc:sldChg chg="modSp">
        <pc:chgData name="Kaixin Zeng" userId="S::kzeng6@jh.edu::27805093-4303-4316-9da5-30560062ae6f" providerId="AD" clId="Web-{11075A5E-CBFA-6E57-7FE1-0805ADF9AE90}" dt="2025-12-05T02:01:02.944" v="375" actId="20577"/>
        <pc:sldMkLst>
          <pc:docMk/>
          <pc:sldMk cId="0" sldId="277"/>
        </pc:sldMkLst>
        <pc:spChg chg="mod">
          <ac:chgData name="Kaixin Zeng" userId="S::kzeng6@jh.edu::27805093-4303-4316-9da5-30560062ae6f" providerId="AD" clId="Web-{11075A5E-CBFA-6E57-7FE1-0805ADF9AE90}" dt="2025-12-05T02:01:02.944" v="375" actId="20577"/>
          <ac:spMkLst>
            <pc:docMk/>
            <pc:sldMk cId="0" sldId="277"/>
            <ac:spMk id="2" creationId="{00000000-0000-0000-0000-000000000000}"/>
          </ac:spMkLst>
        </pc:spChg>
      </pc:sldChg>
      <pc:sldChg chg="addSp delSp modSp">
        <pc:chgData name="Kaixin Zeng" userId="S::kzeng6@jh.edu::27805093-4303-4316-9da5-30560062ae6f" providerId="AD" clId="Web-{11075A5E-CBFA-6E57-7FE1-0805ADF9AE90}" dt="2025-12-05T01:59:12.846" v="366" actId="20577"/>
        <pc:sldMkLst>
          <pc:docMk/>
          <pc:sldMk cId="3604092540" sldId="279"/>
        </pc:sldMkLst>
        <pc:spChg chg="mod">
          <ac:chgData name="Kaixin Zeng" userId="S::kzeng6@jh.edu::27805093-4303-4316-9da5-30560062ae6f" providerId="AD" clId="Web-{11075A5E-CBFA-6E57-7FE1-0805ADF9AE90}" dt="2025-12-05T01:59:12.846" v="366" actId="20577"/>
          <ac:spMkLst>
            <pc:docMk/>
            <pc:sldMk cId="3604092540" sldId="279"/>
            <ac:spMk id="7" creationId="{6167CA14-B01A-09B4-C873-C06637B5B828}"/>
          </ac:spMkLst>
        </pc:spChg>
        <pc:spChg chg="mod">
          <ac:chgData name="Kaixin Zeng" userId="S::kzeng6@jh.edu::27805093-4303-4316-9da5-30560062ae6f" providerId="AD" clId="Web-{11075A5E-CBFA-6E57-7FE1-0805ADF9AE90}" dt="2025-12-04T23:57:58.791" v="111"/>
          <ac:spMkLst>
            <pc:docMk/>
            <pc:sldMk cId="3604092540" sldId="279"/>
            <ac:spMk id="10" creationId="{D34A8408-B883-47AC-AC8F-F159AF87F906}"/>
          </ac:spMkLst>
        </pc:spChg>
        <pc:spChg chg="mod">
          <ac:chgData name="Kaixin Zeng" userId="S::kzeng6@jh.edu::27805093-4303-4316-9da5-30560062ae6f" providerId="AD" clId="Web-{11075A5E-CBFA-6E57-7FE1-0805ADF9AE90}" dt="2025-12-04T23:57:52.822" v="109" actId="1076"/>
          <ac:spMkLst>
            <pc:docMk/>
            <pc:sldMk cId="3604092540" sldId="279"/>
            <ac:spMk id="14" creationId="{9651A071-CA2A-A984-7074-6EA82498A1CC}"/>
          </ac:spMkLst>
        </pc:spChg>
        <pc:spChg chg="del">
          <ac:chgData name="Kaixin Zeng" userId="S::kzeng6@jh.edu::27805093-4303-4316-9da5-30560062ae6f" providerId="AD" clId="Web-{11075A5E-CBFA-6E57-7FE1-0805ADF9AE90}" dt="2025-12-04T23:55:46.297" v="78"/>
          <ac:spMkLst>
            <pc:docMk/>
            <pc:sldMk cId="3604092540" sldId="279"/>
            <ac:spMk id="15" creationId="{BAEBEAA3-67B8-21A5-7DFB-30371FA1EF87}"/>
          </ac:spMkLst>
        </pc:spChg>
        <pc:spChg chg="del mod">
          <ac:chgData name="Kaixin Zeng" userId="S::kzeng6@jh.edu::27805093-4303-4316-9da5-30560062ae6f" providerId="AD" clId="Web-{11075A5E-CBFA-6E57-7FE1-0805ADF9AE90}" dt="2025-12-04T23:55:46.297" v="77"/>
          <ac:spMkLst>
            <pc:docMk/>
            <pc:sldMk cId="3604092540" sldId="279"/>
            <ac:spMk id="16" creationId="{7E185599-5582-13A4-349C-03A9F3AFC317}"/>
          </ac:spMkLst>
        </pc:spChg>
        <pc:spChg chg="del">
          <ac:chgData name="Kaixin Zeng" userId="S::kzeng6@jh.edu::27805093-4303-4316-9da5-30560062ae6f" providerId="AD" clId="Web-{11075A5E-CBFA-6E57-7FE1-0805ADF9AE90}" dt="2025-12-04T23:55:46.297" v="75"/>
          <ac:spMkLst>
            <pc:docMk/>
            <pc:sldMk cId="3604092540" sldId="279"/>
            <ac:spMk id="31" creationId="{A420CC95-9031-0109-44C3-8E62F7027E07}"/>
          </ac:spMkLst>
        </pc:spChg>
        <pc:spChg chg="del mod">
          <ac:chgData name="Kaixin Zeng" userId="S::kzeng6@jh.edu::27805093-4303-4316-9da5-30560062ae6f" providerId="AD" clId="Web-{11075A5E-CBFA-6E57-7FE1-0805ADF9AE90}" dt="2025-12-04T23:55:46.297" v="74"/>
          <ac:spMkLst>
            <pc:docMk/>
            <pc:sldMk cId="3604092540" sldId="279"/>
            <ac:spMk id="32" creationId="{7CC2CB3E-55F8-BAC7-BB47-57681BAA499E}"/>
          </ac:spMkLst>
        </pc:spChg>
        <pc:grpChg chg="del mod">
          <ac:chgData name="Kaixin Zeng" userId="S::kzeng6@jh.edu::27805093-4303-4316-9da5-30560062ae6f" providerId="AD" clId="Web-{11075A5E-CBFA-6E57-7FE1-0805ADF9AE90}" dt="2025-12-04T23:59:15.971" v="129"/>
          <ac:grpSpMkLst>
            <pc:docMk/>
            <pc:sldMk cId="3604092540" sldId="279"/>
            <ac:grpSpMk id="3" creationId="{ECBA39ED-582D-736A-FC64-C31BB511D46A}"/>
          </ac:grpSpMkLst>
        </pc:grpChg>
        <pc:grpChg chg="del">
          <ac:chgData name="Kaixin Zeng" userId="S::kzeng6@jh.edu::27805093-4303-4316-9da5-30560062ae6f" providerId="AD" clId="Web-{11075A5E-CBFA-6E57-7FE1-0805ADF9AE90}" dt="2025-12-04T23:55:46.297" v="79"/>
          <ac:grpSpMkLst>
            <pc:docMk/>
            <pc:sldMk cId="3604092540" sldId="279"/>
            <ac:grpSpMk id="11" creationId="{3D35A4AB-89BC-DA4E-8A12-7CDE4A5F0808}"/>
          </ac:grpSpMkLst>
        </pc:grpChg>
        <pc:grpChg chg="add">
          <ac:chgData name="Kaixin Zeng" userId="S::kzeng6@jh.edu::27805093-4303-4316-9da5-30560062ae6f" providerId="AD" clId="Web-{11075A5E-CBFA-6E57-7FE1-0805ADF9AE90}" dt="2025-12-04T23:59:16.315" v="130"/>
          <ac:grpSpMkLst>
            <pc:docMk/>
            <pc:sldMk cId="3604092540" sldId="279"/>
            <ac:grpSpMk id="20" creationId="{998A9921-3123-DDEF-57EA-514B00C00F11}"/>
          </ac:grpSpMkLst>
        </pc:grpChg>
        <pc:grpChg chg="del">
          <ac:chgData name="Kaixin Zeng" userId="S::kzeng6@jh.edu::27805093-4303-4316-9da5-30560062ae6f" providerId="AD" clId="Web-{11075A5E-CBFA-6E57-7FE1-0805ADF9AE90}" dt="2025-12-04T23:55:46.297" v="76"/>
          <ac:grpSpMkLst>
            <pc:docMk/>
            <pc:sldMk cId="3604092540" sldId="279"/>
            <ac:grpSpMk id="28" creationId="{CFB6ADFB-47C2-892F-CDE3-7EF902374E27}"/>
          </ac:grpSpMkLst>
        </pc:grpChg>
      </pc:sldChg>
      <pc:sldChg chg="modSp">
        <pc:chgData name="Kaixin Zeng" userId="S::kzeng6@jh.edu::27805093-4303-4316-9da5-30560062ae6f" providerId="AD" clId="Web-{11075A5E-CBFA-6E57-7FE1-0805ADF9AE90}" dt="2025-12-05T01:58:56.439" v="361" actId="20577"/>
        <pc:sldMkLst>
          <pc:docMk/>
          <pc:sldMk cId="3328791717" sldId="280"/>
        </pc:sldMkLst>
        <pc:spChg chg="mod">
          <ac:chgData name="Kaixin Zeng" userId="S::kzeng6@jh.edu::27805093-4303-4316-9da5-30560062ae6f" providerId="AD" clId="Web-{11075A5E-CBFA-6E57-7FE1-0805ADF9AE90}" dt="2025-12-05T01:58:56.439" v="361" actId="20577"/>
          <ac:spMkLst>
            <pc:docMk/>
            <pc:sldMk cId="3328791717" sldId="280"/>
            <ac:spMk id="7" creationId="{D1EE6F95-2EB8-7E87-7DDE-1AF8AAC13169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57.765" v="345" actId="20577"/>
        <pc:sldMkLst>
          <pc:docMk/>
          <pc:sldMk cId="672744794" sldId="281"/>
        </pc:sldMkLst>
        <pc:spChg chg="mod">
          <ac:chgData name="Kaixin Zeng" userId="S::kzeng6@jh.edu::27805093-4303-4316-9da5-30560062ae6f" providerId="AD" clId="Web-{11075A5E-CBFA-6E57-7FE1-0805ADF9AE90}" dt="2025-12-05T01:57:57.765" v="345" actId="20577"/>
          <ac:spMkLst>
            <pc:docMk/>
            <pc:sldMk cId="672744794" sldId="281"/>
            <ac:spMk id="5" creationId="{94058228-F054-21DA-7AEB-95F86B0EAF56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8:10.640" v="351" actId="20577"/>
        <pc:sldMkLst>
          <pc:docMk/>
          <pc:sldMk cId="1700502662" sldId="283"/>
        </pc:sldMkLst>
        <pc:spChg chg="mod">
          <ac:chgData name="Kaixin Zeng" userId="S::kzeng6@jh.edu::27805093-4303-4316-9da5-30560062ae6f" providerId="AD" clId="Web-{11075A5E-CBFA-6E57-7FE1-0805ADF9AE90}" dt="2025-12-05T01:58:10.640" v="351" actId="20577"/>
          <ac:spMkLst>
            <pc:docMk/>
            <pc:sldMk cId="1700502662" sldId="283"/>
            <ac:spMk id="5" creationId="{A211F045-180C-BDE7-4E95-B96B4963298E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8:03.327" v="349" actId="20577"/>
        <pc:sldMkLst>
          <pc:docMk/>
          <pc:sldMk cId="3179865881" sldId="284"/>
        </pc:sldMkLst>
        <pc:spChg chg="mod">
          <ac:chgData name="Kaixin Zeng" userId="S::kzeng6@jh.edu::27805093-4303-4316-9da5-30560062ae6f" providerId="AD" clId="Web-{11075A5E-CBFA-6E57-7FE1-0805ADF9AE90}" dt="2025-12-05T01:58:03.327" v="349" actId="20577"/>
          <ac:spMkLst>
            <pc:docMk/>
            <pc:sldMk cId="3179865881" sldId="284"/>
            <ac:spMk id="5" creationId="{20DCD2D1-5786-FA2A-B6FE-A1610093F6DE}"/>
          </ac:spMkLst>
        </pc:spChg>
      </pc:sldChg>
      <pc:sldChg chg="modSp del">
        <pc:chgData name="Kaixin Zeng" userId="S::kzeng6@jh.edu::27805093-4303-4316-9da5-30560062ae6f" providerId="AD" clId="Web-{11075A5E-CBFA-6E57-7FE1-0805ADF9AE90}" dt="2025-12-05T00:04:33.224" v="168"/>
        <pc:sldMkLst>
          <pc:docMk/>
          <pc:sldMk cId="3904076881" sldId="285"/>
        </pc:sldMkLst>
        <pc:spChg chg="mod">
          <ac:chgData name="Kaixin Zeng" userId="S::kzeng6@jh.edu::27805093-4303-4316-9da5-30560062ae6f" providerId="AD" clId="Web-{11075A5E-CBFA-6E57-7FE1-0805ADF9AE90}" dt="2025-12-04T23:44:56.047" v="26" actId="1076"/>
          <ac:spMkLst>
            <pc:docMk/>
            <pc:sldMk cId="3904076881" sldId="285"/>
            <ac:spMk id="15" creationId="{2DB1B845-AEE7-8D22-6AE1-F78E74B2753A}"/>
          </ac:spMkLst>
        </pc:spChg>
        <pc:spChg chg="mod">
          <ac:chgData name="Kaixin Zeng" userId="S::kzeng6@jh.edu::27805093-4303-4316-9da5-30560062ae6f" providerId="AD" clId="Web-{11075A5E-CBFA-6E57-7FE1-0805ADF9AE90}" dt="2025-12-04T23:44:48.687" v="25" actId="1076"/>
          <ac:spMkLst>
            <pc:docMk/>
            <pc:sldMk cId="3904076881" sldId="285"/>
            <ac:spMk id="17" creationId="{B108B1BD-ABBC-E6C4-CA18-75CD8F4894F0}"/>
          </ac:spMkLst>
        </pc:spChg>
        <pc:spChg chg="mod">
          <ac:chgData name="Kaixin Zeng" userId="S::kzeng6@jh.edu::27805093-4303-4316-9da5-30560062ae6f" providerId="AD" clId="Web-{11075A5E-CBFA-6E57-7FE1-0805ADF9AE90}" dt="2025-12-04T23:50:04.006" v="57"/>
          <ac:spMkLst>
            <pc:docMk/>
            <pc:sldMk cId="3904076881" sldId="285"/>
            <ac:spMk id="19" creationId="{DC2B3CD2-EF36-6DBB-04A6-2A7A33CC9E25}"/>
          </ac:spMkLst>
        </pc:spChg>
        <pc:spChg chg="mod">
          <ac:chgData name="Kaixin Zeng" userId="S::kzeng6@jh.edu::27805093-4303-4316-9da5-30560062ae6f" providerId="AD" clId="Web-{11075A5E-CBFA-6E57-7FE1-0805ADF9AE90}" dt="2025-12-04T23:50:03.990" v="56"/>
          <ac:spMkLst>
            <pc:docMk/>
            <pc:sldMk cId="3904076881" sldId="285"/>
            <ac:spMk id="20" creationId="{88147AF3-2409-4BF8-21C9-7B40743E9BE6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9:29.503" v="372" actId="20577"/>
        <pc:sldMkLst>
          <pc:docMk/>
          <pc:sldMk cId="2573289830" sldId="287"/>
        </pc:sldMkLst>
        <pc:spChg chg="mod">
          <ac:chgData name="Kaixin Zeng" userId="S::kzeng6@jh.edu::27805093-4303-4316-9da5-30560062ae6f" providerId="AD" clId="Web-{11075A5E-CBFA-6E57-7FE1-0805ADF9AE90}" dt="2025-12-05T01:59:29.503" v="372" actId="20577"/>
          <ac:spMkLst>
            <pc:docMk/>
            <pc:sldMk cId="2573289830" sldId="287"/>
            <ac:spMk id="7" creationId="{8D0C1472-C4CB-E2AA-BB6A-1037B11639E3}"/>
          </ac:spMkLst>
        </pc:spChg>
      </pc:sldChg>
      <pc:sldChg chg="modSp add replId">
        <pc:chgData name="Kaixin Zeng" userId="S::kzeng6@jh.edu::27805093-4303-4316-9da5-30560062ae6f" providerId="AD" clId="Web-{11075A5E-CBFA-6E57-7FE1-0805ADF9AE90}" dt="2025-12-05T01:57:00.309" v="325" actId="20577"/>
        <pc:sldMkLst>
          <pc:docMk/>
          <pc:sldMk cId="820313850" sldId="288"/>
        </pc:sldMkLst>
        <pc:spChg chg="mod">
          <ac:chgData name="Kaixin Zeng" userId="S::kzeng6@jh.edu::27805093-4303-4316-9da5-30560062ae6f" providerId="AD" clId="Web-{11075A5E-CBFA-6E57-7FE1-0805ADF9AE90}" dt="2025-12-05T01:35:58.501" v="293" actId="1076"/>
          <ac:spMkLst>
            <pc:docMk/>
            <pc:sldMk cId="820313850" sldId="288"/>
            <ac:spMk id="3" creationId="{4D62FA8C-0558-F9D2-8914-22A79A9D9036}"/>
          </ac:spMkLst>
        </pc:spChg>
        <pc:spChg chg="mod">
          <ac:chgData name="Kaixin Zeng" userId="S::kzeng6@jh.edu::27805093-4303-4316-9da5-30560062ae6f" providerId="AD" clId="Web-{11075A5E-CBFA-6E57-7FE1-0805ADF9AE90}" dt="2025-12-05T01:35:35.015" v="283" actId="1076"/>
          <ac:spMkLst>
            <pc:docMk/>
            <pc:sldMk cId="820313850" sldId="288"/>
            <ac:spMk id="4" creationId="{C54E513F-FA45-E956-CE7A-5AFFC7B4FFDA}"/>
          </ac:spMkLst>
        </pc:spChg>
        <pc:spChg chg="mod">
          <ac:chgData name="Kaixin Zeng" userId="S::kzeng6@jh.edu::27805093-4303-4316-9da5-30560062ae6f" providerId="AD" clId="Web-{11075A5E-CBFA-6E57-7FE1-0805ADF9AE90}" dt="2025-12-05T01:57:00.309" v="325" actId="20577"/>
          <ac:spMkLst>
            <pc:docMk/>
            <pc:sldMk cId="820313850" sldId="288"/>
            <ac:spMk id="7" creationId="{90F14B57-1B06-912D-C4F8-F06FFEEF0605}"/>
          </ac:spMkLst>
        </pc:spChg>
        <pc:spChg chg="mod">
          <ac:chgData name="Kaixin Zeng" userId="S::kzeng6@jh.edu::27805093-4303-4316-9da5-30560062ae6f" providerId="AD" clId="Web-{11075A5E-CBFA-6E57-7FE1-0805ADF9AE90}" dt="2025-12-05T01:33:49.490" v="272" actId="20577"/>
          <ac:spMkLst>
            <pc:docMk/>
            <pc:sldMk cId="820313850" sldId="288"/>
            <ac:spMk id="9" creationId="{BAC1B09E-1D6E-520C-9991-CE75EEC87764}"/>
          </ac:spMkLst>
        </pc:spChg>
        <pc:spChg chg="mod">
          <ac:chgData name="Kaixin Zeng" userId="S::kzeng6@jh.edu::27805093-4303-4316-9da5-30560062ae6f" providerId="AD" clId="Web-{11075A5E-CBFA-6E57-7FE1-0805ADF9AE90}" dt="2025-12-05T01:35:58.517" v="294" actId="1076"/>
          <ac:spMkLst>
            <pc:docMk/>
            <pc:sldMk cId="820313850" sldId="288"/>
            <ac:spMk id="10" creationId="{7603BF00-1410-CFE2-A34A-CE946C2A56CA}"/>
          </ac:spMkLst>
        </pc:spChg>
        <pc:spChg chg="mod">
          <ac:chgData name="Kaixin Zeng" userId="S::kzeng6@jh.edu::27805093-4303-4316-9da5-30560062ae6f" providerId="AD" clId="Web-{11075A5E-CBFA-6E57-7FE1-0805ADF9AE90}" dt="2025-12-05T01:35:58.533" v="295" actId="1076"/>
          <ac:spMkLst>
            <pc:docMk/>
            <pc:sldMk cId="820313850" sldId="288"/>
            <ac:spMk id="11" creationId="{1B93CB0C-636A-C9E6-592D-C3A55EE36BF0}"/>
          </ac:spMkLst>
        </pc:spChg>
        <pc:spChg chg="mod">
          <ac:chgData name="Kaixin Zeng" userId="S::kzeng6@jh.edu::27805093-4303-4316-9da5-30560062ae6f" providerId="AD" clId="Web-{11075A5E-CBFA-6E57-7FE1-0805ADF9AE90}" dt="2025-12-05T01:35:35.031" v="284" actId="1076"/>
          <ac:spMkLst>
            <pc:docMk/>
            <pc:sldMk cId="820313850" sldId="288"/>
            <ac:spMk id="12" creationId="{818849C9-C1AF-7CC8-3EE9-3C3ECE3603AD}"/>
          </ac:spMkLst>
        </pc:spChg>
        <pc:spChg chg="mod">
          <ac:chgData name="Kaixin Zeng" userId="S::kzeng6@jh.edu::27805093-4303-4316-9da5-30560062ae6f" providerId="AD" clId="Web-{11075A5E-CBFA-6E57-7FE1-0805ADF9AE90}" dt="2025-12-05T01:35:58.548" v="296" actId="1076"/>
          <ac:spMkLst>
            <pc:docMk/>
            <pc:sldMk cId="820313850" sldId="288"/>
            <ac:spMk id="14" creationId="{4DE75CD8-7233-2D94-048E-BC91523A681A}"/>
          </ac:spMkLst>
        </pc:spChg>
        <pc:spChg chg="mod">
          <ac:chgData name="Kaixin Zeng" userId="S::kzeng6@jh.edu::27805093-4303-4316-9da5-30560062ae6f" providerId="AD" clId="Web-{11075A5E-CBFA-6E57-7FE1-0805ADF9AE90}" dt="2025-12-05T01:35:35.046" v="285" actId="1076"/>
          <ac:spMkLst>
            <pc:docMk/>
            <pc:sldMk cId="820313850" sldId="288"/>
            <ac:spMk id="15" creationId="{D8F5D7A7-6D0E-3B5A-AB06-465CBA592E12}"/>
          </ac:spMkLst>
        </pc:spChg>
        <pc:spChg chg="mod">
          <ac:chgData name="Kaixin Zeng" userId="S::kzeng6@jh.edu::27805093-4303-4316-9da5-30560062ae6f" providerId="AD" clId="Web-{11075A5E-CBFA-6E57-7FE1-0805ADF9AE90}" dt="2025-12-05T01:35:35.062" v="286" actId="1076"/>
          <ac:spMkLst>
            <pc:docMk/>
            <pc:sldMk cId="820313850" sldId="288"/>
            <ac:spMk id="16" creationId="{CF582F04-380A-297A-DE38-42E48277B8A9}"/>
          </ac:spMkLst>
        </pc:spChg>
      </pc:sldChg>
      <pc:sldChg chg="addSp delSp modSp add replId">
        <pc:chgData name="Kaixin Zeng" userId="S::kzeng6@jh.edu::27805093-4303-4316-9da5-30560062ae6f" providerId="AD" clId="Web-{11075A5E-CBFA-6E57-7FE1-0805ADF9AE90}" dt="2025-12-05T02:09:45.291" v="394" actId="1076"/>
        <pc:sldMkLst>
          <pc:docMk/>
          <pc:sldMk cId="1727384327" sldId="289"/>
        </pc:sldMkLst>
        <pc:spChg chg="mod">
          <ac:chgData name="Kaixin Zeng" userId="S::kzeng6@jh.edu::27805093-4303-4316-9da5-30560062ae6f" providerId="AD" clId="Web-{11075A5E-CBFA-6E57-7FE1-0805ADF9AE90}" dt="2025-12-05T01:59:21.690" v="370" actId="20577"/>
          <ac:spMkLst>
            <pc:docMk/>
            <pc:sldMk cId="1727384327" sldId="289"/>
            <ac:spMk id="7" creationId="{C4FDE7BD-A966-4A58-20F3-902C53313E66}"/>
          </ac:spMkLst>
        </pc:spChg>
        <pc:spChg chg="del">
          <ac:chgData name="Kaixin Zeng" userId="S::kzeng6@jh.edu::27805093-4303-4316-9da5-30560062ae6f" providerId="AD" clId="Web-{11075A5E-CBFA-6E57-7FE1-0805ADF9AE90}" dt="2025-12-04T23:55:20.339" v="65"/>
          <ac:spMkLst>
            <pc:docMk/>
            <pc:sldMk cId="1727384327" sldId="289"/>
            <ac:spMk id="10" creationId="{525502A7-B033-AB22-6AA9-8405AB02B062}"/>
          </ac:spMkLst>
        </pc:spChg>
        <pc:spChg chg="del">
          <ac:chgData name="Kaixin Zeng" userId="S::kzeng6@jh.edu::27805093-4303-4316-9da5-30560062ae6f" providerId="AD" clId="Web-{11075A5E-CBFA-6E57-7FE1-0805ADF9AE90}" dt="2025-12-04T23:55:20.339" v="64"/>
          <ac:spMkLst>
            <pc:docMk/>
            <pc:sldMk cId="1727384327" sldId="289"/>
            <ac:spMk id="14" creationId="{6FEBC4F1-5656-E85F-249C-01D5103206E4}"/>
          </ac:spMkLst>
        </pc:spChg>
        <pc:spChg chg="del">
          <ac:chgData name="Kaixin Zeng" userId="S::kzeng6@jh.edu::27805093-4303-4316-9da5-30560062ae6f" providerId="AD" clId="Web-{11075A5E-CBFA-6E57-7FE1-0805ADF9AE90}" dt="2025-12-04T23:55:16.276" v="62"/>
          <ac:spMkLst>
            <pc:docMk/>
            <pc:sldMk cId="1727384327" sldId="289"/>
            <ac:spMk id="15" creationId="{D64D01E7-5E64-6B4D-313A-BAB75F33828B}"/>
          </ac:spMkLst>
        </pc:spChg>
        <pc:spChg chg="del">
          <ac:chgData name="Kaixin Zeng" userId="S::kzeng6@jh.edu::27805093-4303-4316-9da5-30560062ae6f" providerId="AD" clId="Web-{11075A5E-CBFA-6E57-7FE1-0805ADF9AE90}" dt="2025-12-04T23:55:16.276" v="61"/>
          <ac:spMkLst>
            <pc:docMk/>
            <pc:sldMk cId="1727384327" sldId="289"/>
            <ac:spMk id="16" creationId="{D4054788-B522-C1F5-9A78-65DA8033027B}"/>
          </ac:spMkLst>
        </pc:spChg>
        <pc:spChg chg="mod">
          <ac:chgData name="Kaixin Zeng" userId="S::kzeng6@jh.edu::27805093-4303-4316-9da5-30560062ae6f" providerId="AD" clId="Web-{11075A5E-CBFA-6E57-7FE1-0805ADF9AE90}" dt="2025-12-04T23:59:41.192" v="136" actId="1076"/>
          <ac:spMkLst>
            <pc:docMk/>
            <pc:sldMk cId="1727384327" sldId="289"/>
            <ac:spMk id="31" creationId="{4605FDB8-069D-E42E-D6E3-1349DD363E02}"/>
          </ac:spMkLst>
        </pc:spChg>
        <pc:spChg chg="mod">
          <ac:chgData name="Kaixin Zeng" userId="S::kzeng6@jh.edu::27805093-4303-4316-9da5-30560062ae6f" providerId="AD" clId="Web-{11075A5E-CBFA-6E57-7FE1-0805ADF9AE90}" dt="2025-12-05T02:09:45.291" v="394" actId="1076"/>
          <ac:spMkLst>
            <pc:docMk/>
            <pc:sldMk cId="1727384327" sldId="289"/>
            <ac:spMk id="32" creationId="{22E23142-6A9C-B9DC-0DE1-12076F211DD5}"/>
          </ac:spMkLst>
        </pc:spChg>
        <pc:grpChg chg="del">
          <ac:chgData name="Kaixin Zeng" userId="S::kzeng6@jh.edu::27805093-4303-4316-9da5-30560062ae6f" providerId="AD" clId="Web-{11075A5E-CBFA-6E57-7FE1-0805ADF9AE90}" dt="2025-12-04T23:55:20.339" v="66"/>
          <ac:grpSpMkLst>
            <pc:docMk/>
            <pc:sldMk cId="1727384327" sldId="289"/>
            <ac:grpSpMk id="3" creationId="{2EF87C81-808A-4607-29BC-AEC832230652}"/>
          </ac:grpSpMkLst>
        </pc:grpChg>
        <pc:grpChg chg="del">
          <ac:chgData name="Kaixin Zeng" userId="S::kzeng6@jh.edu::27805093-4303-4316-9da5-30560062ae6f" providerId="AD" clId="Web-{11075A5E-CBFA-6E57-7FE1-0805ADF9AE90}" dt="2025-12-04T23:55:16.276" v="63"/>
          <ac:grpSpMkLst>
            <pc:docMk/>
            <pc:sldMk cId="1727384327" sldId="289"/>
            <ac:grpSpMk id="11" creationId="{949EB7D3-22E7-DD4A-E66A-32489E9C045E}"/>
          </ac:grpSpMkLst>
        </pc:grpChg>
        <pc:grpChg chg="add">
          <ac:chgData name="Kaixin Zeng" userId="S::kzeng6@jh.edu::27805093-4303-4316-9da5-30560062ae6f" providerId="AD" clId="Web-{11075A5E-CBFA-6E57-7FE1-0805ADF9AE90}" dt="2025-12-04T23:59:33.066" v="135"/>
          <ac:grpSpMkLst>
            <pc:docMk/>
            <pc:sldMk cId="1727384327" sldId="289"/>
            <ac:grpSpMk id="20" creationId="{44DEB824-1D91-6BD0-ED15-039F73DCEAD8}"/>
          </ac:grpSpMkLst>
        </pc:grpChg>
        <pc:grpChg chg="del mod">
          <ac:chgData name="Kaixin Zeng" userId="S::kzeng6@jh.edu::27805093-4303-4316-9da5-30560062ae6f" providerId="AD" clId="Web-{11075A5E-CBFA-6E57-7FE1-0805ADF9AE90}" dt="2025-12-04T23:59:32.707" v="134"/>
          <ac:grpSpMkLst>
            <pc:docMk/>
            <pc:sldMk cId="1727384327" sldId="289"/>
            <ac:grpSpMk id="28" creationId="{47C282B4-7475-BA72-91B6-D8AF4D94F160}"/>
          </ac:grpSpMkLst>
        </pc:grpChg>
      </pc:sldChg>
      <pc:sldChg chg="addSp delSp modSp add ord replId">
        <pc:chgData name="Kaixin Zeng" userId="S::kzeng6@jh.edu::27805093-4303-4316-9da5-30560062ae6f" providerId="AD" clId="Web-{11075A5E-CBFA-6E57-7FE1-0805ADF9AE90}" dt="2025-12-05T02:05:21.261" v="377"/>
        <pc:sldMkLst>
          <pc:docMk/>
          <pc:sldMk cId="1260845662" sldId="290"/>
        </pc:sldMkLst>
        <pc:spChg chg="mod">
          <ac:chgData name="Kaixin Zeng" userId="S::kzeng6@jh.edu::27805093-4303-4316-9da5-30560062ae6f" providerId="AD" clId="Web-{11075A5E-CBFA-6E57-7FE1-0805ADF9AE90}" dt="2025-12-05T01:59:17.111" v="368" actId="20577"/>
          <ac:spMkLst>
            <pc:docMk/>
            <pc:sldMk cId="1260845662" sldId="290"/>
            <ac:spMk id="7" creationId="{6B28E4D1-642E-F920-DDBD-77D9CD32AFCC}"/>
          </ac:spMkLst>
        </pc:spChg>
        <pc:spChg chg="del">
          <ac:chgData name="Kaixin Zeng" userId="S::kzeng6@jh.edu::27805093-4303-4316-9da5-30560062ae6f" providerId="AD" clId="Web-{11075A5E-CBFA-6E57-7FE1-0805ADF9AE90}" dt="2025-12-04T23:55:38.139" v="72"/>
          <ac:spMkLst>
            <pc:docMk/>
            <pc:sldMk cId="1260845662" sldId="290"/>
            <ac:spMk id="10" creationId="{E953B423-80C9-514D-88CC-4482957382E5}"/>
          </ac:spMkLst>
        </pc:spChg>
        <pc:spChg chg="del">
          <ac:chgData name="Kaixin Zeng" userId="S::kzeng6@jh.edu::27805093-4303-4316-9da5-30560062ae6f" providerId="AD" clId="Web-{11075A5E-CBFA-6E57-7FE1-0805ADF9AE90}" dt="2025-12-04T23:55:38.139" v="71"/>
          <ac:spMkLst>
            <pc:docMk/>
            <pc:sldMk cId="1260845662" sldId="290"/>
            <ac:spMk id="14" creationId="{54204D38-A339-5528-7BA9-DA774212368D}"/>
          </ac:spMkLst>
        </pc:spChg>
        <pc:spChg chg="mod">
          <ac:chgData name="Kaixin Zeng" userId="S::kzeng6@jh.edu::27805093-4303-4316-9da5-30560062ae6f" providerId="AD" clId="Web-{11075A5E-CBFA-6E57-7FE1-0805ADF9AE90}" dt="2025-12-04T23:59:27.472" v="133" actId="1076"/>
          <ac:spMkLst>
            <pc:docMk/>
            <pc:sldMk cId="1260845662" sldId="290"/>
            <ac:spMk id="15" creationId="{C93C67B3-1F68-14B1-92A5-F825B636E494}"/>
          </ac:spMkLst>
        </pc:spChg>
        <pc:spChg chg="mod">
          <ac:chgData name="Kaixin Zeng" userId="S::kzeng6@jh.edu::27805093-4303-4316-9da5-30560062ae6f" providerId="AD" clId="Web-{11075A5E-CBFA-6E57-7FE1-0805ADF9AE90}" dt="2025-12-04T23:58:21.137" v="116" actId="14100"/>
          <ac:spMkLst>
            <pc:docMk/>
            <pc:sldMk cId="1260845662" sldId="290"/>
            <ac:spMk id="16" creationId="{2AC857DA-C591-F5F0-CE6F-56F1980803EB}"/>
          </ac:spMkLst>
        </pc:spChg>
        <pc:spChg chg="del">
          <ac:chgData name="Kaixin Zeng" userId="S::kzeng6@jh.edu::27805093-4303-4316-9da5-30560062ae6f" providerId="AD" clId="Web-{11075A5E-CBFA-6E57-7FE1-0805ADF9AE90}" dt="2025-12-04T23:55:34.717" v="69"/>
          <ac:spMkLst>
            <pc:docMk/>
            <pc:sldMk cId="1260845662" sldId="290"/>
            <ac:spMk id="31" creationId="{81334595-2C6B-C551-3D5F-A429D90E86EA}"/>
          </ac:spMkLst>
        </pc:spChg>
        <pc:spChg chg="del">
          <ac:chgData name="Kaixin Zeng" userId="S::kzeng6@jh.edu::27805093-4303-4316-9da5-30560062ae6f" providerId="AD" clId="Web-{11075A5E-CBFA-6E57-7FE1-0805ADF9AE90}" dt="2025-12-04T23:55:34.717" v="68"/>
          <ac:spMkLst>
            <pc:docMk/>
            <pc:sldMk cId="1260845662" sldId="290"/>
            <ac:spMk id="32" creationId="{4C1117C1-6255-0493-B54E-3CC9F73CD963}"/>
          </ac:spMkLst>
        </pc:spChg>
        <pc:grpChg chg="del">
          <ac:chgData name="Kaixin Zeng" userId="S::kzeng6@jh.edu::27805093-4303-4316-9da5-30560062ae6f" providerId="AD" clId="Web-{11075A5E-CBFA-6E57-7FE1-0805ADF9AE90}" dt="2025-12-04T23:55:38.139" v="73"/>
          <ac:grpSpMkLst>
            <pc:docMk/>
            <pc:sldMk cId="1260845662" sldId="290"/>
            <ac:grpSpMk id="3" creationId="{434D4017-FEEE-4C59-64FD-7AB81FEC1432}"/>
          </ac:grpSpMkLst>
        </pc:grpChg>
        <pc:grpChg chg="del">
          <ac:chgData name="Kaixin Zeng" userId="S::kzeng6@jh.edu::27805093-4303-4316-9da5-30560062ae6f" providerId="AD" clId="Web-{11075A5E-CBFA-6E57-7FE1-0805ADF9AE90}" dt="2025-12-04T23:59:19.784" v="131"/>
          <ac:grpSpMkLst>
            <pc:docMk/>
            <pc:sldMk cId="1260845662" sldId="290"/>
            <ac:grpSpMk id="11" creationId="{659F23EA-8C46-BB6D-15A7-43DB97E97D81}"/>
          </ac:grpSpMkLst>
        </pc:grpChg>
        <pc:grpChg chg="add">
          <ac:chgData name="Kaixin Zeng" userId="S::kzeng6@jh.edu::27805093-4303-4316-9da5-30560062ae6f" providerId="AD" clId="Web-{11075A5E-CBFA-6E57-7FE1-0805ADF9AE90}" dt="2025-12-04T23:59:20.128" v="132"/>
          <ac:grpSpMkLst>
            <pc:docMk/>
            <pc:sldMk cId="1260845662" sldId="290"/>
            <ac:grpSpMk id="20" creationId="{DFE20FE2-EDF0-2804-C5F6-B069953DC8BD}"/>
          </ac:grpSpMkLst>
        </pc:grpChg>
        <pc:grpChg chg="del">
          <ac:chgData name="Kaixin Zeng" userId="S::kzeng6@jh.edu::27805093-4303-4316-9da5-30560062ae6f" providerId="AD" clId="Web-{11075A5E-CBFA-6E57-7FE1-0805ADF9AE90}" dt="2025-12-04T23:55:34.717" v="70"/>
          <ac:grpSpMkLst>
            <pc:docMk/>
            <pc:sldMk cId="1260845662" sldId="290"/>
            <ac:grpSpMk id="28" creationId="{13CF3DE1-D729-6DD7-33F0-72D64CFF66F7}"/>
          </ac:grpSpMkLst>
        </pc:grpChg>
      </pc:sldChg>
      <pc:sldChg chg="addSp delSp modSp add replId">
        <pc:chgData name="Kaixin Zeng" userId="S::kzeng6@jh.edu::27805093-4303-4316-9da5-30560062ae6f" providerId="AD" clId="Web-{11075A5E-CBFA-6E57-7FE1-0805ADF9AE90}" dt="2025-12-05T02:09:14.617" v="386" actId="1076"/>
        <pc:sldMkLst>
          <pc:docMk/>
          <pc:sldMk cId="941184525" sldId="291"/>
        </pc:sldMkLst>
        <pc:spChg chg="mod">
          <ac:chgData name="Kaixin Zeng" userId="S::kzeng6@jh.edu::27805093-4303-4316-9da5-30560062ae6f" providerId="AD" clId="Web-{11075A5E-CBFA-6E57-7FE1-0805ADF9AE90}" dt="2025-12-05T01:59:04.908" v="365" actId="20577"/>
          <ac:spMkLst>
            <pc:docMk/>
            <pc:sldMk cId="941184525" sldId="291"/>
            <ac:spMk id="7" creationId="{C2A1188D-FE10-D79E-903F-CA0F30C7B36F}"/>
          </ac:spMkLst>
        </pc:spChg>
        <pc:spChg chg="del">
          <ac:chgData name="Kaixin Zeng" userId="S::kzeng6@jh.edu::27805093-4303-4316-9da5-30560062ae6f" providerId="AD" clId="Web-{11075A5E-CBFA-6E57-7FE1-0805ADF9AE90}" dt="2025-12-04T23:55:53.658" v="82"/>
          <ac:spMkLst>
            <pc:docMk/>
            <pc:sldMk cId="941184525" sldId="291"/>
            <ac:spMk id="10" creationId="{F9FB3B4D-8415-9397-3563-98E1DAB87DE5}"/>
          </ac:spMkLst>
        </pc:spChg>
        <pc:spChg chg="del">
          <ac:chgData name="Kaixin Zeng" userId="S::kzeng6@jh.edu::27805093-4303-4316-9da5-30560062ae6f" providerId="AD" clId="Web-{11075A5E-CBFA-6E57-7FE1-0805ADF9AE90}" dt="2025-12-04T23:55:53.658" v="81"/>
          <ac:spMkLst>
            <pc:docMk/>
            <pc:sldMk cId="941184525" sldId="291"/>
            <ac:spMk id="14" creationId="{D40DBB38-F329-6EEB-F20E-29F2E366B673}"/>
          </ac:spMkLst>
        </pc:spChg>
        <pc:spChg chg="mod">
          <ac:chgData name="Kaixin Zeng" userId="S::kzeng6@jh.edu::27805093-4303-4316-9da5-30560062ae6f" providerId="AD" clId="Web-{11075A5E-CBFA-6E57-7FE1-0805ADF9AE90}" dt="2025-12-04T23:59:10.267" v="128" actId="1076"/>
          <ac:spMkLst>
            <pc:docMk/>
            <pc:sldMk cId="941184525" sldId="291"/>
            <ac:spMk id="15" creationId="{B02FF7C1-DD47-BA8E-75A1-E2332D60DDFD}"/>
          </ac:spMkLst>
        </pc:spChg>
        <pc:spChg chg="mod">
          <ac:chgData name="Kaixin Zeng" userId="S::kzeng6@jh.edu::27805093-4303-4316-9da5-30560062ae6f" providerId="AD" clId="Web-{11075A5E-CBFA-6E57-7FE1-0805ADF9AE90}" dt="2025-12-05T02:09:14.617" v="386" actId="1076"/>
          <ac:spMkLst>
            <pc:docMk/>
            <pc:sldMk cId="941184525" sldId="291"/>
            <ac:spMk id="16" creationId="{7C561567-6843-4E66-C8B8-276E19C917E4}"/>
          </ac:spMkLst>
        </pc:spChg>
        <pc:spChg chg="del">
          <ac:chgData name="Kaixin Zeng" userId="S::kzeng6@jh.edu::27805093-4303-4316-9da5-30560062ae6f" providerId="AD" clId="Web-{11075A5E-CBFA-6E57-7FE1-0805ADF9AE90}" dt="2025-12-04T23:55:56.158" v="84"/>
          <ac:spMkLst>
            <pc:docMk/>
            <pc:sldMk cId="941184525" sldId="291"/>
            <ac:spMk id="18" creationId="{56725F92-AC2C-162E-32B1-92D6502194C8}"/>
          </ac:spMkLst>
        </pc:spChg>
        <pc:grpChg chg="del">
          <ac:chgData name="Kaixin Zeng" userId="S::kzeng6@jh.edu::27805093-4303-4316-9da5-30560062ae6f" providerId="AD" clId="Web-{11075A5E-CBFA-6E57-7FE1-0805ADF9AE90}" dt="2025-12-04T23:55:53.658" v="83"/>
          <ac:grpSpMkLst>
            <pc:docMk/>
            <pc:sldMk cId="941184525" sldId="291"/>
            <ac:grpSpMk id="3" creationId="{4F68006C-06D5-8E46-471B-A89A13597005}"/>
          </ac:grpSpMkLst>
        </pc:grpChg>
        <pc:grpChg chg="del mod">
          <ac:chgData name="Kaixin Zeng" userId="S::kzeng6@jh.edu::27805093-4303-4316-9da5-30560062ae6f" providerId="AD" clId="Web-{11075A5E-CBFA-6E57-7FE1-0805ADF9AE90}" dt="2025-12-04T23:59:05.189" v="126"/>
          <ac:grpSpMkLst>
            <pc:docMk/>
            <pc:sldMk cId="941184525" sldId="291"/>
            <ac:grpSpMk id="11" creationId="{6DB691C2-E502-F747-8DD3-0BB0B8309ADA}"/>
          </ac:grpSpMkLst>
        </pc:grpChg>
        <pc:grpChg chg="add">
          <ac:chgData name="Kaixin Zeng" userId="S::kzeng6@jh.edu::27805093-4303-4316-9da5-30560062ae6f" providerId="AD" clId="Web-{11075A5E-CBFA-6E57-7FE1-0805ADF9AE90}" dt="2025-12-04T23:59:05.814" v="127"/>
          <ac:grpSpMkLst>
            <pc:docMk/>
            <pc:sldMk cId="941184525" sldId="291"/>
            <ac:grpSpMk id="21" creationId="{5A9B8233-80ED-230C-E2CD-44F272F5027D}"/>
          </ac:grpSpMkLst>
        </pc:grpChg>
      </pc:sldChg>
      <pc:sldChg chg="modSp">
        <pc:chgData name="Kaixin Zeng" userId="S::kzeng6@jh.edu::27805093-4303-4316-9da5-30560062ae6f" providerId="AD" clId="Web-{11075A5E-CBFA-6E57-7FE1-0805ADF9AE90}" dt="2025-12-05T01:58:25.266" v="355" actId="20577"/>
        <pc:sldMkLst>
          <pc:docMk/>
          <pc:sldMk cId="1984528284" sldId="292"/>
        </pc:sldMkLst>
        <pc:spChg chg="mod">
          <ac:chgData name="Kaixin Zeng" userId="S::kzeng6@jh.edu::27805093-4303-4316-9da5-30560062ae6f" providerId="AD" clId="Web-{11075A5E-CBFA-6E57-7FE1-0805ADF9AE90}" dt="2025-12-05T01:58:25.266" v="355" actId="20577"/>
          <ac:spMkLst>
            <pc:docMk/>
            <pc:sldMk cId="1984528284" sldId="292"/>
            <ac:spMk id="7" creationId="{55A0ED83-68C2-EA0B-1E76-7415E58988F1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8:32.860" v="356" actId="20577"/>
        <pc:sldMkLst>
          <pc:docMk/>
          <pc:sldMk cId="3008117003" sldId="293"/>
        </pc:sldMkLst>
        <pc:spChg chg="mod">
          <ac:chgData name="Kaixin Zeng" userId="S::kzeng6@jh.edu::27805093-4303-4316-9da5-30560062ae6f" providerId="AD" clId="Web-{11075A5E-CBFA-6E57-7FE1-0805ADF9AE90}" dt="2025-12-05T01:58:32.860" v="356" actId="20577"/>
          <ac:spMkLst>
            <pc:docMk/>
            <pc:sldMk cId="3008117003" sldId="293"/>
            <ac:spMk id="7" creationId="{7B72FE0F-E166-3291-3294-4115B2873223}"/>
          </ac:spMkLst>
        </pc:spChg>
      </pc:sldChg>
      <pc:sldChg chg="addSp delSp modSp add replId">
        <pc:chgData name="Kaixin Zeng" userId="S::kzeng6@jh.edu::27805093-4303-4316-9da5-30560062ae6f" providerId="AD" clId="Web-{11075A5E-CBFA-6E57-7FE1-0805ADF9AE90}" dt="2025-12-05T00:04:30.818" v="167"/>
        <pc:sldMkLst>
          <pc:docMk/>
          <pc:sldMk cId="2315702899" sldId="295"/>
        </pc:sldMkLst>
        <pc:spChg chg="del mod">
          <ac:chgData name="Kaixin Zeng" userId="S::kzeng6@jh.edu::27805093-4303-4316-9da5-30560062ae6f" providerId="AD" clId="Web-{11075A5E-CBFA-6E57-7FE1-0805ADF9AE90}" dt="2025-12-05T00:04:21.817" v="163"/>
          <ac:spMkLst>
            <pc:docMk/>
            <pc:sldMk cId="2315702899" sldId="295"/>
            <ac:spMk id="7" creationId="{3D736BB4-63AE-D246-4C6F-40C7D1B7C957}"/>
          </ac:spMkLst>
        </pc:spChg>
        <pc:spChg chg="del mod">
          <ac:chgData name="Kaixin Zeng" userId="S::kzeng6@jh.edu::27805093-4303-4316-9da5-30560062ae6f" providerId="AD" clId="Web-{11075A5E-CBFA-6E57-7FE1-0805ADF9AE90}" dt="2025-12-05T00:04:21.817" v="161"/>
          <ac:spMkLst>
            <pc:docMk/>
            <pc:sldMk cId="2315702899" sldId="295"/>
            <ac:spMk id="8" creationId="{234BC628-1304-F2D7-00C2-9206412B5749}"/>
          </ac:spMkLst>
        </pc:spChg>
        <pc:spChg chg="del mod">
          <ac:chgData name="Kaixin Zeng" userId="S::kzeng6@jh.edu::27805093-4303-4316-9da5-30560062ae6f" providerId="AD" clId="Web-{11075A5E-CBFA-6E57-7FE1-0805ADF9AE90}" dt="2025-12-05T00:04:21.817" v="162"/>
          <ac:spMkLst>
            <pc:docMk/>
            <pc:sldMk cId="2315702899" sldId="295"/>
            <ac:spMk id="9" creationId="{AC764F8A-E058-48AC-4A00-547832A2BB45}"/>
          </ac:spMkLst>
        </pc:spChg>
        <pc:spChg chg="add">
          <ac:chgData name="Kaixin Zeng" userId="S::kzeng6@jh.edu::27805093-4303-4316-9da5-30560062ae6f" providerId="AD" clId="Web-{11075A5E-CBFA-6E57-7FE1-0805ADF9AE90}" dt="2025-12-05T00:04:30.787" v="164"/>
          <ac:spMkLst>
            <pc:docMk/>
            <pc:sldMk cId="2315702899" sldId="295"/>
            <ac:spMk id="11" creationId="{A36C2787-2893-ED87-6FC9-41708F1BF5B6}"/>
          </ac:spMkLst>
        </pc:spChg>
        <pc:spChg chg="mod">
          <ac:chgData name="Kaixin Zeng" userId="S::kzeng6@jh.edu::27805093-4303-4316-9da5-30560062ae6f" providerId="AD" clId="Web-{11075A5E-CBFA-6E57-7FE1-0805ADF9AE90}" dt="2025-12-05T00:03:30.550" v="147" actId="1076"/>
          <ac:spMkLst>
            <pc:docMk/>
            <pc:sldMk cId="2315702899" sldId="295"/>
            <ac:spMk id="12" creationId="{D4DBAA97-E12F-1730-EB1B-89FAC31C7379}"/>
          </ac:spMkLst>
        </pc:spChg>
        <pc:spChg chg="add">
          <ac:chgData name="Kaixin Zeng" userId="S::kzeng6@jh.edu::27805093-4303-4316-9da5-30560062ae6f" providerId="AD" clId="Web-{11075A5E-CBFA-6E57-7FE1-0805ADF9AE90}" dt="2025-12-05T00:04:30.802" v="165"/>
          <ac:spMkLst>
            <pc:docMk/>
            <pc:sldMk cId="2315702899" sldId="295"/>
            <ac:spMk id="14" creationId="{39626F04-C912-6501-5D32-50753F539BA1}"/>
          </ac:spMkLst>
        </pc:spChg>
        <pc:spChg chg="del mod">
          <ac:chgData name="Kaixin Zeng" userId="S::kzeng6@jh.edu::27805093-4303-4316-9da5-30560062ae6f" providerId="AD" clId="Web-{11075A5E-CBFA-6E57-7FE1-0805ADF9AE90}" dt="2025-12-05T00:04:21.817" v="160"/>
          <ac:spMkLst>
            <pc:docMk/>
            <pc:sldMk cId="2315702899" sldId="295"/>
            <ac:spMk id="19" creationId="{8A0B16D0-15A0-A6C3-D349-F8F27681F620}"/>
          </ac:spMkLst>
        </pc:spChg>
        <pc:spChg chg="add">
          <ac:chgData name="Kaixin Zeng" userId="S::kzeng6@jh.edu::27805093-4303-4316-9da5-30560062ae6f" providerId="AD" clId="Web-{11075A5E-CBFA-6E57-7FE1-0805ADF9AE90}" dt="2025-12-05T00:04:30.802" v="166"/>
          <ac:spMkLst>
            <pc:docMk/>
            <pc:sldMk cId="2315702899" sldId="295"/>
            <ac:spMk id="20" creationId="{6FE11769-1BAB-5C7F-9957-E3AF4F42E0A3}"/>
          </ac:spMkLst>
        </pc:spChg>
        <pc:spChg chg="add">
          <ac:chgData name="Kaixin Zeng" userId="S::kzeng6@jh.edu::27805093-4303-4316-9da5-30560062ae6f" providerId="AD" clId="Web-{11075A5E-CBFA-6E57-7FE1-0805ADF9AE90}" dt="2025-12-05T00:04:30.818" v="167"/>
          <ac:spMkLst>
            <pc:docMk/>
            <pc:sldMk cId="2315702899" sldId="295"/>
            <ac:spMk id="22" creationId="{B2F37B25-6AD4-3258-40FC-CE94DDE4BCED}"/>
          </ac:spMkLst>
        </pc:spChg>
      </pc:sldChg>
      <pc:sldChg chg="modSp ord">
        <pc:chgData name="Kaixin Zeng" userId="S::kzeng6@jh.edu::27805093-4303-4316-9da5-30560062ae6f" providerId="AD" clId="Web-{11075A5E-CBFA-6E57-7FE1-0805ADF9AE90}" dt="2025-12-05T01:58:38.766" v="357" actId="20577"/>
        <pc:sldMkLst>
          <pc:docMk/>
          <pc:sldMk cId="2944971035" sldId="296"/>
        </pc:sldMkLst>
        <pc:spChg chg="mod">
          <ac:chgData name="Kaixin Zeng" userId="S::kzeng6@jh.edu::27805093-4303-4316-9da5-30560062ae6f" providerId="AD" clId="Web-{11075A5E-CBFA-6E57-7FE1-0805ADF9AE90}" dt="2025-12-05T01:58:38.766" v="357" actId="20577"/>
          <ac:spMkLst>
            <pc:docMk/>
            <pc:sldMk cId="2944971035" sldId="296"/>
            <ac:spMk id="7" creationId="{8D55AB46-6F7C-B4E5-9C07-A41E7595D512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8:44.689" v="358" actId="20577"/>
        <pc:sldMkLst>
          <pc:docMk/>
          <pc:sldMk cId="4098278220" sldId="297"/>
        </pc:sldMkLst>
        <pc:spChg chg="mod">
          <ac:chgData name="Kaixin Zeng" userId="S::kzeng6@jh.edu::27805093-4303-4316-9da5-30560062ae6f" providerId="AD" clId="Web-{11075A5E-CBFA-6E57-7FE1-0805ADF9AE90}" dt="2025-12-05T01:58:44.689" v="358" actId="20577"/>
          <ac:spMkLst>
            <pc:docMk/>
            <pc:sldMk cId="4098278220" sldId="297"/>
            <ac:spMk id="7" creationId="{0E795182-F649-B86C-4BFC-F08068032FF1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1:57:07.481" v="327" actId="20577"/>
        <pc:sldMkLst>
          <pc:docMk/>
          <pc:sldMk cId="33500650" sldId="298"/>
        </pc:sldMkLst>
        <pc:spChg chg="mod">
          <ac:chgData name="Kaixin Zeng" userId="S::kzeng6@jh.edu::27805093-4303-4316-9da5-30560062ae6f" providerId="AD" clId="Web-{11075A5E-CBFA-6E57-7FE1-0805ADF9AE90}" dt="2025-12-05T01:35:06.935" v="278" actId="1076"/>
          <ac:spMkLst>
            <pc:docMk/>
            <pc:sldMk cId="33500650" sldId="298"/>
            <ac:spMk id="3" creationId="{76173BB8-0809-374B-9243-1A07018A579F}"/>
          </ac:spMkLst>
        </pc:spChg>
        <pc:spChg chg="mod">
          <ac:chgData name="Kaixin Zeng" userId="S::kzeng6@jh.edu::27805093-4303-4316-9da5-30560062ae6f" providerId="AD" clId="Web-{11075A5E-CBFA-6E57-7FE1-0805ADF9AE90}" dt="2025-12-05T01:35:02.747" v="276" actId="1076"/>
          <ac:spMkLst>
            <pc:docMk/>
            <pc:sldMk cId="33500650" sldId="298"/>
            <ac:spMk id="4" creationId="{586C72DE-A0EE-F9F6-1D3F-8756B1083DDE}"/>
          </ac:spMkLst>
        </pc:spChg>
        <pc:spChg chg="mod">
          <ac:chgData name="Kaixin Zeng" userId="S::kzeng6@jh.edu::27805093-4303-4316-9da5-30560062ae6f" providerId="AD" clId="Web-{11075A5E-CBFA-6E57-7FE1-0805ADF9AE90}" dt="2025-12-05T01:34:56.590" v="274" actId="1076"/>
          <ac:spMkLst>
            <pc:docMk/>
            <pc:sldMk cId="33500650" sldId="298"/>
            <ac:spMk id="5" creationId="{C0CDC190-AA52-391E-1D0D-78D2297510FD}"/>
          </ac:spMkLst>
        </pc:spChg>
        <pc:spChg chg="mod">
          <ac:chgData name="Kaixin Zeng" userId="S::kzeng6@jh.edu::27805093-4303-4316-9da5-30560062ae6f" providerId="AD" clId="Web-{11075A5E-CBFA-6E57-7FE1-0805ADF9AE90}" dt="2025-12-05T01:57:07.481" v="327" actId="20577"/>
          <ac:spMkLst>
            <pc:docMk/>
            <pc:sldMk cId="33500650" sldId="298"/>
            <ac:spMk id="7" creationId="{03EBB72D-A30F-8664-7538-457BF82E731D}"/>
          </ac:spMkLst>
        </pc:spChg>
        <pc:spChg chg="mod">
          <ac:chgData name="Kaixin Zeng" userId="S::kzeng6@jh.edu::27805093-4303-4316-9da5-30560062ae6f" providerId="AD" clId="Web-{11075A5E-CBFA-6E57-7FE1-0805ADF9AE90}" dt="2025-12-05T01:33:58.960" v="273" actId="20577"/>
          <ac:spMkLst>
            <pc:docMk/>
            <pc:sldMk cId="33500650" sldId="298"/>
            <ac:spMk id="9" creationId="{09448200-7E8A-2C81-A734-56BBE8857925}"/>
          </ac:spMkLst>
        </pc:spChg>
        <pc:spChg chg="mod">
          <ac:chgData name="Kaixin Zeng" userId="S::kzeng6@jh.edu::27805093-4303-4316-9da5-30560062ae6f" providerId="AD" clId="Web-{11075A5E-CBFA-6E57-7FE1-0805ADF9AE90}" dt="2025-12-05T01:35:06.935" v="279" actId="1076"/>
          <ac:spMkLst>
            <pc:docMk/>
            <pc:sldMk cId="33500650" sldId="298"/>
            <ac:spMk id="10" creationId="{8F2E34F1-DF4D-F912-84B2-324D187FADD3}"/>
          </ac:spMkLst>
        </pc:spChg>
        <pc:spChg chg="mod">
          <ac:chgData name="Kaixin Zeng" userId="S::kzeng6@jh.edu::27805093-4303-4316-9da5-30560062ae6f" providerId="AD" clId="Web-{11075A5E-CBFA-6E57-7FE1-0805ADF9AE90}" dt="2025-12-05T01:35:12.310" v="280" actId="1076"/>
          <ac:spMkLst>
            <pc:docMk/>
            <pc:sldMk cId="33500650" sldId="298"/>
            <ac:spMk id="11" creationId="{C2130FF2-7DCE-2E14-2210-20F992FDE110}"/>
          </ac:spMkLst>
        </pc:spChg>
        <pc:spChg chg="mod">
          <ac:chgData name="Kaixin Zeng" userId="S::kzeng6@jh.edu::27805093-4303-4316-9da5-30560062ae6f" providerId="AD" clId="Web-{11075A5E-CBFA-6E57-7FE1-0805ADF9AE90}" dt="2025-12-05T01:35:02.763" v="277" actId="1076"/>
          <ac:spMkLst>
            <pc:docMk/>
            <pc:sldMk cId="33500650" sldId="298"/>
            <ac:spMk id="15" creationId="{CD3830C3-1757-2053-140D-9C076870F501}"/>
          </ac:spMkLst>
        </pc:spChg>
        <pc:spChg chg="mod">
          <ac:chgData name="Kaixin Zeng" userId="S::kzeng6@jh.edu::27805093-4303-4316-9da5-30560062ae6f" providerId="AD" clId="Web-{11075A5E-CBFA-6E57-7FE1-0805ADF9AE90}" dt="2025-12-05T01:34:56.606" v="275" actId="1076"/>
          <ac:spMkLst>
            <pc:docMk/>
            <pc:sldMk cId="33500650" sldId="298"/>
            <ac:spMk id="17" creationId="{A549DD40-3A52-50E1-5A6C-D85DB334725B}"/>
          </ac:spMkLst>
        </pc:spChg>
        <pc:spChg chg="mod">
          <ac:chgData name="Kaixin Zeng" userId="S::kzeng6@jh.edu::27805093-4303-4316-9da5-30560062ae6f" providerId="AD" clId="Web-{11075A5E-CBFA-6E57-7FE1-0805ADF9AE90}" dt="2025-12-05T01:35:16.576" v="281" actId="1076"/>
          <ac:spMkLst>
            <pc:docMk/>
            <pc:sldMk cId="33500650" sldId="298"/>
            <ac:spMk id="25" creationId="{FFB4E579-5055-DDE1-07EB-0531C099B2A2}"/>
          </ac:spMkLst>
        </pc:spChg>
      </pc:sldChg>
      <pc:sldChg chg="modSp">
        <pc:chgData name="Kaixin Zeng" userId="S::kzeng6@jh.edu::27805093-4303-4316-9da5-30560062ae6f" providerId="AD" clId="Web-{11075A5E-CBFA-6E57-7FE1-0805ADF9AE90}" dt="2025-12-05T02:08:20.081" v="378" actId="20577"/>
        <pc:sldMkLst>
          <pc:docMk/>
          <pc:sldMk cId="179645703" sldId="299"/>
        </pc:sldMkLst>
        <pc:spChg chg="mod">
          <ac:chgData name="Kaixin Zeng" userId="S::kzeng6@jh.edu::27805093-4303-4316-9da5-30560062ae6f" providerId="AD" clId="Web-{11075A5E-CBFA-6E57-7FE1-0805ADF9AE90}" dt="2025-12-05T02:08:20.081" v="378" actId="20577"/>
          <ac:spMkLst>
            <pc:docMk/>
            <pc:sldMk cId="179645703" sldId="299"/>
            <ac:spMk id="8" creationId="{E6CC8B40-94D3-DB13-F7DF-6024D7A294C4}"/>
          </ac:spMkLst>
        </pc:spChg>
      </pc:sldChg>
      <pc:sldChg chg="addSp modSp">
        <pc:chgData name="Kaixin Zeng" userId="S::kzeng6@jh.edu::27805093-4303-4316-9da5-30560062ae6f" providerId="AD" clId="Web-{11075A5E-CBFA-6E57-7FE1-0805ADF9AE90}" dt="2025-12-05T01:59:42.565" v="374" actId="20577"/>
        <pc:sldMkLst>
          <pc:docMk/>
          <pc:sldMk cId="3140859276" sldId="300"/>
        </pc:sldMkLst>
        <pc:spChg chg="add mod">
          <ac:chgData name="Kaixin Zeng" userId="S::kzeng6@jh.edu::27805093-4303-4316-9da5-30560062ae6f" providerId="AD" clId="Web-{11075A5E-CBFA-6E57-7FE1-0805ADF9AE90}" dt="2025-12-05T01:59:42.565" v="374" actId="20577"/>
          <ac:spMkLst>
            <pc:docMk/>
            <pc:sldMk cId="3140859276" sldId="300"/>
            <ac:spMk id="4" creationId="{888D138B-63A2-F029-5B72-610C078B1830}"/>
          </ac:spMkLst>
        </pc:spChg>
      </pc:sldChg>
    </pc:docChg>
  </pc:docChgLst>
  <pc:docChgLst>
    <pc:chgData name="Devothama Gundugurki Narasimhamurthy" userId="b232f466-1112-411f-9e9a-5508bb48c55b" providerId="ADAL" clId="{6DF0F074-BAE6-5C04-A436-D14BA4F83437}"/>
    <pc:docChg chg="undo custSel addSld delSld modSld sldOrd">
      <pc:chgData name="Devothama Gundugurki Narasimhamurthy" userId="b232f466-1112-411f-9e9a-5508bb48c55b" providerId="ADAL" clId="{6DF0F074-BAE6-5C04-A436-D14BA4F83437}" dt="2025-12-05T04:48:06.603" v="5145" actId="20577"/>
      <pc:docMkLst>
        <pc:docMk/>
      </pc:docMkLst>
      <pc:sldChg chg="addSp modSp mod modNotesTx">
        <pc:chgData name="Devothama Gundugurki Narasimhamurthy" userId="b232f466-1112-411f-9e9a-5508bb48c55b" providerId="ADAL" clId="{6DF0F074-BAE6-5C04-A436-D14BA4F83437}" dt="2025-12-04T16:30:59.893" v="1918" actId="20577"/>
        <pc:sldMkLst>
          <pc:docMk/>
          <pc:sldMk cId="0" sldId="256"/>
        </pc:sldMkLst>
        <pc:spChg chg="mod">
          <ac:chgData name="Devothama Gundugurki Narasimhamurthy" userId="b232f466-1112-411f-9e9a-5508bb48c55b" providerId="ADAL" clId="{6DF0F074-BAE6-5C04-A436-D14BA4F83437}" dt="2025-12-04T02:32:11.732" v="139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1-20T03:35:03.260" v="128" actId="20577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Devothama Gundugurki Narasimhamurthy" userId="b232f466-1112-411f-9e9a-5508bb48c55b" providerId="ADAL" clId="{6DF0F074-BAE6-5C04-A436-D14BA4F83437}" dt="2025-11-20T03:34:05.064" v="122" actId="20577"/>
          <ac:spMkLst>
            <pc:docMk/>
            <pc:sldMk cId="0" sldId="256"/>
            <ac:spMk id="17" creationId="{0B83CB8D-1BCE-0ADC-5152-E1643094362F}"/>
          </ac:spMkLst>
        </pc:spChg>
        <pc:grpChg chg="mod">
          <ac:chgData name="Devothama Gundugurki Narasimhamurthy" userId="b232f466-1112-411f-9e9a-5508bb48c55b" providerId="ADAL" clId="{6DF0F074-BAE6-5C04-A436-D14BA4F83437}" dt="2025-11-20T03:26:18.740" v="7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 modNotesTx">
        <pc:chgData name="Devothama Gundugurki Narasimhamurthy" userId="b232f466-1112-411f-9e9a-5508bb48c55b" providerId="ADAL" clId="{6DF0F074-BAE6-5C04-A436-D14BA4F83437}" dt="2025-12-05T01:08:09.782" v="2781" actId="1076"/>
        <pc:sldMkLst>
          <pc:docMk/>
          <pc:sldMk cId="0" sldId="257"/>
        </pc:sldMkLst>
        <pc:spChg chg="mod">
          <ac:chgData name="Devothama Gundugurki Narasimhamurthy" userId="b232f466-1112-411f-9e9a-5508bb48c55b" providerId="ADAL" clId="{6DF0F074-BAE6-5C04-A436-D14BA4F83437}" dt="2025-12-05T00:34:12.966" v="2227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1:02:24.245" v="2544" actId="313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5T00:58:21.814" v="2317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5T00:33:57.171" v="2207" actId="478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Devothama Gundugurki Narasimhamurthy" userId="b232f466-1112-411f-9e9a-5508bb48c55b" providerId="ADAL" clId="{6DF0F074-BAE6-5C04-A436-D14BA4F83437}" dt="2025-11-20T03:27:46.588" v="29" actId="1076"/>
          <ac:spMkLst>
            <pc:docMk/>
            <pc:sldMk cId="0" sldId="257"/>
            <ac:spMk id="10" creationId="{80C12E5A-FD53-A2CB-9C15-47DE4EFA7355}"/>
          </ac:spMkLst>
        </pc:spChg>
        <pc:spChg chg="add del mod">
          <ac:chgData name="Devothama Gundugurki Narasimhamurthy" userId="b232f466-1112-411f-9e9a-5508bb48c55b" providerId="ADAL" clId="{6DF0F074-BAE6-5C04-A436-D14BA4F83437}" dt="2025-12-05T00:58:52.001" v="2341"/>
          <ac:spMkLst>
            <pc:docMk/>
            <pc:sldMk cId="0" sldId="257"/>
            <ac:spMk id="11" creationId="{57D9417F-47F2-3619-0F1C-028DA990CF86}"/>
          </ac:spMkLst>
        </pc:spChg>
        <pc:spChg chg="add mod">
          <ac:chgData name="Devothama Gundugurki Narasimhamurthy" userId="b232f466-1112-411f-9e9a-5508bb48c55b" providerId="ADAL" clId="{6DF0F074-BAE6-5C04-A436-D14BA4F83437}" dt="2025-12-05T01:08:09.782" v="2781" actId="1076"/>
          <ac:spMkLst>
            <pc:docMk/>
            <pc:sldMk cId="0" sldId="257"/>
            <ac:spMk id="12" creationId="{211E9CB0-915B-E35A-9E2A-BAE7ACCEC585}"/>
          </ac:spMkLst>
        </pc:spChg>
      </pc:sldChg>
      <pc:sldChg chg="modSp mod modNotesTx">
        <pc:chgData name="Devothama Gundugurki Narasimhamurthy" userId="b232f466-1112-411f-9e9a-5508bb48c55b" providerId="ADAL" clId="{6DF0F074-BAE6-5C04-A436-D14BA4F83437}" dt="2025-12-04T16:43:32" v="1942" actId="20577"/>
        <pc:sldMkLst>
          <pc:docMk/>
          <pc:sldMk cId="0" sldId="258"/>
        </pc:sldMkLst>
        <pc:spChg chg="mod">
          <ac:chgData name="Devothama Gundugurki Narasimhamurthy" userId="b232f466-1112-411f-9e9a-5508bb48c55b" providerId="ADAL" clId="{6DF0F074-BAE6-5C04-A436-D14BA4F83437}" dt="2025-11-20T03:27:33.225" v="25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7:32.111" v="273" actId="10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7:01.525" v="261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7:41.362" v="276" actId="1037"/>
          <ac:spMkLst>
            <pc:docMk/>
            <pc:sldMk cId="0" sldId="258"/>
            <ac:spMk id="9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7:37.706" v="274" actId="1037"/>
          <ac:spMkLst>
            <pc:docMk/>
            <pc:sldMk cId="0" sldId="258"/>
            <ac:spMk id="10" creationId="{00000000-0000-0000-0000-000000000000}"/>
          </ac:spMkLst>
        </pc:spChg>
      </pc:sldChg>
      <pc:sldChg chg="addSp delSp modSp mod">
        <pc:chgData name="Devothama Gundugurki Narasimhamurthy" userId="b232f466-1112-411f-9e9a-5508bb48c55b" providerId="ADAL" clId="{6DF0F074-BAE6-5C04-A436-D14BA4F83437}" dt="2025-12-05T01:11:34.886" v="2875" actId="1076"/>
        <pc:sldMkLst>
          <pc:docMk/>
          <pc:sldMk cId="0" sldId="259"/>
        </pc:sldMkLst>
        <pc:spChg chg="del">
          <ac:chgData name="Devothama Gundugurki Narasimhamurthy" userId="b232f466-1112-411f-9e9a-5508bb48c55b" providerId="ADAL" clId="{6DF0F074-BAE6-5C04-A436-D14BA4F83437}" dt="2025-12-04T02:38:03.182" v="277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1-20T03:28:35.604" v="3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1:11:34.886" v="2875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1:11:29.261" v="2873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9:03.560" v="292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9:06.478" v="293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2:39:10.274" v="294" actId="1076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Devothama Gundugurki Narasimhamurthy" userId="b232f466-1112-411f-9e9a-5508bb48c55b" providerId="ADAL" clId="{6DF0F074-BAE6-5C04-A436-D14BA4F83437}" dt="2025-12-05T01:11:27.528" v="2872" actId="207"/>
          <ac:spMkLst>
            <pc:docMk/>
            <pc:sldMk cId="0" sldId="259"/>
            <ac:spMk id="10" creationId="{DC2504A3-7EB9-3FC4-4803-6EA4EDBE7B65}"/>
          </ac:spMkLst>
        </pc:spChg>
      </pc:sldChg>
      <pc:sldChg chg="delSp modSp del mod">
        <pc:chgData name="Devothama Gundugurki Narasimhamurthy" userId="b232f466-1112-411f-9e9a-5508bb48c55b" providerId="ADAL" clId="{6DF0F074-BAE6-5C04-A436-D14BA4F83437}" dt="2025-12-04T16:36:59.284" v="1934" actId="2696"/>
        <pc:sldMkLst>
          <pc:docMk/>
          <pc:sldMk cId="0" sldId="260"/>
        </pc:sldMkLst>
        <pc:spChg chg="del mod">
          <ac:chgData name="Devothama Gundugurki Narasimhamurthy" userId="b232f466-1112-411f-9e9a-5508bb48c55b" providerId="ADAL" clId="{6DF0F074-BAE6-5C04-A436-D14BA4F83437}" dt="2025-12-04T16:36:04.343" v="1931" actId="21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16:35:46.198" v="1929"/>
          <ac:spMkLst>
            <pc:docMk/>
            <pc:sldMk cId="0" sldId="260"/>
            <ac:spMk id="11" creationId="{00000000-0000-0000-0000-000000000000}"/>
          </ac:spMkLst>
        </pc:spChg>
      </pc:sldChg>
      <pc:sldChg chg="addSp delSp modSp mod modNotesTx">
        <pc:chgData name="Devothama Gundugurki Narasimhamurthy" userId="b232f466-1112-411f-9e9a-5508bb48c55b" providerId="ADAL" clId="{6DF0F074-BAE6-5C04-A436-D14BA4F83437}" dt="2025-12-05T02:14:38.427" v="4971" actId="14100"/>
        <pc:sldMkLst>
          <pc:docMk/>
          <pc:sldMk cId="0" sldId="261"/>
        </pc:sldMkLst>
        <pc:spChg chg="mod">
          <ac:chgData name="Devothama Gundugurki Narasimhamurthy" userId="b232f466-1112-411f-9e9a-5508bb48c55b" providerId="ADAL" clId="{6DF0F074-BAE6-5C04-A436-D14BA4F83437}" dt="2025-12-05T01:17:25.065" v="294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1:14:42.423" v="2929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2:13:16.142" v="4937" actId="20577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3:38:31.100" v="1848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5T02:12:31.470" v="4921"/>
          <ac:spMkLst>
            <pc:docMk/>
            <pc:sldMk cId="0" sldId="261"/>
            <ac:spMk id="8" creationId="{2919DE34-2AA1-C8C8-D246-9B07A9F44CFB}"/>
          </ac:spMkLst>
        </pc:spChg>
        <pc:spChg chg="del mod">
          <ac:chgData name="Devothama Gundugurki Narasimhamurthy" userId="b232f466-1112-411f-9e9a-5508bb48c55b" providerId="ADAL" clId="{6DF0F074-BAE6-5C04-A436-D14BA4F83437}" dt="2025-12-05T02:12:47.373" v="492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3:38:31.100" v="1848" actId="21"/>
          <ac:spMkLst>
            <pc:docMk/>
            <pc:sldMk cId="0" sldId="261"/>
            <ac:spMk id="10" creationId="{00000000-0000-0000-0000-000000000000}"/>
          </ac:spMkLst>
        </pc:spChg>
        <pc:spChg chg="del">
          <ac:chgData name="Devothama Gundugurki Narasimhamurthy" userId="b232f466-1112-411f-9e9a-5508bb48c55b" providerId="ADAL" clId="{6DF0F074-BAE6-5C04-A436-D14BA4F83437}" dt="2025-12-04T03:38:51.458" v="1857" actId="2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2:14:38.427" v="4971" actId="14100"/>
          <ac:spMkLst>
            <pc:docMk/>
            <pc:sldMk cId="0" sldId="261"/>
            <ac:spMk id="12" creationId="{BCC55FDA-15A8-3A30-C08B-C552B6CB9833}"/>
          </ac:spMkLst>
        </pc:spChg>
        <pc:spChg chg="del">
          <ac:chgData name="Devothama Gundugurki Narasimhamurthy" userId="b232f466-1112-411f-9e9a-5508bb48c55b" providerId="ADAL" clId="{6DF0F074-BAE6-5C04-A436-D14BA4F83437}" dt="2025-12-04T03:38:31.100" v="1848" actId="21"/>
          <ac:spMkLst>
            <pc:docMk/>
            <pc:sldMk cId="0" sldId="261"/>
            <ac:spMk id="13" creationId="{8FABFE10-62C1-4C12-8FBA-8B15847EA455}"/>
          </ac:spMkLst>
        </pc:spChg>
        <pc:spChg chg="add del mod">
          <ac:chgData name="Devothama Gundugurki Narasimhamurthy" userId="b232f466-1112-411f-9e9a-5508bb48c55b" providerId="ADAL" clId="{6DF0F074-BAE6-5C04-A436-D14BA4F83437}" dt="2025-12-04T16:34:44.726" v="1923" actId="478"/>
          <ac:spMkLst>
            <pc:docMk/>
            <pc:sldMk cId="0" sldId="261"/>
            <ac:spMk id="14" creationId="{C904A2B3-5BE0-08CD-1E82-384C0719AEF2}"/>
          </ac:spMkLst>
        </pc:spChg>
        <pc:spChg chg="add del mod">
          <ac:chgData name="Devothama Gundugurki Narasimhamurthy" userId="b232f466-1112-411f-9e9a-5508bb48c55b" providerId="ADAL" clId="{6DF0F074-BAE6-5C04-A436-D14BA4F83437}" dt="2025-12-05T02:12:48.255" v="4932"/>
          <ac:spMkLst>
            <pc:docMk/>
            <pc:sldMk cId="0" sldId="261"/>
            <ac:spMk id="19" creationId="{237FB313-4957-4B2A-A7EE-CEA5238374C4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17:21.903" v="2942" actId="47"/>
          <ac:spMkLst>
            <pc:docMk/>
            <pc:sldMk cId="0" sldId="261"/>
            <ac:spMk id="20" creationId="{CF582F15-116F-5CD7-473E-8A790D71DEF1}"/>
          </ac:spMkLst>
        </pc:spChg>
        <pc:spChg chg="add del mod">
          <ac:chgData name="Devothama Gundugurki Narasimhamurthy" userId="b232f466-1112-411f-9e9a-5508bb48c55b" providerId="ADAL" clId="{6DF0F074-BAE6-5C04-A436-D14BA4F83437}" dt="2025-12-05T02:12:47.374" v="4930"/>
          <ac:spMkLst>
            <pc:docMk/>
            <pc:sldMk cId="0" sldId="261"/>
            <ac:spMk id="21" creationId="{739E0AA7-6A8E-9DAE-18E4-92321A4E13BE}"/>
          </ac:spMkLst>
        </pc:spChg>
        <pc:grpChg chg="mod">
          <ac:chgData name="Devothama Gundugurki Narasimhamurthy" userId="b232f466-1112-411f-9e9a-5508bb48c55b" providerId="ADAL" clId="{6DF0F074-BAE6-5C04-A436-D14BA4F83437}" dt="2025-12-05T02:14:27.520" v="4970" actId="14100"/>
          <ac:grpSpMkLst>
            <pc:docMk/>
            <pc:sldMk cId="0" sldId="261"/>
            <ac:grpSpMk id="17" creationId="{4E8FEC14-7D96-4C8F-D8A1-8DD991AB040C}"/>
          </ac:grpSpMkLst>
        </pc:grpChg>
      </pc:sldChg>
      <pc:sldChg chg="modSp mod">
        <pc:chgData name="Devothama Gundugurki Narasimhamurthy" userId="b232f466-1112-411f-9e9a-5508bb48c55b" providerId="ADAL" clId="{6DF0F074-BAE6-5C04-A436-D14BA4F83437}" dt="2025-12-05T00:17:00.422" v="2204" actId="313"/>
        <pc:sldMkLst>
          <pc:docMk/>
          <pc:sldMk cId="0" sldId="262"/>
        </pc:sldMkLst>
        <pc:spChg chg="mod">
          <ac:chgData name="Devothama Gundugurki Narasimhamurthy" userId="b232f466-1112-411f-9e9a-5508bb48c55b" providerId="ADAL" clId="{6DF0F074-BAE6-5C04-A436-D14BA4F83437}" dt="2025-11-20T03:29:22.670" v="4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7:00.422" v="2204" actId="313"/>
          <ac:spMkLst>
            <pc:docMk/>
            <pc:sldMk cId="0" sldId="262"/>
            <ac:spMk id="6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1-20T03:29:29.839" v="46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1-20T03:29:32.539" v="47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34:31.393" v="1840" actId="1076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2-04T03:05:53.833" v="805" actId="20577"/>
        <pc:sldMkLst>
          <pc:docMk/>
          <pc:sldMk cId="0" sldId="263"/>
        </pc:sldMkLst>
        <pc:spChg chg="mod">
          <ac:chgData name="Devothama Gundugurki Narasimhamurthy" userId="b232f466-1112-411f-9e9a-5508bb48c55b" providerId="ADAL" clId="{6DF0F074-BAE6-5C04-A436-D14BA4F83437}" dt="2025-12-04T03:05:44.301" v="803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05:53.833" v="805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1-20T03:30:02.661" v="57" actId="20577"/>
        <pc:sldMkLst>
          <pc:docMk/>
          <pc:sldMk cId="0" sldId="264"/>
        </pc:sldMkLst>
        <pc:spChg chg="mod">
          <ac:chgData name="Devothama Gundugurki Narasimhamurthy" userId="b232f466-1112-411f-9e9a-5508bb48c55b" providerId="ADAL" clId="{6DF0F074-BAE6-5C04-A436-D14BA4F83437}" dt="2025-11-20T03:30:02.661" v="57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2-05T00:14:59.361" v="2197" actId="207"/>
        <pc:sldMkLst>
          <pc:docMk/>
          <pc:sldMk cId="0" sldId="265"/>
        </pc:sldMkLst>
        <pc:spChg chg="mod">
          <ac:chgData name="Devothama Gundugurki Narasimhamurthy" userId="b232f466-1112-411f-9e9a-5508bb48c55b" providerId="ADAL" clId="{6DF0F074-BAE6-5C04-A436-D14BA4F83437}" dt="2025-11-20T03:30:07.680" v="59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06:25.138" v="808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55.540" v="2195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57.533" v="2196" actId="20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59.361" v="2197" actId="20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06:18.272" v="807"/>
          <ac:spMkLst>
            <pc:docMk/>
            <pc:sldMk cId="0" sldId="265"/>
            <ac:spMk id="16" creationId="{00000000-0000-0000-0000-000000000000}"/>
          </ac:spMkLst>
        </pc:spChg>
      </pc:sldChg>
      <pc:sldChg chg="modSp del mod modNotesTx">
        <pc:chgData name="Devothama Gundugurki Narasimhamurthy" userId="b232f466-1112-411f-9e9a-5508bb48c55b" providerId="ADAL" clId="{6DF0F074-BAE6-5C04-A436-D14BA4F83437}" dt="2025-12-05T00:15:57.189" v="2200" actId="2696"/>
        <pc:sldMkLst>
          <pc:docMk/>
          <pc:sldMk cId="0" sldId="266"/>
        </pc:sldMkLst>
        <pc:spChg chg="mod">
          <ac:chgData name="Devothama Gundugurki Narasimhamurthy" userId="b232f466-1112-411f-9e9a-5508bb48c55b" providerId="ADAL" clId="{6DF0F074-BAE6-5C04-A436-D14BA4F83437}" dt="2025-12-05T00:15:26.985" v="2198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48.344" v="2192" actId="20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50.663" v="2193" actId="20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0:14:52.707" v="2194" actId="207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1-20T03:30:47.660" v="74" actId="20577"/>
        <pc:sldMkLst>
          <pc:docMk/>
          <pc:sldMk cId="0" sldId="268"/>
        </pc:sldMkLst>
        <pc:spChg chg="mod">
          <ac:chgData name="Devothama Gundugurki Narasimhamurthy" userId="b232f466-1112-411f-9e9a-5508bb48c55b" providerId="ADAL" clId="{6DF0F074-BAE6-5C04-A436-D14BA4F83437}" dt="2025-11-20T03:30:47.660" v="74" actId="20577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1-20T03:30:54.185" v="76" actId="20577"/>
        <pc:sldMkLst>
          <pc:docMk/>
          <pc:sldMk cId="0" sldId="270"/>
        </pc:sldMkLst>
        <pc:spChg chg="mod">
          <ac:chgData name="Devothama Gundugurki Narasimhamurthy" userId="b232f466-1112-411f-9e9a-5508bb48c55b" providerId="ADAL" clId="{6DF0F074-BAE6-5C04-A436-D14BA4F83437}" dt="2025-11-20T03:30:54.185" v="76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1-20T03:31:06.234" v="82" actId="1076"/>
        <pc:sldMkLst>
          <pc:docMk/>
          <pc:sldMk cId="0" sldId="271"/>
        </pc:sldMkLst>
        <pc:spChg chg="mod">
          <ac:chgData name="Devothama Gundugurki Narasimhamurthy" userId="b232f466-1112-411f-9e9a-5508bb48c55b" providerId="ADAL" clId="{6DF0F074-BAE6-5C04-A436-D14BA4F83437}" dt="2025-11-20T03:30:59.693" v="80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1-20T03:31:06.234" v="82" actId="1076"/>
          <ac:spMkLst>
            <pc:docMk/>
            <pc:sldMk cId="0" sldId="271"/>
            <ac:spMk id="7" creationId="{00000000-0000-0000-0000-000000000000}"/>
          </ac:spMkLst>
        </pc:spChg>
      </pc:sldChg>
      <pc:sldChg chg="addSp delSp modSp del mod">
        <pc:chgData name="Devothama Gundugurki Narasimhamurthy" userId="b232f466-1112-411f-9e9a-5508bb48c55b" providerId="ADAL" clId="{6DF0F074-BAE6-5C04-A436-D14BA4F83437}" dt="2025-12-04T03:30:43.406" v="1839" actId="2696"/>
        <pc:sldMkLst>
          <pc:docMk/>
          <pc:sldMk cId="0" sldId="273"/>
        </pc:sldMkLst>
        <pc:spChg chg="mod">
          <ac:chgData name="Devothama Gundugurki Narasimhamurthy" userId="b232f466-1112-411f-9e9a-5508bb48c55b" providerId="ADAL" clId="{6DF0F074-BAE6-5C04-A436-D14BA4F83437}" dt="2025-12-04T03:20:30.836" v="1006" actId="1076"/>
          <ac:spMkLst>
            <pc:docMk/>
            <pc:sldMk cId="0" sldId="273"/>
            <ac:spMk id="9" creationId="{00000000-0000-0000-0000-000000000000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1:14.420" v="1018"/>
          <ac:spMkLst>
            <pc:docMk/>
            <pc:sldMk cId="0" sldId="273"/>
            <ac:spMk id="15" creationId="{355BD0EF-4C7F-0430-0C3B-75CDCFC503F7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1:15.438" v="1020"/>
          <ac:spMkLst>
            <pc:docMk/>
            <pc:sldMk cId="0" sldId="273"/>
            <ac:spMk id="16" creationId="{ADB75BDD-06EA-1014-ADA5-524F2B3489EA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3:17.567" v="1296" actId="478"/>
          <ac:spMkLst>
            <pc:docMk/>
            <pc:sldMk cId="0" sldId="273"/>
            <ac:spMk id="17" creationId="{2E6FA16D-3C82-B54F-CA9A-2E4B305E76F7}"/>
          </ac:spMkLst>
        </pc:spChg>
        <pc:spChg chg="add mod">
          <ac:chgData name="Devothama Gundugurki Narasimhamurthy" userId="b232f466-1112-411f-9e9a-5508bb48c55b" providerId="ADAL" clId="{6DF0F074-BAE6-5C04-A436-D14BA4F83437}" dt="2025-12-04T03:24:05.403" v="1301" actId="1076"/>
          <ac:spMkLst>
            <pc:docMk/>
            <pc:sldMk cId="0" sldId="273"/>
            <ac:spMk id="18" creationId="{B2AA6DBC-B1E6-03A4-C987-C554F24E1DAB}"/>
          </ac:spMkLst>
        </pc:spChg>
      </pc:sldChg>
      <pc:sldChg chg="addSp delSp modSp mod">
        <pc:chgData name="Devothama Gundugurki Narasimhamurthy" userId="b232f466-1112-411f-9e9a-5508bb48c55b" providerId="ADAL" clId="{6DF0F074-BAE6-5C04-A436-D14BA4F83437}" dt="2025-12-05T01:18:17.267" v="2958" actId="20577"/>
        <pc:sldMkLst>
          <pc:docMk/>
          <pc:sldMk cId="0" sldId="274"/>
        </pc:sldMkLst>
        <pc:spChg chg="mod">
          <ac:chgData name="Devothama Gundugurki Narasimhamurthy" userId="b232f466-1112-411f-9e9a-5508bb48c55b" providerId="ADAL" clId="{6DF0F074-BAE6-5C04-A436-D14BA4F83437}" dt="2025-12-05T01:18:17.267" v="2958" actId="20577"/>
          <ac:spMkLst>
            <pc:docMk/>
            <pc:sldMk cId="0" sldId="274"/>
            <ac:spMk id="5" creationId="{00000000-0000-0000-0000-000000000000}"/>
          </ac:spMkLst>
        </pc:spChg>
        <pc:picChg chg="add mod modCrop">
          <ac:chgData name="Devothama Gundugurki Narasimhamurthy" userId="b232f466-1112-411f-9e9a-5508bb48c55b" providerId="ADAL" clId="{6DF0F074-BAE6-5C04-A436-D14BA4F83437}" dt="2025-12-04T03:10:13.741" v="960" actId="14100"/>
          <ac:picMkLst>
            <pc:docMk/>
            <pc:sldMk cId="0" sldId="274"/>
            <ac:picMk id="3" creationId="{80300CE9-D949-A573-065A-C3A8BC1697C2}"/>
          </ac:picMkLst>
        </pc:picChg>
        <pc:picChg chg="add del mod">
          <ac:chgData name="Devothama Gundugurki Narasimhamurthy" userId="b232f466-1112-411f-9e9a-5508bb48c55b" providerId="ADAL" clId="{6DF0F074-BAE6-5C04-A436-D14BA4F83437}" dt="2025-12-04T03:09:54.377" v="953" actId="478"/>
          <ac:picMkLst>
            <pc:docMk/>
            <pc:sldMk cId="0" sldId="274"/>
            <ac:picMk id="8" creationId="{106FF8E7-AA12-B6E1-0D8B-5AC443CB2AAF}"/>
          </ac:picMkLst>
        </pc:picChg>
      </pc:sldChg>
      <pc:sldChg chg="addSp delSp modSp del mod modAnim modNotesTx">
        <pc:chgData name="Devothama Gundugurki Narasimhamurthy" userId="b232f466-1112-411f-9e9a-5508bb48c55b" providerId="ADAL" clId="{6DF0F074-BAE6-5C04-A436-D14BA4F83437}" dt="2025-12-05T00:07:39.425" v="2187" actId="2696"/>
        <pc:sldMkLst>
          <pc:docMk/>
          <pc:sldMk cId="0" sldId="275"/>
        </pc:sldMkLst>
        <pc:spChg chg="mod">
          <ac:chgData name="Devothama Gundugurki Narasimhamurthy" userId="b232f466-1112-411f-9e9a-5508bb48c55b" providerId="ADAL" clId="{6DF0F074-BAE6-5C04-A436-D14BA4F83437}" dt="2025-12-04T03:00:17.184" v="752" actId="1076"/>
          <ac:spMkLst>
            <pc:docMk/>
            <pc:sldMk cId="0" sldId="275"/>
            <ac:spMk id="10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2:52:53.135" v="542" actId="478"/>
          <ac:spMkLst>
            <pc:docMk/>
            <pc:sldMk cId="0" sldId="275"/>
            <ac:spMk id="20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00:09.646" v="750" actId="1076"/>
          <ac:spMkLst>
            <pc:docMk/>
            <pc:sldMk cId="0" sldId="275"/>
            <ac:spMk id="21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2:52:50.301" v="540" actId="478"/>
          <ac:spMkLst>
            <pc:docMk/>
            <pc:sldMk cId="0" sldId="275"/>
            <ac:spMk id="22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2:52:46.912" v="538" actId="478"/>
          <ac:spMkLst>
            <pc:docMk/>
            <pc:sldMk cId="0" sldId="275"/>
            <ac:spMk id="23" creationId="{00000000-0000-0000-0000-000000000000}"/>
          </ac:spMkLst>
        </pc:spChg>
        <pc:spChg chg="del mod">
          <ac:chgData name="Devothama Gundugurki Narasimhamurthy" userId="b232f466-1112-411f-9e9a-5508bb48c55b" providerId="ADAL" clId="{6DF0F074-BAE6-5C04-A436-D14BA4F83437}" dt="2025-12-04T02:52:55.575" v="543" actId="478"/>
          <ac:spMkLst>
            <pc:docMk/>
            <pc:sldMk cId="0" sldId="275"/>
            <ac:spMk id="24" creationId="{00000000-0000-0000-0000-000000000000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55:25.209" v="642"/>
          <ac:spMkLst>
            <pc:docMk/>
            <pc:sldMk cId="0" sldId="275"/>
            <ac:spMk id="26" creationId="{32DFC420-4A23-8019-A792-6D1D604D1019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55:25.209" v="640"/>
          <ac:spMkLst>
            <pc:docMk/>
            <pc:sldMk cId="0" sldId="275"/>
            <ac:spMk id="27" creationId="{9472AAEE-727C-53AE-05D3-44163A964DCC}"/>
          </ac:spMkLst>
        </pc:spChg>
        <pc:spChg chg="add mod">
          <ac:chgData name="Devothama Gundugurki Narasimhamurthy" userId="b232f466-1112-411f-9e9a-5508bb48c55b" providerId="ADAL" clId="{6DF0F074-BAE6-5C04-A436-D14BA4F83437}" dt="2025-12-04T02:58:52.978" v="728" actId="1076"/>
          <ac:spMkLst>
            <pc:docMk/>
            <pc:sldMk cId="0" sldId="275"/>
            <ac:spMk id="28" creationId="{FF0748F7-ED40-6810-1D58-63906D370BB8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55:39.160" v="670" actId="478"/>
          <ac:spMkLst>
            <pc:docMk/>
            <pc:sldMk cId="0" sldId="275"/>
            <ac:spMk id="30" creationId="{784AEEAF-E377-1843-242C-AAB575957096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55:37.011" v="669" actId="478"/>
          <ac:spMkLst>
            <pc:docMk/>
            <pc:sldMk cId="0" sldId="275"/>
            <ac:spMk id="31" creationId="{3F99DEE1-7CF9-E6F1-F303-CC9823085599}"/>
          </ac:spMkLst>
        </pc:spChg>
        <pc:spChg chg="add mod">
          <ac:chgData name="Devothama Gundugurki Narasimhamurthy" userId="b232f466-1112-411f-9e9a-5508bb48c55b" providerId="ADAL" clId="{6DF0F074-BAE6-5C04-A436-D14BA4F83437}" dt="2025-12-04T02:59:31.544" v="743" actId="1076"/>
          <ac:spMkLst>
            <pc:docMk/>
            <pc:sldMk cId="0" sldId="275"/>
            <ac:spMk id="32" creationId="{C6C772F1-A0C2-5791-60FF-3E124724EB3C}"/>
          </ac:spMkLst>
        </pc:spChg>
        <pc:spChg chg="add mod">
          <ac:chgData name="Devothama Gundugurki Narasimhamurthy" userId="b232f466-1112-411f-9e9a-5508bb48c55b" providerId="ADAL" clId="{6DF0F074-BAE6-5C04-A436-D14BA4F83437}" dt="2025-12-04T02:58:54.575" v="729" actId="1076"/>
          <ac:spMkLst>
            <pc:docMk/>
            <pc:sldMk cId="0" sldId="275"/>
            <ac:spMk id="33" creationId="{BC3E5880-42F5-931E-736A-8CD845283A33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56:35.404" v="689" actId="478"/>
          <ac:spMkLst>
            <pc:docMk/>
            <pc:sldMk cId="0" sldId="275"/>
            <ac:spMk id="34" creationId="{790D2BB9-A425-7C9B-DE96-ABC7BB6AC3FF}"/>
          </ac:spMkLst>
        </pc:spChg>
        <pc:spChg chg="mod">
          <ac:chgData name="Devothama Gundugurki Narasimhamurthy" userId="b232f466-1112-411f-9e9a-5508bb48c55b" providerId="ADAL" clId="{6DF0F074-BAE6-5C04-A436-D14BA4F83437}" dt="2025-12-04T02:57:03.314" v="700" actId="207"/>
          <ac:spMkLst>
            <pc:docMk/>
            <pc:sldMk cId="0" sldId="275"/>
            <ac:spMk id="36" creationId="{9B0CECBD-3500-E927-E1E5-55CE48566A31}"/>
          </ac:spMkLst>
        </pc:spChg>
        <pc:spChg chg="mod">
          <ac:chgData name="Devothama Gundugurki Narasimhamurthy" userId="b232f466-1112-411f-9e9a-5508bb48c55b" providerId="ADAL" clId="{6DF0F074-BAE6-5C04-A436-D14BA4F83437}" dt="2025-12-04T02:57:03.314" v="700" actId="207"/>
          <ac:spMkLst>
            <pc:docMk/>
            <pc:sldMk cId="0" sldId="275"/>
            <ac:spMk id="37" creationId="{AA8B3C4A-D7D0-8ED6-A379-02B117D1001F}"/>
          </ac:spMkLst>
        </pc:spChg>
        <pc:spChg chg="mod">
          <ac:chgData name="Devothama Gundugurki Narasimhamurthy" userId="b232f466-1112-411f-9e9a-5508bb48c55b" providerId="ADAL" clId="{6DF0F074-BAE6-5C04-A436-D14BA4F83437}" dt="2025-12-04T02:56:41.364" v="692"/>
          <ac:spMkLst>
            <pc:docMk/>
            <pc:sldMk cId="0" sldId="275"/>
            <ac:spMk id="39" creationId="{17AC45CF-FB0C-7E86-025D-B795912856CD}"/>
          </ac:spMkLst>
        </pc:spChg>
        <pc:spChg chg="mod">
          <ac:chgData name="Devothama Gundugurki Narasimhamurthy" userId="b232f466-1112-411f-9e9a-5508bb48c55b" providerId="ADAL" clId="{6DF0F074-BAE6-5C04-A436-D14BA4F83437}" dt="2025-12-04T02:56:41.364" v="692"/>
          <ac:spMkLst>
            <pc:docMk/>
            <pc:sldMk cId="0" sldId="275"/>
            <ac:spMk id="40" creationId="{0D3C73F5-42C1-C4FA-1E40-4019C54FE444}"/>
          </ac:spMkLst>
        </pc:spChg>
        <pc:spChg chg="mod">
          <ac:chgData name="Devothama Gundugurki Narasimhamurthy" userId="b232f466-1112-411f-9e9a-5508bb48c55b" providerId="ADAL" clId="{6DF0F074-BAE6-5C04-A436-D14BA4F83437}" dt="2025-12-04T02:56:43.209" v="694"/>
          <ac:spMkLst>
            <pc:docMk/>
            <pc:sldMk cId="0" sldId="275"/>
            <ac:spMk id="42" creationId="{9086A8DA-1091-FC56-6A5D-8218AF2D4E12}"/>
          </ac:spMkLst>
        </pc:spChg>
        <pc:spChg chg="mod">
          <ac:chgData name="Devothama Gundugurki Narasimhamurthy" userId="b232f466-1112-411f-9e9a-5508bb48c55b" providerId="ADAL" clId="{6DF0F074-BAE6-5C04-A436-D14BA4F83437}" dt="2025-12-04T02:56:43.209" v="694"/>
          <ac:spMkLst>
            <pc:docMk/>
            <pc:sldMk cId="0" sldId="275"/>
            <ac:spMk id="43" creationId="{2C507233-49A7-1A13-0104-2D799738EB72}"/>
          </ac:spMkLst>
        </pc:spChg>
        <pc:spChg chg="add mod">
          <ac:chgData name="Devothama Gundugurki Narasimhamurthy" userId="b232f466-1112-411f-9e9a-5508bb48c55b" providerId="ADAL" clId="{6DF0F074-BAE6-5C04-A436-D14BA4F83437}" dt="2025-12-04T03:00:13.877" v="751" actId="1076"/>
          <ac:spMkLst>
            <pc:docMk/>
            <pc:sldMk cId="0" sldId="275"/>
            <ac:spMk id="44" creationId="{2CF3DD1A-70B8-982D-ACEF-4212534DCC8C}"/>
          </ac:spMkLst>
        </pc:spChg>
        <pc:grpChg chg="del mod">
          <ac:chgData name="Devothama Gundugurki Narasimhamurthy" userId="b232f466-1112-411f-9e9a-5508bb48c55b" providerId="ADAL" clId="{6DF0F074-BAE6-5C04-A436-D14BA4F83437}" dt="2025-12-04T02:58:01.342" v="717" actId="478"/>
          <ac:grpSpMkLst>
            <pc:docMk/>
            <pc:sldMk cId="0" sldId="275"/>
            <ac:grpSpMk id="3" creationId="{00000000-0000-0000-0000-000000000000}"/>
          </ac:grpSpMkLst>
        </pc:grpChg>
        <pc:grpChg chg="del">
          <ac:chgData name="Devothama Gundugurki Narasimhamurthy" userId="b232f466-1112-411f-9e9a-5508bb48c55b" providerId="ADAL" clId="{6DF0F074-BAE6-5C04-A436-D14BA4F83437}" dt="2025-12-04T02:52:46.912" v="538" actId="478"/>
          <ac:grpSpMkLst>
            <pc:docMk/>
            <pc:sldMk cId="0" sldId="275"/>
            <ac:grpSpMk id="11" creationId="{00000000-0000-0000-0000-000000000000}"/>
          </ac:grpSpMkLst>
        </pc:grpChg>
        <pc:grpChg chg="del">
          <ac:chgData name="Devothama Gundugurki Narasimhamurthy" userId="b232f466-1112-411f-9e9a-5508bb48c55b" providerId="ADAL" clId="{6DF0F074-BAE6-5C04-A436-D14BA4F83437}" dt="2025-12-04T02:52:56.887" v="544" actId="478"/>
          <ac:grpSpMkLst>
            <pc:docMk/>
            <pc:sldMk cId="0" sldId="275"/>
            <ac:grpSpMk id="14" creationId="{00000000-0000-0000-0000-000000000000}"/>
          </ac:grpSpMkLst>
        </pc:grpChg>
        <pc:grpChg chg="del">
          <ac:chgData name="Devothama Gundugurki Narasimhamurthy" userId="b232f466-1112-411f-9e9a-5508bb48c55b" providerId="ADAL" clId="{6DF0F074-BAE6-5C04-A436-D14BA4F83437}" dt="2025-12-04T02:52:46.912" v="538" actId="478"/>
          <ac:grpSpMkLst>
            <pc:docMk/>
            <pc:sldMk cId="0" sldId="275"/>
            <ac:grpSpMk id="17" creationId="{00000000-0000-0000-0000-000000000000}"/>
          </ac:grpSpMkLst>
        </pc:grpChg>
        <pc:grpChg chg="add mod">
          <ac:chgData name="Devothama Gundugurki Narasimhamurthy" userId="b232f466-1112-411f-9e9a-5508bb48c55b" providerId="ADAL" clId="{6DF0F074-BAE6-5C04-A436-D14BA4F83437}" dt="2025-12-04T02:59:56.092" v="749" actId="1076"/>
          <ac:grpSpMkLst>
            <pc:docMk/>
            <pc:sldMk cId="0" sldId="275"/>
            <ac:grpSpMk id="35" creationId="{0FE78EAA-4669-2BAE-DAD2-3D7FF625F18D}"/>
          </ac:grpSpMkLst>
        </pc:grpChg>
        <pc:grpChg chg="add mod">
          <ac:chgData name="Devothama Gundugurki Narasimhamurthy" userId="b232f466-1112-411f-9e9a-5508bb48c55b" providerId="ADAL" clId="{6DF0F074-BAE6-5C04-A436-D14BA4F83437}" dt="2025-12-04T02:59:13.971" v="738" actId="14100"/>
          <ac:grpSpMkLst>
            <pc:docMk/>
            <pc:sldMk cId="0" sldId="275"/>
            <ac:grpSpMk id="38" creationId="{B16BF403-4E65-FA7E-66F8-B9D815A9CD28}"/>
          </ac:grpSpMkLst>
        </pc:grpChg>
        <pc:grpChg chg="add mod">
          <ac:chgData name="Devothama Gundugurki Narasimhamurthy" userId="b232f466-1112-411f-9e9a-5508bb48c55b" providerId="ADAL" clId="{6DF0F074-BAE6-5C04-A436-D14BA4F83437}" dt="2025-12-04T02:59:35.250" v="744" actId="14100"/>
          <ac:grpSpMkLst>
            <pc:docMk/>
            <pc:sldMk cId="0" sldId="275"/>
            <ac:grpSpMk id="41" creationId="{864AE74D-237F-696E-AC4A-8159F0B78CCC}"/>
          </ac:grpSpMkLst>
        </pc:grpChg>
      </pc:sldChg>
      <pc:sldChg chg="addSp delSp modSp mod">
        <pc:chgData name="Devothama Gundugurki Narasimhamurthy" userId="b232f466-1112-411f-9e9a-5508bb48c55b" providerId="ADAL" clId="{6DF0F074-BAE6-5C04-A436-D14BA4F83437}" dt="2025-12-05T02:07:29.638" v="4878" actId="1076"/>
        <pc:sldMkLst>
          <pc:docMk/>
          <pc:sldMk cId="0" sldId="276"/>
        </pc:sldMkLst>
        <pc:spChg chg="mod">
          <ac:chgData name="Devothama Gundugurki Narasimhamurthy" userId="b232f466-1112-411f-9e9a-5508bb48c55b" providerId="ADAL" clId="{6DF0F074-BAE6-5C04-A436-D14BA4F83437}" dt="2025-12-05T01:18:41.126" v="2970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2:07:29.638" v="4878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5T01:58:59.979" v="4793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Devothama Gundugurki Narasimhamurthy" userId="b232f466-1112-411f-9e9a-5508bb48c55b" providerId="ADAL" clId="{6DF0F074-BAE6-5C04-A436-D14BA4F83437}" dt="2025-12-04T03:11:23.195" v="964" actId="1076"/>
          <ac:spMkLst>
            <pc:docMk/>
            <pc:sldMk cId="0" sldId="276"/>
            <ac:spMk id="16" creationId="{00000000-0000-0000-0000-000000000000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58:48.092" v="4788" actId="478"/>
          <ac:spMkLst>
            <pc:docMk/>
            <pc:sldMk cId="0" sldId="276"/>
            <ac:spMk id="18" creationId="{C1640CBB-8459-6049-41F4-E28F4EC9BD18}"/>
          </ac:spMkLst>
        </pc:spChg>
        <pc:grpChg chg="mod">
          <ac:chgData name="Devothama Gundugurki Narasimhamurthy" userId="b232f466-1112-411f-9e9a-5508bb48c55b" providerId="ADAL" clId="{6DF0F074-BAE6-5C04-A436-D14BA4F83437}" dt="2025-12-05T01:59:05.602" v="4794" actId="1076"/>
          <ac:grpSpMkLst>
            <pc:docMk/>
            <pc:sldMk cId="0" sldId="276"/>
            <ac:grpSpMk id="3" creationId="{00000000-0000-0000-0000-000000000000}"/>
          </ac:grpSpMkLst>
        </pc:grpChg>
      </pc:sldChg>
      <pc:sldChg chg="modSp mod">
        <pc:chgData name="Devothama Gundugurki Narasimhamurthy" userId="b232f466-1112-411f-9e9a-5508bb48c55b" providerId="ADAL" clId="{6DF0F074-BAE6-5C04-A436-D14BA4F83437}" dt="2025-12-05T01:19:22.277" v="2989" actId="20577"/>
        <pc:sldMkLst>
          <pc:docMk/>
          <pc:sldMk cId="0" sldId="277"/>
        </pc:sldMkLst>
        <pc:spChg chg="mod">
          <ac:chgData name="Devothama Gundugurki Narasimhamurthy" userId="b232f466-1112-411f-9e9a-5508bb48c55b" providerId="ADAL" clId="{6DF0F074-BAE6-5C04-A436-D14BA4F83437}" dt="2025-12-05T01:19:22.277" v="2989" actId="20577"/>
          <ac:spMkLst>
            <pc:docMk/>
            <pc:sldMk cId="0" sldId="277"/>
            <ac:spMk id="2" creationId="{00000000-0000-0000-0000-000000000000}"/>
          </ac:spMkLst>
        </pc:spChg>
      </pc:sldChg>
      <pc:sldChg chg="addSp delSp modSp add del mod">
        <pc:chgData name="Devothama Gundugurki Narasimhamurthy" userId="b232f466-1112-411f-9e9a-5508bb48c55b" providerId="ADAL" clId="{6DF0F074-BAE6-5C04-A436-D14BA4F83437}" dt="2025-12-04T02:50:00.875" v="522" actId="2696"/>
        <pc:sldMkLst>
          <pc:docMk/>
          <pc:sldMk cId="2465021899" sldId="278"/>
        </pc:sldMkLst>
        <pc:spChg chg="del mod">
          <ac:chgData name="Devothama Gundugurki Narasimhamurthy" userId="b232f466-1112-411f-9e9a-5508bb48c55b" providerId="ADAL" clId="{6DF0F074-BAE6-5C04-A436-D14BA4F83437}" dt="2025-12-04T02:49:13.585" v="508" actId="478"/>
          <ac:spMkLst>
            <pc:docMk/>
            <pc:sldMk cId="2465021899" sldId="278"/>
            <ac:spMk id="10" creationId="{105F9936-F108-AA67-7227-10448A94F6B6}"/>
          </ac:spMkLst>
        </pc:spChg>
        <pc:spChg chg="add del mod">
          <ac:chgData name="Devothama Gundugurki Narasimhamurthy" userId="b232f466-1112-411f-9e9a-5508bb48c55b" providerId="ADAL" clId="{6DF0F074-BAE6-5C04-A436-D14BA4F83437}" dt="2025-12-04T02:49:21.018" v="513" actId="478"/>
          <ac:spMkLst>
            <pc:docMk/>
            <pc:sldMk cId="2465021899" sldId="278"/>
            <ac:spMk id="16" creationId="{B3DB89AD-118D-1E07-0301-36E1A2E3C3DA}"/>
          </ac:spMkLst>
        </pc:spChg>
        <pc:spChg chg="del mod">
          <ac:chgData name="Devothama Gundugurki Narasimhamurthy" userId="b232f466-1112-411f-9e9a-5508bb48c55b" providerId="ADAL" clId="{6DF0F074-BAE6-5C04-A436-D14BA4F83437}" dt="2025-12-04T02:49:54.423" v="520"/>
          <ac:spMkLst>
            <pc:docMk/>
            <pc:sldMk cId="2465021899" sldId="278"/>
            <ac:spMk id="18" creationId="{24BA9A9E-94BE-6B62-524D-AA0770648C81}"/>
          </ac:spMkLst>
        </pc:spChg>
      </pc:sldChg>
      <pc:sldChg chg="modSp add mod">
        <pc:chgData name="Devothama Gundugurki Narasimhamurthy" userId="b232f466-1112-411f-9e9a-5508bb48c55b" providerId="ADAL" clId="{6DF0F074-BAE6-5C04-A436-D14BA4F83437}" dt="2025-12-05T02:07:00.208" v="4875" actId="255"/>
        <pc:sldMkLst>
          <pc:docMk/>
          <pc:sldMk cId="3604092540" sldId="279"/>
        </pc:sldMkLst>
        <pc:spChg chg="mod">
          <ac:chgData name="Devothama Gundugurki Narasimhamurthy" userId="b232f466-1112-411f-9e9a-5508bb48c55b" providerId="ADAL" clId="{6DF0F074-BAE6-5C04-A436-D14BA4F83437}" dt="2025-12-05T01:18:49.811" v="2974" actId="20577"/>
          <ac:spMkLst>
            <pc:docMk/>
            <pc:sldMk cId="3604092540" sldId="279"/>
            <ac:spMk id="7" creationId="{6167CA14-B01A-09B4-C873-C06637B5B828}"/>
          </ac:spMkLst>
        </pc:spChg>
        <pc:spChg chg="mod">
          <ac:chgData name="Devothama Gundugurki Narasimhamurthy" userId="b232f466-1112-411f-9e9a-5508bb48c55b" providerId="ADAL" clId="{6DF0F074-BAE6-5C04-A436-D14BA4F83437}" dt="2025-12-05T02:07:00.208" v="4875" actId="255"/>
          <ac:spMkLst>
            <pc:docMk/>
            <pc:sldMk cId="3604092540" sldId="279"/>
            <ac:spMk id="10" creationId="{D34A8408-B883-47AC-AC8F-F159AF87F906}"/>
          </ac:spMkLst>
        </pc:spChg>
        <pc:spChg chg="mod">
          <ac:chgData name="Devothama Gundugurki Narasimhamurthy" userId="b232f466-1112-411f-9e9a-5508bb48c55b" providerId="ADAL" clId="{6DF0F074-BAE6-5C04-A436-D14BA4F83437}" dt="2025-12-05T02:00:00.913" v="4803" actId="1076"/>
          <ac:spMkLst>
            <pc:docMk/>
            <pc:sldMk cId="3604092540" sldId="279"/>
            <ac:spMk id="14" creationId="{9651A071-CA2A-A984-7074-6EA82498A1CC}"/>
          </ac:spMkLst>
        </pc:spChg>
        <pc:spChg chg="mod">
          <ac:chgData name="Devothama Gundugurki Narasimhamurthy" userId="b232f466-1112-411f-9e9a-5508bb48c55b" providerId="ADAL" clId="{6DF0F074-BAE6-5C04-A436-D14BA4F83437}" dt="2025-12-04T03:15:53.243" v="1001" actId="20577"/>
          <ac:spMkLst>
            <pc:docMk/>
            <pc:sldMk cId="3604092540" sldId="279"/>
            <ac:spMk id="16" creationId="{7E185599-5582-13A4-349C-03A9F3AFC317}"/>
          </ac:spMkLst>
        </pc:spChg>
        <pc:grpChg chg="mod">
          <ac:chgData name="Devothama Gundugurki Narasimhamurthy" userId="b232f466-1112-411f-9e9a-5508bb48c55b" providerId="ADAL" clId="{6DF0F074-BAE6-5C04-A436-D14BA4F83437}" dt="2025-12-05T02:00:05.904" v="4806" actId="1036"/>
          <ac:grpSpMkLst>
            <pc:docMk/>
            <pc:sldMk cId="3604092540" sldId="279"/>
            <ac:grpSpMk id="20" creationId="{998A9921-3123-DDEF-57EA-514B00C00F11}"/>
          </ac:grpSpMkLst>
        </pc:grpChg>
      </pc:sldChg>
      <pc:sldChg chg="delSp modSp add mod">
        <pc:chgData name="Devothama Gundugurki Narasimhamurthy" userId="b232f466-1112-411f-9e9a-5508bb48c55b" providerId="ADAL" clId="{6DF0F074-BAE6-5C04-A436-D14BA4F83437}" dt="2025-12-05T02:18:44.182" v="5142" actId="20577"/>
        <pc:sldMkLst>
          <pc:docMk/>
          <pc:sldMk cId="3328791717" sldId="280"/>
        </pc:sldMkLst>
        <pc:spChg chg="mod">
          <ac:chgData name="Devothama Gundugurki Narasimhamurthy" userId="b232f466-1112-411f-9e9a-5508bb48c55b" providerId="ADAL" clId="{6DF0F074-BAE6-5C04-A436-D14BA4F83437}" dt="2025-12-05T02:18:38.253" v="5141" actId="1037"/>
          <ac:spMkLst>
            <pc:docMk/>
            <pc:sldMk cId="3328791717" sldId="280"/>
            <ac:spMk id="6" creationId="{33940768-3DE1-989D-793F-43E1D8C24C05}"/>
          </ac:spMkLst>
        </pc:spChg>
        <pc:spChg chg="mod">
          <ac:chgData name="Devothama Gundugurki Narasimhamurthy" userId="b232f466-1112-411f-9e9a-5508bb48c55b" providerId="ADAL" clId="{6DF0F074-BAE6-5C04-A436-D14BA4F83437}" dt="2025-12-05T01:18:36.801" v="2968" actId="20577"/>
          <ac:spMkLst>
            <pc:docMk/>
            <pc:sldMk cId="3328791717" sldId="280"/>
            <ac:spMk id="7" creationId="{D1EE6F95-2EB8-7E87-7DDE-1AF8AAC13169}"/>
          </ac:spMkLst>
        </pc:spChg>
        <pc:spChg chg="mod">
          <ac:chgData name="Devothama Gundugurki Narasimhamurthy" userId="b232f466-1112-411f-9e9a-5508bb48c55b" providerId="ADAL" clId="{6DF0F074-BAE6-5C04-A436-D14BA4F83437}" dt="2025-12-05T02:18:44.182" v="5142" actId="20577"/>
          <ac:spMkLst>
            <pc:docMk/>
            <pc:sldMk cId="3328791717" sldId="280"/>
            <ac:spMk id="9" creationId="{C857C831-9425-1703-806E-22E8F02781A6}"/>
          </ac:spMkLst>
        </pc:spChg>
        <pc:spChg chg="del">
          <ac:chgData name="Devothama Gundugurki Narasimhamurthy" userId="b232f466-1112-411f-9e9a-5508bb48c55b" providerId="ADAL" clId="{6DF0F074-BAE6-5C04-A436-D14BA4F83437}" dt="2025-12-04T03:03:23.480" v="771" actId="478"/>
          <ac:spMkLst>
            <pc:docMk/>
            <pc:sldMk cId="3328791717" sldId="280"/>
            <ac:spMk id="10" creationId="{F0235F60-6AC0-505D-A43C-22E4FB6F22C1}"/>
          </ac:spMkLst>
        </pc:spChg>
        <pc:spChg chg="mod">
          <ac:chgData name="Devothama Gundugurki Narasimhamurthy" userId="b232f466-1112-411f-9e9a-5508bb48c55b" providerId="ADAL" clId="{6DF0F074-BAE6-5C04-A436-D14BA4F83437}" dt="2025-12-05T02:18:38.253" v="5141" actId="1037"/>
          <ac:spMkLst>
            <pc:docMk/>
            <pc:sldMk cId="3328791717" sldId="280"/>
            <ac:spMk id="20" creationId="{9FD49D48-6C68-DD4D-50D6-BC5ED6D506C7}"/>
          </ac:spMkLst>
        </pc:spChg>
        <pc:spChg chg="del mod">
          <ac:chgData name="Devothama Gundugurki Narasimhamurthy" userId="b232f466-1112-411f-9e9a-5508bb48c55b" providerId="ADAL" clId="{6DF0F074-BAE6-5C04-A436-D14BA4F83437}" dt="2025-12-04T03:03:27.915" v="774" actId="478"/>
          <ac:spMkLst>
            <pc:docMk/>
            <pc:sldMk cId="3328791717" sldId="280"/>
            <ac:spMk id="21" creationId="{7AAB2401-DC0E-F0D1-EDED-E32FEE61D6AE}"/>
          </ac:spMkLst>
        </pc:spChg>
        <pc:spChg chg="del mod">
          <ac:chgData name="Devothama Gundugurki Narasimhamurthy" userId="b232f466-1112-411f-9e9a-5508bb48c55b" providerId="ADAL" clId="{6DF0F074-BAE6-5C04-A436-D14BA4F83437}" dt="2025-12-05T02:18:24.645" v="5055"/>
          <ac:spMkLst>
            <pc:docMk/>
            <pc:sldMk cId="3328791717" sldId="280"/>
            <ac:spMk id="22" creationId="{23BBA077-4442-CC69-3FB1-1E5F808CDE8A}"/>
          </ac:spMkLst>
        </pc:spChg>
        <pc:spChg chg="mod">
          <ac:chgData name="Devothama Gundugurki Narasimhamurthy" userId="b232f466-1112-411f-9e9a-5508bb48c55b" providerId="ADAL" clId="{6DF0F074-BAE6-5C04-A436-D14BA4F83437}" dt="2025-12-05T02:18:38.253" v="5141" actId="1037"/>
          <ac:spMkLst>
            <pc:docMk/>
            <pc:sldMk cId="3328791717" sldId="280"/>
            <ac:spMk id="23" creationId="{DB77CF60-8CAA-B634-326E-E43519ABAD54}"/>
          </ac:spMkLst>
        </pc:spChg>
        <pc:spChg chg="mod">
          <ac:chgData name="Devothama Gundugurki Narasimhamurthy" userId="b232f466-1112-411f-9e9a-5508bb48c55b" providerId="ADAL" clId="{6DF0F074-BAE6-5C04-A436-D14BA4F83437}" dt="2025-12-05T02:18:38.253" v="5141" actId="1037"/>
          <ac:spMkLst>
            <pc:docMk/>
            <pc:sldMk cId="3328791717" sldId="280"/>
            <ac:spMk id="24" creationId="{1523608B-683F-7AF0-8DD4-278F724EA7BD}"/>
          </ac:spMkLst>
        </pc:spChg>
        <pc:grpChg chg="del">
          <ac:chgData name="Devothama Gundugurki Narasimhamurthy" userId="b232f466-1112-411f-9e9a-5508bb48c55b" providerId="ADAL" clId="{6DF0F074-BAE6-5C04-A436-D14BA4F83437}" dt="2025-12-04T03:03:25.066" v="772" actId="478"/>
          <ac:grpSpMkLst>
            <pc:docMk/>
            <pc:sldMk cId="3328791717" sldId="280"/>
            <ac:grpSpMk id="3" creationId="{0ADE1667-0E43-244A-D9D5-B503B33EBA05}"/>
          </ac:grpSpMkLst>
        </pc:grpChg>
        <pc:grpChg chg="mod">
          <ac:chgData name="Devothama Gundugurki Narasimhamurthy" userId="b232f466-1112-411f-9e9a-5508bb48c55b" providerId="ADAL" clId="{6DF0F074-BAE6-5C04-A436-D14BA4F83437}" dt="2025-12-05T02:18:38.253" v="5141" actId="1037"/>
          <ac:grpSpMkLst>
            <pc:docMk/>
            <pc:sldMk cId="3328791717" sldId="280"/>
            <ac:grpSpMk id="11" creationId="{26A36A42-AF8C-E783-3C3C-ED177A1F0E49}"/>
          </ac:grpSpMkLst>
        </pc:grpChg>
        <pc:grpChg chg="mod">
          <ac:chgData name="Devothama Gundugurki Narasimhamurthy" userId="b232f466-1112-411f-9e9a-5508bb48c55b" providerId="ADAL" clId="{6DF0F074-BAE6-5C04-A436-D14BA4F83437}" dt="2025-12-05T02:18:38.253" v="5141" actId="1037"/>
          <ac:grpSpMkLst>
            <pc:docMk/>
            <pc:sldMk cId="3328791717" sldId="280"/>
            <ac:grpSpMk id="14" creationId="{A2F95377-B1CC-8E23-85F1-0CB4E635A27C}"/>
          </ac:grpSpMkLst>
        </pc:grpChg>
        <pc:grpChg chg="mod">
          <ac:chgData name="Devothama Gundugurki Narasimhamurthy" userId="b232f466-1112-411f-9e9a-5508bb48c55b" providerId="ADAL" clId="{6DF0F074-BAE6-5C04-A436-D14BA4F83437}" dt="2025-12-05T02:18:38.253" v="5141" actId="1037"/>
          <ac:grpSpMkLst>
            <pc:docMk/>
            <pc:sldMk cId="3328791717" sldId="280"/>
            <ac:grpSpMk id="17" creationId="{97253A22-5BA3-A142-8B35-4DD56DC0192C}"/>
          </ac:grpSpMkLst>
        </pc:grpChg>
      </pc:sldChg>
      <pc:sldChg chg="delSp modSp add mod">
        <pc:chgData name="Devothama Gundugurki Narasimhamurthy" userId="b232f466-1112-411f-9e9a-5508bb48c55b" providerId="ADAL" clId="{6DF0F074-BAE6-5C04-A436-D14BA4F83437}" dt="2025-12-04T03:30:18.718" v="1838" actId="2710"/>
        <pc:sldMkLst>
          <pc:docMk/>
          <pc:sldMk cId="672744794" sldId="281"/>
        </pc:sldMkLst>
        <pc:spChg chg="mod">
          <ac:chgData name="Devothama Gundugurki Narasimhamurthy" userId="b232f466-1112-411f-9e9a-5508bb48c55b" providerId="ADAL" clId="{6DF0F074-BAE6-5C04-A436-D14BA4F83437}" dt="2025-12-04T03:26:20.353" v="1347" actId="1076"/>
          <ac:spMkLst>
            <pc:docMk/>
            <pc:sldMk cId="672744794" sldId="281"/>
            <ac:spMk id="3" creationId="{1C2CBFD9-2C0D-9FA9-BF46-FCEAD4479444}"/>
          </ac:spMkLst>
        </pc:spChg>
        <pc:spChg chg="mod">
          <ac:chgData name="Devothama Gundugurki Narasimhamurthy" userId="b232f466-1112-411f-9e9a-5508bb48c55b" providerId="ADAL" clId="{6DF0F074-BAE6-5C04-A436-D14BA4F83437}" dt="2025-12-04T03:26:08.587" v="1343" actId="255"/>
          <ac:spMkLst>
            <pc:docMk/>
            <pc:sldMk cId="672744794" sldId="281"/>
            <ac:spMk id="9" creationId="{BFC5E48A-B5E1-6D15-EDA3-B76C7C82E692}"/>
          </ac:spMkLst>
        </pc:spChg>
        <pc:spChg chg="del">
          <ac:chgData name="Devothama Gundugurki Narasimhamurthy" userId="b232f466-1112-411f-9e9a-5508bb48c55b" providerId="ADAL" clId="{6DF0F074-BAE6-5C04-A436-D14BA4F83437}" dt="2025-12-04T03:25:30.544" v="1327" actId="478"/>
          <ac:spMkLst>
            <pc:docMk/>
            <pc:sldMk cId="672744794" sldId="281"/>
            <ac:spMk id="10" creationId="{E9D0D09B-A999-D0AD-46AA-FD9D2D796608}"/>
          </ac:spMkLst>
        </pc:spChg>
        <pc:spChg chg="del mod">
          <ac:chgData name="Devothama Gundugurki Narasimhamurthy" userId="b232f466-1112-411f-9e9a-5508bb48c55b" providerId="ADAL" clId="{6DF0F074-BAE6-5C04-A436-D14BA4F83437}" dt="2025-12-04T03:25:35.264" v="1329" actId="478"/>
          <ac:spMkLst>
            <pc:docMk/>
            <pc:sldMk cId="672744794" sldId="281"/>
            <ac:spMk id="11" creationId="{D1332478-05D3-C176-3E08-525D346F257E}"/>
          </ac:spMkLst>
        </pc:spChg>
        <pc:spChg chg="del">
          <ac:chgData name="Devothama Gundugurki Narasimhamurthy" userId="b232f466-1112-411f-9e9a-5508bb48c55b" providerId="ADAL" clId="{6DF0F074-BAE6-5C04-A436-D14BA4F83437}" dt="2025-12-04T03:25:36.752" v="1330" actId="478"/>
          <ac:spMkLst>
            <pc:docMk/>
            <pc:sldMk cId="672744794" sldId="281"/>
            <ac:spMk id="12" creationId="{F81823C0-8025-9B7A-D6AF-5E4780B3E492}"/>
          </ac:spMkLst>
        </pc:spChg>
        <pc:spChg chg="del mod">
          <ac:chgData name="Devothama Gundugurki Narasimhamurthy" userId="b232f466-1112-411f-9e9a-5508bb48c55b" providerId="ADAL" clId="{6DF0F074-BAE6-5C04-A436-D14BA4F83437}" dt="2025-12-04T03:25:39.342" v="1332" actId="478"/>
          <ac:spMkLst>
            <pc:docMk/>
            <pc:sldMk cId="672744794" sldId="281"/>
            <ac:spMk id="13" creationId="{7C03A7D5-48A2-3B6E-D9FC-53BA461E9D1F}"/>
          </ac:spMkLst>
        </pc:spChg>
        <pc:spChg chg="mod">
          <ac:chgData name="Devothama Gundugurki Narasimhamurthy" userId="b232f466-1112-411f-9e9a-5508bb48c55b" providerId="ADAL" clId="{6DF0F074-BAE6-5C04-A436-D14BA4F83437}" dt="2025-12-04T03:30:18.718" v="1838" actId="2710"/>
          <ac:spMkLst>
            <pc:docMk/>
            <pc:sldMk cId="672744794" sldId="281"/>
            <ac:spMk id="18" creationId="{E58B4C24-992A-4338-74FA-C0A329C6F371}"/>
          </ac:spMkLst>
        </pc:spChg>
      </pc:sldChg>
      <pc:sldChg chg="addSp modSp add del mod">
        <pc:chgData name="Devothama Gundugurki Narasimhamurthy" userId="b232f466-1112-411f-9e9a-5508bb48c55b" providerId="ADAL" clId="{6DF0F074-BAE6-5C04-A436-D14BA4F83437}" dt="2025-12-04T03:26:27.429" v="1350" actId="2696"/>
        <pc:sldMkLst>
          <pc:docMk/>
          <pc:sldMk cId="997699482" sldId="282"/>
        </pc:sldMkLst>
        <pc:spChg chg="add mod">
          <ac:chgData name="Devothama Gundugurki Narasimhamurthy" userId="b232f466-1112-411f-9e9a-5508bb48c55b" providerId="ADAL" clId="{6DF0F074-BAE6-5C04-A436-D14BA4F83437}" dt="2025-12-04T03:24:43.149" v="1318" actId="5793"/>
          <ac:spMkLst>
            <pc:docMk/>
            <pc:sldMk cId="997699482" sldId="282"/>
            <ac:spMk id="14" creationId="{618B3281-EAA2-618F-9F93-A5275A699B11}"/>
          </ac:spMkLst>
        </pc:spChg>
        <pc:spChg chg="mod">
          <ac:chgData name="Devothama Gundugurki Narasimhamurthy" userId="b232f466-1112-411f-9e9a-5508bb48c55b" providerId="ADAL" clId="{6DF0F074-BAE6-5C04-A436-D14BA4F83437}" dt="2025-12-04T03:25:22.511" v="1326" actId="1076"/>
          <ac:spMkLst>
            <pc:docMk/>
            <pc:sldMk cId="997699482" sldId="282"/>
            <ac:spMk id="18" creationId="{139B4902-74AB-7846-A8A7-4A7B42E21105}"/>
          </ac:spMkLst>
        </pc:spChg>
      </pc:sldChg>
      <pc:sldChg chg="addSp delSp modSp add mod">
        <pc:chgData name="Devothama Gundugurki Narasimhamurthy" userId="b232f466-1112-411f-9e9a-5508bb48c55b" providerId="ADAL" clId="{6DF0F074-BAE6-5C04-A436-D14BA4F83437}" dt="2025-12-05T01:18:07.757" v="2954" actId="20577"/>
        <pc:sldMkLst>
          <pc:docMk/>
          <pc:sldMk cId="1700502662" sldId="283"/>
        </pc:sldMkLst>
        <pc:spChg chg="mod">
          <ac:chgData name="Devothama Gundugurki Narasimhamurthy" userId="b232f466-1112-411f-9e9a-5508bb48c55b" providerId="ADAL" clId="{6DF0F074-BAE6-5C04-A436-D14BA4F83437}" dt="2025-12-04T03:29:50.603" v="1834" actId="14100"/>
          <ac:spMkLst>
            <pc:docMk/>
            <pc:sldMk cId="1700502662" sldId="283"/>
            <ac:spMk id="3" creationId="{DA262439-E000-1761-B443-6B00EAA6A6A0}"/>
          </ac:spMkLst>
        </pc:spChg>
        <pc:spChg chg="mod">
          <ac:chgData name="Devothama Gundugurki Narasimhamurthy" userId="b232f466-1112-411f-9e9a-5508bb48c55b" providerId="ADAL" clId="{6DF0F074-BAE6-5C04-A436-D14BA4F83437}" dt="2025-12-05T01:18:07.757" v="2954" actId="20577"/>
          <ac:spMkLst>
            <pc:docMk/>
            <pc:sldMk cId="1700502662" sldId="283"/>
            <ac:spMk id="5" creationId="{A211F045-180C-BDE7-4E95-B96B4963298E}"/>
          </ac:spMkLst>
        </pc:spChg>
        <pc:spChg chg="mod">
          <ac:chgData name="Devothama Gundugurki Narasimhamurthy" userId="b232f466-1112-411f-9e9a-5508bb48c55b" providerId="ADAL" clId="{6DF0F074-BAE6-5C04-A436-D14BA4F83437}" dt="2025-12-04T03:29:53.538" v="1835" actId="1076"/>
          <ac:spMkLst>
            <pc:docMk/>
            <pc:sldMk cId="1700502662" sldId="283"/>
            <ac:spMk id="9" creationId="{133EBBF2-8DEC-7078-8EF1-95E440AC9938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9:27.049" v="1802" actId="478"/>
          <ac:spMkLst>
            <pc:docMk/>
            <pc:sldMk cId="1700502662" sldId="283"/>
            <ac:spMk id="11" creationId="{90634FC3-9A96-D231-AA76-AA7784C826D3}"/>
          </ac:spMkLst>
        </pc:spChg>
        <pc:spChg chg="mod">
          <ac:chgData name="Devothama Gundugurki Narasimhamurthy" userId="b232f466-1112-411f-9e9a-5508bb48c55b" providerId="ADAL" clId="{6DF0F074-BAE6-5C04-A436-D14BA4F83437}" dt="2025-12-04T03:30:02.191" v="1836" actId="2710"/>
          <ac:spMkLst>
            <pc:docMk/>
            <pc:sldMk cId="1700502662" sldId="283"/>
            <ac:spMk id="18" creationId="{C0A969E7-D2DE-0062-99D2-AA47D693C003}"/>
          </ac:spMkLst>
        </pc:spChg>
      </pc:sldChg>
      <pc:sldChg chg="addSp delSp modSp add mod ord">
        <pc:chgData name="Devothama Gundugurki Narasimhamurthy" userId="b232f466-1112-411f-9e9a-5508bb48c55b" providerId="ADAL" clId="{6DF0F074-BAE6-5C04-A436-D14BA4F83437}" dt="2025-12-05T01:17:55.923" v="2950" actId="20577"/>
        <pc:sldMkLst>
          <pc:docMk/>
          <pc:sldMk cId="3179865881" sldId="284"/>
        </pc:sldMkLst>
        <pc:spChg chg="add del mod">
          <ac:chgData name="Devothama Gundugurki Narasimhamurthy" userId="b232f466-1112-411f-9e9a-5508bb48c55b" providerId="ADAL" clId="{6DF0F074-BAE6-5C04-A436-D14BA4F83437}" dt="2025-12-05T01:17:55.923" v="2950" actId="20577"/>
          <ac:spMkLst>
            <pc:docMk/>
            <pc:sldMk cId="3179865881" sldId="284"/>
            <ac:spMk id="5" creationId="{20DCD2D1-5786-FA2A-B6FE-A1610093F6DE}"/>
          </ac:spMkLst>
        </pc:spChg>
        <pc:spChg chg="mod">
          <ac:chgData name="Devothama Gundugurki Narasimhamurthy" userId="b232f466-1112-411f-9e9a-5508bb48c55b" providerId="ADAL" clId="{6DF0F074-BAE6-5C04-A436-D14BA4F83437}" dt="2025-12-04T03:28:09.951" v="1565" actId="14100"/>
          <ac:spMkLst>
            <pc:docMk/>
            <pc:sldMk cId="3179865881" sldId="284"/>
            <ac:spMk id="9" creationId="{6A32E0C5-1B33-261E-2D65-4226438EACE6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7:06.893" v="1361" actId="478"/>
          <ac:spMkLst>
            <pc:docMk/>
            <pc:sldMk cId="3179865881" sldId="284"/>
            <ac:spMk id="11" creationId="{322ED954-6F05-98E8-76D9-17C2957F0CD9}"/>
          </ac:spMkLst>
        </pc:spChg>
        <pc:spChg chg="add del mod">
          <ac:chgData name="Devothama Gundugurki Narasimhamurthy" userId="b232f466-1112-411f-9e9a-5508bb48c55b" providerId="ADAL" clId="{6DF0F074-BAE6-5C04-A436-D14BA4F83437}" dt="2025-12-04T03:27:55.867" v="1543" actId="478"/>
          <ac:spMkLst>
            <pc:docMk/>
            <pc:sldMk cId="3179865881" sldId="284"/>
            <ac:spMk id="13" creationId="{96A2E3E8-E63C-9610-6A4C-7AC6515AD827}"/>
          </ac:spMkLst>
        </pc:spChg>
        <pc:spChg chg="mod">
          <ac:chgData name="Devothama Gundugurki Narasimhamurthy" userId="b232f466-1112-411f-9e9a-5508bb48c55b" providerId="ADAL" clId="{6DF0F074-BAE6-5C04-A436-D14BA4F83437}" dt="2025-12-04T03:30:13.228" v="1837" actId="2710"/>
          <ac:spMkLst>
            <pc:docMk/>
            <pc:sldMk cId="3179865881" sldId="284"/>
            <ac:spMk id="18" creationId="{B647CFF5-80D4-F7E5-0279-D87424EE6C83}"/>
          </ac:spMkLst>
        </pc:spChg>
      </pc:sldChg>
      <pc:sldChg chg="addSp delSp modSp add mod modNotesTx">
        <pc:chgData name="Devothama Gundugurki Narasimhamurthy" userId="b232f466-1112-411f-9e9a-5508bb48c55b" providerId="ADAL" clId="{6DF0F074-BAE6-5C04-A436-D14BA4F83437}" dt="2025-12-04T22:47:31.612" v="2018" actId="20577"/>
        <pc:sldMkLst>
          <pc:docMk/>
          <pc:sldMk cId="3904076881" sldId="285"/>
        </pc:sldMkLst>
        <pc:spChg chg="mod">
          <ac:chgData name="Devothama Gundugurki Narasimhamurthy" userId="b232f466-1112-411f-9e9a-5508bb48c55b" providerId="ADAL" clId="{6DF0F074-BAE6-5C04-A436-D14BA4F83437}" dt="2025-12-04T03:41:02.728" v="1886" actId="1076"/>
          <ac:spMkLst>
            <pc:docMk/>
            <pc:sldMk cId="3904076881" sldId="285"/>
            <ac:spMk id="6" creationId="{CDACDBDF-1ED7-7D97-1FE6-E7F1E01B94D7}"/>
          </ac:spMkLst>
        </pc:spChg>
        <pc:spChg chg="del mod">
          <ac:chgData name="Devothama Gundugurki Narasimhamurthy" userId="b232f466-1112-411f-9e9a-5508bb48c55b" providerId="ADAL" clId="{6DF0F074-BAE6-5C04-A436-D14BA4F83437}" dt="2025-12-04T03:38:41.664" v="1853" actId="478"/>
          <ac:spMkLst>
            <pc:docMk/>
            <pc:sldMk cId="3904076881" sldId="285"/>
            <ac:spMk id="7" creationId="{B3960778-929B-026C-9C28-8502C9471AAC}"/>
          </ac:spMkLst>
        </pc:spChg>
        <pc:spChg chg="del mod">
          <ac:chgData name="Devothama Gundugurki Narasimhamurthy" userId="b232f466-1112-411f-9e9a-5508bb48c55b" providerId="ADAL" clId="{6DF0F074-BAE6-5C04-A436-D14BA4F83437}" dt="2025-12-04T03:38:14.364" v="1845" actId="478"/>
          <ac:spMkLst>
            <pc:docMk/>
            <pc:sldMk cId="3904076881" sldId="285"/>
            <ac:spMk id="8" creationId="{B7298EE3-0EA5-D0C5-80CF-7BF2D3169741}"/>
          </ac:spMkLst>
        </pc:spChg>
        <pc:spChg chg="del mod">
          <ac:chgData name="Devothama Gundugurki Narasimhamurthy" userId="b232f466-1112-411f-9e9a-5508bb48c55b" providerId="ADAL" clId="{6DF0F074-BAE6-5C04-A436-D14BA4F83437}" dt="2025-12-04T03:38:45.049" v="1855" actId="478"/>
          <ac:spMkLst>
            <pc:docMk/>
            <pc:sldMk cId="3904076881" sldId="285"/>
            <ac:spMk id="9" creationId="{AA669F3F-A11F-AF53-82C1-9393D657A709}"/>
          </ac:spMkLst>
        </pc:spChg>
        <pc:spChg chg="del">
          <ac:chgData name="Devothama Gundugurki Narasimhamurthy" userId="b232f466-1112-411f-9e9a-5508bb48c55b" providerId="ADAL" clId="{6DF0F074-BAE6-5C04-A436-D14BA4F83437}" dt="2025-12-04T03:38:16.747" v="1846" actId="478"/>
          <ac:spMkLst>
            <pc:docMk/>
            <pc:sldMk cId="3904076881" sldId="285"/>
            <ac:spMk id="10" creationId="{5EEAA344-3AC9-B78B-E3AA-1DA9FD175C22}"/>
          </ac:spMkLst>
        </pc:spChg>
        <pc:spChg chg="del">
          <ac:chgData name="Devothama Gundugurki Narasimhamurthy" userId="b232f466-1112-411f-9e9a-5508bb48c55b" providerId="ADAL" clId="{6DF0F074-BAE6-5C04-A436-D14BA4F83437}" dt="2025-12-04T03:38:19.151" v="1847" actId="478"/>
          <ac:spMkLst>
            <pc:docMk/>
            <pc:sldMk cId="3904076881" sldId="285"/>
            <ac:spMk id="11" creationId="{7ADFD3F1-6821-4302-AEA0-6290CEB8DFF3}"/>
          </ac:spMkLst>
        </pc:spChg>
        <pc:spChg chg="del mod">
          <ac:chgData name="Devothama Gundugurki Narasimhamurthy" userId="b232f466-1112-411f-9e9a-5508bb48c55b" providerId="ADAL" clId="{6DF0F074-BAE6-5C04-A436-D14BA4F83437}" dt="2025-12-04T03:38:38.602" v="1851" actId="478"/>
          <ac:spMkLst>
            <pc:docMk/>
            <pc:sldMk cId="3904076881" sldId="285"/>
            <ac:spMk id="12" creationId="{FFAB6DD9-99D2-C56C-7E64-868A60E46B93}"/>
          </ac:spMkLst>
        </pc:spChg>
        <pc:spChg chg="del mod">
          <ac:chgData name="Devothama Gundugurki Narasimhamurthy" userId="b232f466-1112-411f-9e9a-5508bb48c55b" providerId="ADAL" clId="{6DF0F074-BAE6-5C04-A436-D14BA4F83437}" dt="2025-12-04T03:38:10.639" v="1843" actId="478"/>
          <ac:spMkLst>
            <pc:docMk/>
            <pc:sldMk cId="3904076881" sldId="285"/>
            <ac:spMk id="13" creationId="{348114F4-DF39-EC62-FE64-232BD284BBA3}"/>
          </ac:spMkLst>
        </pc:spChg>
        <pc:spChg chg="add mod">
          <ac:chgData name="Devothama Gundugurki Narasimhamurthy" userId="b232f466-1112-411f-9e9a-5508bb48c55b" providerId="ADAL" clId="{6DF0F074-BAE6-5C04-A436-D14BA4F83437}" dt="2025-12-04T03:42:09.140" v="1899" actId="1076"/>
          <ac:spMkLst>
            <pc:docMk/>
            <pc:sldMk cId="3904076881" sldId="285"/>
            <ac:spMk id="14" creationId="{7CA1D1CA-1EBC-93D7-B8A6-BECB3832704A}"/>
          </ac:spMkLst>
        </pc:spChg>
        <pc:spChg chg="add mod">
          <ac:chgData name="Devothama Gundugurki Narasimhamurthy" userId="b232f466-1112-411f-9e9a-5508bb48c55b" providerId="ADAL" clId="{6DF0F074-BAE6-5C04-A436-D14BA4F83437}" dt="2025-12-04T03:42:16.797" v="1901" actId="1076"/>
          <ac:spMkLst>
            <pc:docMk/>
            <pc:sldMk cId="3904076881" sldId="285"/>
            <ac:spMk id="15" creationId="{2DB1B845-AEE7-8D22-6AE1-F78E74B2753A}"/>
          </ac:spMkLst>
        </pc:spChg>
        <pc:spChg chg="add mod">
          <ac:chgData name="Devothama Gundugurki Narasimhamurthy" userId="b232f466-1112-411f-9e9a-5508bb48c55b" providerId="ADAL" clId="{6DF0F074-BAE6-5C04-A436-D14BA4F83437}" dt="2025-12-04T03:42:00.779" v="1897" actId="1076"/>
          <ac:spMkLst>
            <pc:docMk/>
            <pc:sldMk cId="3904076881" sldId="285"/>
            <ac:spMk id="16" creationId="{3A60C193-375B-0ED3-87CD-CF4DCE5D1C56}"/>
          </ac:spMkLst>
        </pc:spChg>
        <pc:spChg chg="add mod">
          <ac:chgData name="Devothama Gundugurki Narasimhamurthy" userId="b232f466-1112-411f-9e9a-5508bb48c55b" providerId="ADAL" clId="{6DF0F074-BAE6-5C04-A436-D14BA4F83437}" dt="2025-12-04T03:42:12.709" v="1900" actId="1076"/>
          <ac:spMkLst>
            <pc:docMk/>
            <pc:sldMk cId="3904076881" sldId="285"/>
            <ac:spMk id="17" creationId="{B108B1BD-ABBC-E6C4-CA18-75CD8F4894F0}"/>
          </ac:spMkLst>
        </pc:spChg>
        <pc:spChg chg="mod">
          <ac:chgData name="Devothama Gundugurki Narasimhamurthy" userId="b232f466-1112-411f-9e9a-5508bb48c55b" providerId="ADAL" clId="{6DF0F074-BAE6-5C04-A436-D14BA4F83437}" dt="2025-12-04T03:40:48.576" v="1880" actId="170"/>
          <ac:spMkLst>
            <pc:docMk/>
            <pc:sldMk cId="3904076881" sldId="285"/>
            <ac:spMk id="19" creationId="{DC2B3CD2-EF36-6DBB-04A6-2A7A33CC9E25}"/>
          </ac:spMkLst>
        </pc:spChg>
        <pc:spChg chg="mod">
          <ac:chgData name="Devothama Gundugurki Narasimhamurthy" userId="b232f466-1112-411f-9e9a-5508bb48c55b" providerId="ADAL" clId="{6DF0F074-BAE6-5C04-A436-D14BA4F83437}" dt="2025-12-04T03:39:50.811" v="1865"/>
          <ac:spMkLst>
            <pc:docMk/>
            <pc:sldMk cId="3904076881" sldId="285"/>
            <ac:spMk id="20" creationId="{88147AF3-2409-4BF8-21C9-7B40743E9BE6}"/>
          </ac:spMkLst>
        </pc:spChg>
        <pc:spChg chg="add mod">
          <ac:chgData name="Devothama Gundugurki Narasimhamurthy" userId="b232f466-1112-411f-9e9a-5508bb48c55b" providerId="ADAL" clId="{6DF0F074-BAE6-5C04-A436-D14BA4F83437}" dt="2025-12-04T16:36:12.072" v="1933" actId="1076"/>
          <ac:spMkLst>
            <pc:docMk/>
            <pc:sldMk cId="3904076881" sldId="285"/>
            <ac:spMk id="21" creationId="{E728FD55-6CEF-5E35-7920-72F24313D051}"/>
          </ac:spMkLst>
        </pc:spChg>
        <pc:grpChg chg="add mod">
          <ac:chgData name="Devothama Gundugurki Narasimhamurthy" userId="b232f466-1112-411f-9e9a-5508bb48c55b" providerId="ADAL" clId="{6DF0F074-BAE6-5C04-A436-D14BA4F83437}" dt="2025-12-04T03:41:56.589" v="1896" actId="14100"/>
          <ac:grpSpMkLst>
            <pc:docMk/>
            <pc:sldMk cId="3904076881" sldId="285"/>
            <ac:grpSpMk id="18" creationId="{792F976B-53AF-43FD-1821-9241CC3E10AF}"/>
          </ac:grpSpMkLst>
        </pc:grpChg>
      </pc:sldChg>
      <pc:sldChg chg="addSp delSp modSp add del mod">
        <pc:chgData name="Devothama Gundugurki Narasimhamurthy" userId="b232f466-1112-411f-9e9a-5508bb48c55b" providerId="ADAL" clId="{6DF0F074-BAE6-5C04-A436-D14BA4F83437}" dt="2025-12-04T20:05:40.818" v="1997" actId="2696"/>
        <pc:sldMkLst>
          <pc:docMk/>
          <pc:sldMk cId="1246919116" sldId="286"/>
        </pc:sldMkLst>
        <pc:spChg chg="mod">
          <ac:chgData name="Devothama Gundugurki Narasimhamurthy" userId="b232f466-1112-411f-9e9a-5508bb48c55b" providerId="ADAL" clId="{6DF0F074-BAE6-5C04-A436-D14BA4F83437}" dt="2025-12-04T20:02:31.555" v="1945" actId="1076"/>
          <ac:spMkLst>
            <pc:docMk/>
            <pc:sldMk cId="1246919116" sldId="286"/>
            <ac:spMk id="10" creationId="{4598C3F2-E7DC-54C8-D339-02FCD930A600}"/>
          </ac:spMkLst>
        </pc:spChg>
        <pc:spChg chg="mod">
          <ac:chgData name="Devothama Gundugurki Narasimhamurthy" userId="b232f466-1112-411f-9e9a-5508bb48c55b" providerId="ADAL" clId="{6DF0F074-BAE6-5C04-A436-D14BA4F83437}" dt="2025-12-04T20:02:36.885" v="1948" actId="1076"/>
          <ac:spMkLst>
            <pc:docMk/>
            <pc:sldMk cId="1246919116" sldId="286"/>
            <ac:spMk id="16" creationId="{5903E998-E691-C53C-C4E9-5965AF4570D0}"/>
          </ac:spMkLst>
        </pc:spChg>
        <pc:spChg chg="mod">
          <ac:chgData name="Devothama Gundugurki Narasimhamurthy" userId="b232f466-1112-411f-9e9a-5508bb48c55b" providerId="ADAL" clId="{6DF0F074-BAE6-5C04-A436-D14BA4F83437}" dt="2025-12-04T20:02:40.034" v="1949" actId="20577"/>
          <ac:spMkLst>
            <pc:docMk/>
            <pc:sldMk cId="1246919116" sldId="286"/>
            <ac:spMk id="32" creationId="{B896F971-FF32-A23E-F337-C188C8887820}"/>
          </ac:spMkLst>
        </pc:spChg>
        <pc:grpChg chg="del">
          <ac:chgData name="Devothama Gundugurki Narasimhamurthy" userId="b232f466-1112-411f-9e9a-5508bb48c55b" providerId="ADAL" clId="{6DF0F074-BAE6-5C04-A436-D14BA4F83437}" dt="2025-12-04T20:02:29.921" v="1944" actId="478"/>
          <ac:grpSpMkLst>
            <pc:docMk/>
            <pc:sldMk cId="1246919116" sldId="286"/>
            <ac:grpSpMk id="3" creationId="{F4CB2ADA-A29E-FB2F-C5BE-517C0EE00C64}"/>
          </ac:grpSpMkLst>
        </pc:grpChg>
        <pc:grpChg chg="del">
          <ac:chgData name="Devothama Gundugurki Narasimhamurthy" userId="b232f466-1112-411f-9e9a-5508bb48c55b" providerId="ADAL" clId="{6DF0F074-BAE6-5C04-A436-D14BA4F83437}" dt="2025-12-04T20:02:29.921" v="1944" actId="478"/>
          <ac:grpSpMkLst>
            <pc:docMk/>
            <pc:sldMk cId="1246919116" sldId="286"/>
            <ac:grpSpMk id="11" creationId="{B0BBC11A-18DB-D323-78F4-7EE731928673}"/>
          </ac:grpSpMkLst>
        </pc:grpChg>
        <pc:grpChg chg="del">
          <ac:chgData name="Devothama Gundugurki Narasimhamurthy" userId="b232f466-1112-411f-9e9a-5508bb48c55b" providerId="ADAL" clId="{6DF0F074-BAE6-5C04-A436-D14BA4F83437}" dt="2025-12-04T20:02:29.921" v="1944" actId="478"/>
          <ac:grpSpMkLst>
            <pc:docMk/>
            <pc:sldMk cId="1246919116" sldId="286"/>
            <ac:grpSpMk id="28" creationId="{682C2690-DA9E-5451-0434-0E4571399B59}"/>
          </ac:grpSpMkLst>
        </pc:grpChg>
        <pc:graphicFrameChg chg="add mod">
          <ac:chgData name="Devothama Gundugurki Narasimhamurthy" userId="b232f466-1112-411f-9e9a-5508bb48c55b" providerId="ADAL" clId="{6DF0F074-BAE6-5C04-A436-D14BA4F83437}" dt="2025-12-04T20:02:32.511" v="1946"/>
          <ac:graphicFrameMkLst>
            <pc:docMk/>
            <pc:sldMk cId="1246919116" sldId="286"/>
            <ac:graphicFrameMk id="17" creationId="{7534267F-787C-7C96-8636-4E973D21980B}"/>
          </ac:graphicFrameMkLst>
        </pc:graphicFrameChg>
        <pc:graphicFrameChg chg="add mod">
          <ac:chgData name="Devothama Gundugurki Narasimhamurthy" userId="b232f466-1112-411f-9e9a-5508bb48c55b" providerId="ADAL" clId="{6DF0F074-BAE6-5C04-A436-D14BA4F83437}" dt="2025-12-04T20:02:34.876" v="1947"/>
          <ac:graphicFrameMkLst>
            <pc:docMk/>
            <pc:sldMk cId="1246919116" sldId="286"/>
            <ac:graphicFrameMk id="18" creationId="{92DC5940-FE4B-5C87-7280-A3257170AB10}"/>
          </ac:graphicFrameMkLst>
        </pc:graphicFrameChg>
      </pc:sldChg>
      <pc:sldChg chg="delSp modSp add mod">
        <pc:chgData name="Devothama Gundugurki Narasimhamurthy" userId="b232f466-1112-411f-9e9a-5508bb48c55b" providerId="ADAL" clId="{6DF0F074-BAE6-5C04-A436-D14BA4F83437}" dt="2025-12-05T01:19:14.264" v="2985" actId="20577"/>
        <pc:sldMkLst>
          <pc:docMk/>
          <pc:sldMk cId="2573289830" sldId="287"/>
        </pc:sldMkLst>
        <pc:spChg chg="del">
          <ac:chgData name="Devothama Gundugurki Narasimhamurthy" userId="b232f466-1112-411f-9e9a-5508bb48c55b" providerId="ADAL" clId="{6DF0F074-BAE6-5C04-A436-D14BA4F83437}" dt="2025-12-04T20:03:17.251" v="1954" actId="478"/>
          <ac:spMkLst>
            <pc:docMk/>
            <pc:sldMk cId="2573289830" sldId="287"/>
            <ac:spMk id="2" creationId="{DCE698DA-A752-9C33-1D83-1A279977A6BD}"/>
          </ac:spMkLst>
        </pc:spChg>
        <pc:spChg chg="del">
          <ac:chgData name="Devothama Gundugurki Narasimhamurthy" userId="b232f466-1112-411f-9e9a-5508bb48c55b" providerId="ADAL" clId="{6DF0F074-BAE6-5C04-A436-D14BA4F83437}" dt="2025-12-04T20:03:17.251" v="1954" actId="478"/>
          <ac:spMkLst>
            <pc:docMk/>
            <pc:sldMk cId="2573289830" sldId="287"/>
            <ac:spMk id="6" creationId="{2A7700D9-CB5A-598C-11E3-B4C7C3147FF0}"/>
          </ac:spMkLst>
        </pc:spChg>
        <pc:spChg chg="mod">
          <ac:chgData name="Devothama Gundugurki Narasimhamurthy" userId="b232f466-1112-411f-9e9a-5508bb48c55b" providerId="ADAL" clId="{6DF0F074-BAE6-5C04-A436-D14BA4F83437}" dt="2025-12-05T01:19:14.264" v="2985" actId="20577"/>
          <ac:spMkLst>
            <pc:docMk/>
            <pc:sldMk cId="2573289830" sldId="287"/>
            <ac:spMk id="7" creationId="{8D0C1472-C4CB-E2AA-BB6A-1037B11639E3}"/>
          </ac:spMkLst>
        </pc:spChg>
        <pc:spChg chg="del">
          <ac:chgData name="Devothama Gundugurki Narasimhamurthy" userId="b232f466-1112-411f-9e9a-5508bb48c55b" providerId="ADAL" clId="{6DF0F074-BAE6-5C04-A436-D14BA4F83437}" dt="2025-12-04T20:03:17.251" v="1954" actId="478"/>
          <ac:spMkLst>
            <pc:docMk/>
            <pc:sldMk cId="2573289830" sldId="287"/>
            <ac:spMk id="8" creationId="{A1828C89-AFE6-34B5-2015-6B0D6AAFE0E7}"/>
          </ac:spMkLst>
        </pc:spChg>
        <pc:spChg chg="mod">
          <ac:chgData name="Devothama Gundugurki Narasimhamurthy" userId="b232f466-1112-411f-9e9a-5508bb48c55b" providerId="ADAL" clId="{6DF0F074-BAE6-5C04-A436-D14BA4F83437}" dt="2025-12-04T20:06:14.244" v="2010" actId="14100"/>
          <ac:spMkLst>
            <pc:docMk/>
            <pc:sldMk cId="2573289830" sldId="287"/>
            <ac:spMk id="9" creationId="{82F93225-EFAB-5F07-4AE0-10700F7F0C53}"/>
          </ac:spMkLst>
        </pc:spChg>
        <pc:spChg chg="del mod">
          <ac:chgData name="Devothama Gundugurki Narasimhamurthy" userId="b232f466-1112-411f-9e9a-5508bb48c55b" providerId="ADAL" clId="{6DF0F074-BAE6-5C04-A436-D14BA4F83437}" dt="2025-12-04T20:03:27.988" v="1958" actId="478"/>
          <ac:spMkLst>
            <pc:docMk/>
            <pc:sldMk cId="2573289830" sldId="287"/>
            <ac:spMk id="10" creationId="{20945823-9BC0-8BEB-0AB8-B075F8D952CA}"/>
          </ac:spMkLst>
        </pc:spChg>
        <pc:spChg chg="del">
          <ac:chgData name="Devothama Gundugurki Narasimhamurthy" userId="b232f466-1112-411f-9e9a-5508bb48c55b" providerId="ADAL" clId="{6DF0F074-BAE6-5C04-A436-D14BA4F83437}" dt="2025-12-04T20:02:47.049" v="1951" actId="478"/>
          <ac:spMkLst>
            <pc:docMk/>
            <pc:sldMk cId="2573289830" sldId="287"/>
            <ac:spMk id="14" creationId="{627FBBAD-C610-B5CA-678C-31C8F7BB3181}"/>
          </ac:spMkLst>
        </pc:spChg>
        <pc:spChg chg="del mod">
          <ac:chgData name="Devothama Gundugurki Narasimhamurthy" userId="b232f466-1112-411f-9e9a-5508bb48c55b" providerId="ADAL" clId="{6DF0F074-BAE6-5C04-A436-D14BA4F83437}" dt="2025-12-04T20:03:34.132" v="1960" actId="478"/>
          <ac:spMkLst>
            <pc:docMk/>
            <pc:sldMk cId="2573289830" sldId="287"/>
            <ac:spMk id="15" creationId="{D131BED5-0204-A8E4-1252-D53B909FCBCC}"/>
          </ac:spMkLst>
        </pc:spChg>
        <pc:spChg chg="del mod">
          <ac:chgData name="Devothama Gundugurki Narasimhamurthy" userId="b232f466-1112-411f-9e9a-5508bb48c55b" providerId="ADAL" clId="{6DF0F074-BAE6-5C04-A436-D14BA4F83437}" dt="2025-12-04T20:03:24.413" v="1956" actId="478"/>
          <ac:spMkLst>
            <pc:docMk/>
            <pc:sldMk cId="2573289830" sldId="287"/>
            <ac:spMk id="16" creationId="{92BB5E2B-C61D-248A-0396-0ECAD5D26A5F}"/>
          </ac:spMkLst>
        </pc:spChg>
        <pc:spChg chg="del">
          <ac:chgData name="Devothama Gundugurki Narasimhamurthy" userId="b232f466-1112-411f-9e9a-5508bb48c55b" providerId="ADAL" clId="{6DF0F074-BAE6-5C04-A436-D14BA4F83437}" dt="2025-12-04T20:03:31.523" v="1959" actId="478"/>
          <ac:spMkLst>
            <pc:docMk/>
            <pc:sldMk cId="2573289830" sldId="287"/>
            <ac:spMk id="31" creationId="{A64834B9-8577-A5E9-85A5-46302721B34A}"/>
          </ac:spMkLst>
        </pc:spChg>
        <pc:spChg chg="del">
          <ac:chgData name="Devothama Gundugurki Narasimhamurthy" userId="b232f466-1112-411f-9e9a-5508bb48c55b" providerId="ADAL" clId="{6DF0F074-BAE6-5C04-A436-D14BA4F83437}" dt="2025-12-04T20:03:17.251" v="1954" actId="478"/>
          <ac:spMkLst>
            <pc:docMk/>
            <pc:sldMk cId="2573289830" sldId="287"/>
            <ac:spMk id="32" creationId="{AC3DA183-1582-A7A8-D85C-54D9EE1A5CF0}"/>
          </ac:spMkLst>
        </pc:spChg>
        <pc:graphicFrameChg chg="mod modGraphic">
          <ac:chgData name="Devothama Gundugurki Narasimhamurthy" userId="b232f466-1112-411f-9e9a-5508bb48c55b" providerId="ADAL" clId="{6DF0F074-BAE6-5C04-A436-D14BA4F83437}" dt="2025-12-04T20:06:09.214" v="2008" actId="1076"/>
          <ac:graphicFrameMkLst>
            <pc:docMk/>
            <pc:sldMk cId="2573289830" sldId="287"/>
            <ac:graphicFrameMk id="18" creationId="{5FFDE6F3-4805-2902-069C-1548B9CDEA13}"/>
          </ac:graphicFrameMkLst>
        </pc:graphicFrameChg>
      </pc:sldChg>
      <pc:sldChg chg="modSp mod">
        <pc:chgData name="Devothama Gundugurki Narasimhamurthy" userId="b232f466-1112-411f-9e9a-5508bb48c55b" providerId="ADAL" clId="{6DF0F074-BAE6-5C04-A436-D14BA4F83437}" dt="2025-12-05T00:15:32.487" v="2199" actId="207"/>
        <pc:sldMkLst>
          <pc:docMk/>
          <pc:sldMk cId="820313850" sldId="288"/>
        </pc:sldMkLst>
        <pc:spChg chg="mod">
          <ac:chgData name="Devothama Gundugurki Narasimhamurthy" userId="b232f466-1112-411f-9e9a-5508bb48c55b" providerId="ADAL" clId="{6DF0F074-BAE6-5C04-A436-D14BA4F83437}" dt="2025-12-05T00:15:32.487" v="2199" actId="207"/>
          <ac:spMkLst>
            <pc:docMk/>
            <pc:sldMk cId="820313850" sldId="288"/>
            <ac:spMk id="9" creationId="{BAC1B09E-1D6E-520C-9991-CE75EEC87764}"/>
          </ac:spMkLst>
        </pc:spChg>
      </pc:sldChg>
      <pc:sldChg chg="modSp mod">
        <pc:chgData name="Devothama Gundugurki Narasimhamurthy" userId="b232f466-1112-411f-9e9a-5508bb48c55b" providerId="ADAL" clId="{6DF0F074-BAE6-5C04-A436-D14BA4F83437}" dt="2025-12-05T02:07:46.523" v="4879" actId="14100"/>
        <pc:sldMkLst>
          <pc:docMk/>
          <pc:sldMk cId="1727384327" sldId="289"/>
        </pc:sldMkLst>
        <pc:spChg chg="mod">
          <ac:chgData name="Devothama Gundugurki Narasimhamurthy" userId="b232f466-1112-411f-9e9a-5508bb48c55b" providerId="ADAL" clId="{6DF0F074-BAE6-5C04-A436-D14BA4F83437}" dt="2025-12-05T01:19:00.082" v="2980" actId="20577"/>
          <ac:spMkLst>
            <pc:docMk/>
            <pc:sldMk cId="1727384327" sldId="289"/>
            <ac:spMk id="7" creationId="{C4FDE7BD-A966-4A58-20F3-902C53313E66}"/>
          </ac:spMkLst>
        </pc:spChg>
        <pc:spChg chg="mod">
          <ac:chgData name="Devothama Gundugurki Narasimhamurthy" userId="b232f466-1112-411f-9e9a-5508bb48c55b" providerId="ADAL" clId="{6DF0F074-BAE6-5C04-A436-D14BA4F83437}" dt="2025-12-05T02:00:36.617" v="4816" actId="1076"/>
          <ac:spMkLst>
            <pc:docMk/>
            <pc:sldMk cId="1727384327" sldId="289"/>
            <ac:spMk id="31" creationId="{4605FDB8-069D-E42E-D6E3-1349DD363E02}"/>
          </ac:spMkLst>
        </pc:spChg>
        <pc:spChg chg="mod">
          <ac:chgData name="Devothama Gundugurki Narasimhamurthy" userId="b232f466-1112-411f-9e9a-5508bb48c55b" providerId="ADAL" clId="{6DF0F074-BAE6-5C04-A436-D14BA4F83437}" dt="2025-12-05T02:07:46.523" v="4879" actId="14100"/>
          <ac:spMkLst>
            <pc:docMk/>
            <pc:sldMk cId="1727384327" sldId="289"/>
            <ac:spMk id="32" creationId="{22E23142-6A9C-B9DC-0DE1-12076F211DD5}"/>
          </ac:spMkLst>
        </pc:spChg>
        <pc:grpChg chg="mod">
          <ac:chgData name="Devothama Gundugurki Narasimhamurthy" userId="b232f466-1112-411f-9e9a-5508bb48c55b" providerId="ADAL" clId="{6DF0F074-BAE6-5C04-A436-D14BA4F83437}" dt="2025-12-05T02:05:38.575" v="4849" actId="1038"/>
          <ac:grpSpMkLst>
            <pc:docMk/>
            <pc:sldMk cId="1727384327" sldId="289"/>
            <ac:grpSpMk id="20" creationId="{44DEB824-1D91-6BD0-ED15-039F73DCEAD8}"/>
          </ac:grpSpMkLst>
        </pc:grpChg>
      </pc:sldChg>
      <pc:sldChg chg="modSp mod">
        <pc:chgData name="Devothama Gundugurki Narasimhamurthy" userId="b232f466-1112-411f-9e9a-5508bb48c55b" providerId="ADAL" clId="{6DF0F074-BAE6-5C04-A436-D14BA4F83437}" dt="2025-12-05T02:06:53.907" v="4874" actId="5793"/>
        <pc:sldMkLst>
          <pc:docMk/>
          <pc:sldMk cId="1260845662" sldId="290"/>
        </pc:sldMkLst>
        <pc:spChg chg="mod">
          <ac:chgData name="Devothama Gundugurki Narasimhamurthy" userId="b232f466-1112-411f-9e9a-5508bb48c55b" providerId="ADAL" clId="{6DF0F074-BAE6-5C04-A436-D14BA4F83437}" dt="2025-12-05T01:18:56.170" v="2978" actId="20577"/>
          <ac:spMkLst>
            <pc:docMk/>
            <pc:sldMk cId="1260845662" sldId="290"/>
            <ac:spMk id="7" creationId="{6B28E4D1-642E-F920-DDBD-77D9CD32AFCC}"/>
          </ac:spMkLst>
        </pc:spChg>
        <pc:spChg chg="mod">
          <ac:chgData name="Devothama Gundugurki Narasimhamurthy" userId="b232f466-1112-411f-9e9a-5508bb48c55b" providerId="ADAL" clId="{6DF0F074-BAE6-5C04-A436-D14BA4F83437}" dt="2025-12-05T02:05:39.477" v="4850" actId="1035"/>
          <ac:spMkLst>
            <pc:docMk/>
            <pc:sldMk cId="1260845662" sldId="290"/>
            <ac:spMk id="15" creationId="{C93C67B3-1F68-14B1-92A5-F825B636E494}"/>
          </ac:spMkLst>
        </pc:spChg>
        <pc:spChg chg="mod">
          <ac:chgData name="Devothama Gundugurki Narasimhamurthy" userId="b232f466-1112-411f-9e9a-5508bb48c55b" providerId="ADAL" clId="{6DF0F074-BAE6-5C04-A436-D14BA4F83437}" dt="2025-12-05T02:06:53.907" v="4874" actId="5793"/>
          <ac:spMkLst>
            <pc:docMk/>
            <pc:sldMk cId="1260845662" sldId="290"/>
            <ac:spMk id="16" creationId="{2AC857DA-C591-F5F0-CE6F-56F1980803EB}"/>
          </ac:spMkLst>
        </pc:spChg>
        <pc:grpChg chg="mod">
          <ac:chgData name="Devothama Gundugurki Narasimhamurthy" userId="b232f466-1112-411f-9e9a-5508bb48c55b" providerId="ADAL" clId="{6DF0F074-BAE6-5C04-A436-D14BA4F83437}" dt="2025-12-05T02:01:42.464" v="4834" actId="1076"/>
          <ac:grpSpMkLst>
            <pc:docMk/>
            <pc:sldMk cId="1260845662" sldId="290"/>
            <ac:grpSpMk id="20" creationId="{DFE20FE2-EDF0-2804-C5F6-B069953DC8BD}"/>
          </ac:grpSpMkLst>
        </pc:grpChg>
      </pc:sldChg>
      <pc:sldChg chg="modSp mod">
        <pc:chgData name="Devothama Gundugurki Narasimhamurthy" userId="b232f466-1112-411f-9e9a-5508bb48c55b" providerId="ADAL" clId="{6DF0F074-BAE6-5C04-A436-D14BA4F83437}" dt="2025-12-05T01:59:35.729" v="4799" actId="1076"/>
        <pc:sldMkLst>
          <pc:docMk/>
          <pc:sldMk cId="941184525" sldId="291"/>
        </pc:sldMkLst>
        <pc:spChg chg="mod">
          <ac:chgData name="Devothama Gundugurki Narasimhamurthy" userId="b232f466-1112-411f-9e9a-5508bb48c55b" providerId="ADAL" clId="{6DF0F074-BAE6-5C04-A436-D14BA4F83437}" dt="2025-12-05T01:18:45.396" v="2972" actId="20577"/>
          <ac:spMkLst>
            <pc:docMk/>
            <pc:sldMk cId="941184525" sldId="291"/>
            <ac:spMk id="7" creationId="{C2A1188D-FE10-D79E-903F-CA0F30C7B36F}"/>
          </ac:spMkLst>
        </pc:spChg>
        <pc:spChg chg="mod">
          <ac:chgData name="Devothama Gundugurki Narasimhamurthy" userId="b232f466-1112-411f-9e9a-5508bb48c55b" providerId="ADAL" clId="{6DF0F074-BAE6-5C04-A436-D14BA4F83437}" dt="2025-12-05T01:59:35.729" v="4799" actId="1076"/>
          <ac:spMkLst>
            <pc:docMk/>
            <pc:sldMk cId="941184525" sldId="291"/>
            <ac:spMk id="15" creationId="{B02FF7C1-DD47-BA8E-75A1-E2332D60DDFD}"/>
          </ac:spMkLst>
        </pc:spChg>
        <pc:spChg chg="mod">
          <ac:chgData name="Devothama Gundugurki Narasimhamurthy" userId="b232f466-1112-411f-9e9a-5508bb48c55b" providerId="ADAL" clId="{6DF0F074-BAE6-5C04-A436-D14BA4F83437}" dt="2025-12-05T00:06:47.627" v="2174" actId="1076"/>
          <ac:spMkLst>
            <pc:docMk/>
            <pc:sldMk cId="941184525" sldId="291"/>
            <ac:spMk id="16" creationId="{7C561567-6843-4E66-C8B8-276E19C917E4}"/>
          </ac:spMkLst>
        </pc:spChg>
        <pc:grpChg chg="mod">
          <ac:chgData name="Devothama Gundugurki Narasimhamurthy" userId="b232f466-1112-411f-9e9a-5508bb48c55b" providerId="ADAL" clId="{6DF0F074-BAE6-5C04-A436-D14BA4F83437}" dt="2025-12-05T01:59:31.688" v="4798" actId="1076"/>
          <ac:grpSpMkLst>
            <pc:docMk/>
            <pc:sldMk cId="941184525" sldId="291"/>
            <ac:grpSpMk id="21" creationId="{5A9B8233-80ED-230C-E2CD-44F272F5027D}"/>
          </ac:grpSpMkLst>
        </pc:grpChg>
      </pc:sldChg>
      <pc:sldChg chg="delSp modSp add mod delAnim modAnim modNotesTx">
        <pc:chgData name="Devothama Gundugurki Narasimhamurthy" userId="b232f466-1112-411f-9e9a-5508bb48c55b" providerId="ADAL" clId="{6DF0F074-BAE6-5C04-A436-D14BA4F83437}" dt="2025-12-05T01:36:41.372" v="3611" actId="1037"/>
        <pc:sldMkLst>
          <pc:docMk/>
          <pc:sldMk cId="1984528284" sldId="292"/>
        </pc:sldMkLst>
        <pc:spChg chg="mod">
          <ac:chgData name="Devothama Gundugurki Narasimhamurthy" userId="b232f466-1112-411f-9e9a-5508bb48c55b" providerId="ADAL" clId="{6DF0F074-BAE6-5C04-A436-D14BA4F83437}" dt="2025-12-05T01:18:21.672" v="2960" actId="20577"/>
          <ac:spMkLst>
            <pc:docMk/>
            <pc:sldMk cId="1984528284" sldId="292"/>
            <ac:spMk id="7" creationId="{55A0ED83-68C2-EA0B-1E76-7415E58988F1}"/>
          </ac:spMkLst>
        </pc:spChg>
        <pc:spChg chg="mod">
          <ac:chgData name="Devothama Gundugurki Narasimhamurthy" userId="b232f466-1112-411f-9e9a-5508bb48c55b" providerId="ADAL" clId="{6DF0F074-BAE6-5C04-A436-D14BA4F83437}" dt="2025-12-05T00:02:46.284" v="2038" actId="1076"/>
          <ac:spMkLst>
            <pc:docMk/>
            <pc:sldMk cId="1984528284" sldId="292"/>
            <ac:spMk id="10" creationId="{2E4EAC5A-928F-AB91-C64F-A6155ECBC7EC}"/>
          </ac:spMkLst>
        </pc:spChg>
        <pc:spChg chg="mod">
          <ac:chgData name="Devothama Gundugurki Narasimhamurthy" userId="b232f466-1112-411f-9e9a-5508bb48c55b" providerId="ADAL" clId="{6DF0F074-BAE6-5C04-A436-D14BA4F83437}" dt="2025-12-05T01:36:41.372" v="3611" actId="1037"/>
          <ac:spMkLst>
            <pc:docMk/>
            <pc:sldMk cId="1984528284" sldId="292"/>
            <ac:spMk id="21" creationId="{9BC04469-F727-503A-56A2-EDF976DD2BB9}"/>
          </ac:spMkLst>
        </pc:spChg>
        <pc:spChg chg="del">
          <ac:chgData name="Devothama Gundugurki Narasimhamurthy" userId="b232f466-1112-411f-9e9a-5508bb48c55b" providerId="ADAL" clId="{6DF0F074-BAE6-5C04-A436-D14BA4F83437}" dt="2025-12-05T00:02:49.972" v="2039" actId="478"/>
          <ac:spMkLst>
            <pc:docMk/>
            <pc:sldMk cId="1984528284" sldId="292"/>
            <ac:spMk id="28" creationId="{692B3AF5-DD1C-2C1A-0877-CE9C6D31F90F}"/>
          </ac:spMkLst>
        </pc:spChg>
        <pc:spChg chg="del mod">
          <ac:chgData name="Devothama Gundugurki Narasimhamurthy" userId="b232f466-1112-411f-9e9a-5508bb48c55b" providerId="ADAL" clId="{6DF0F074-BAE6-5C04-A436-D14BA4F83437}" dt="2025-12-05T00:02:11.014" v="2027" actId="478"/>
          <ac:spMkLst>
            <pc:docMk/>
            <pc:sldMk cId="1984528284" sldId="292"/>
            <ac:spMk id="32" creationId="{67FC7260-FAE4-4A33-9DBC-BD016A73D3FD}"/>
          </ac:spMkLst>
        </pc:spChg>
        <pc:spChg chg="del">
          <ac:chgData name="Devothama Gundugurki Narasimhamurthy" userId="b232f466-1112-411f-9e9a-5508bb48c55b" providerId="ADAL" clId="{6DF0F074-BAE6-5C04-A436-D14BA4F83437}" dt="2025-12-05T00:02:03.778" v="2022" actId="478"/>
          <ac:spMkLst>
            <pc:docMk/>
            <pc:sldMk cId="1984528284" sldId="292"/>
            <ac:spMk id="33" creationId="{7B2C9E23-A76D-54C5-7C3D-F5E5EAF2B424}"/>
          </ac:spMkLst>
        </pc:spChg>
        <pc:spChg chg="mod">
          <ac:chgData name="Devothama Gundugurki Narasimhamurthy" userId="b232f466-1112-411f-9e9a-5508bb48c55b" providerId="ADAL" clId="{6DF0F074-BAE6-5C04-A436-D14BA4F83437}" dt="2025-12-05T00:02:54.700" v="2040" actId="14100"/>
          <ac:spMkLst>
            <pc:docMk/>
            <pc:sldMk cId="1984528284" sldId="292"/>
            <ac:spMk id="44" creationId="{96D6317B-F9C0-F06B-2B5E-450D382E8181}"/>
          </ac:spMkLst>
        </pc:spChg>
        <pc:grpChg chg="del">
          <ac:chgData name="Devothama Gundugurki Narasimhamurthy" userId="b232f466-1112-411f-9e9a-5508bb48c55b" providerId="ADAL" clId="{6DF0F074-BAE6-5C04-A436-D14BA4F83437}" dt="2025-12-05T00:02:05.077" v="2023" actId="478"/>
          <ac:grpSpMkLst>
            <pc:docMk/>
            <pc:sldMk cId="1984528284" sldId="292"/>
            <ac:grpSpMk id="35" creationId="{2E3FF97F-7E52-C358-3885-51830D9AA659}"/>
          </ac:grpSpMkLst>
        </pc:grpChg>
        <pc:grpChg chg="del">
          <ac:chgData name="Devothama Gundugurki Narasimhamurthy" userId="b232f466-1112-411f-9e9a-5508bb48c55b" providerId="ADAL" clId="{6DF0F074-BAE6-5C04-A436-D14BA4F83437}" dt="2025-12-05T00:02:06.480" v="2024" actId="478"/>
          <ac:grpSpMkLst>
            <pc:docMk/>
            <pc:sldMk cId="1984528284" sldId="292"/>
            <ac:grpSpMk id="38" creationId="{761688AB-0270-BCD8-D2D7-8C18ADAEC0DB}"/>
          </ac:grpSpMkLst>
        </pc:grpChg>
        <pc:grpChg chg="del">
          <ac:chgData name="Devothama Gundugurki Narasimhamurthy" userId="b232f466-1112-411f-9e9a-5508bb48c55b" providerId="ADAL" clId="{6DF0F074-BAE6-5C04-A436-D14BA4F83437}" dt="2025-12-05T00:02:08.173" v="2025" actId="478"/>
          <ac:grpSpMkLst>
            <pc:docMk/>
            <pc:sldMk cId="1984528284" sldId="292"/>
            <ac:grpSpMk id="41" creationId="{B63B5511-0FA6-F30B-C50F-A8687F81CF8D}"/>
          </ac:grpSpMkLst>
        </pc:grpChg>
      </pc:sldChg>
      <pc:sldChg chg="addSp delSp modSp add mod delAnim modAnim modNotesTx">
        <pc:chgData name="Devothama Gundugurki Narasimhamurthy" userId="b232f466-1112-411f-9e9a-5508bb48c55b" providerId="ADAL" clId="{6DF0F074-BAE6-5C04-A436-D14BA4F83437}" dt="2025-12-05T02:17:57.257" v="5040" actId="1037"/>
        <pc:sldMkLst>
          <pc:docMk/>
          <pc:sldMk cId="3008117003" sldId="293"/>
        </pc:sldMkLst>
        <pc:spChg chg="add mod">
          <ac:chgData name="Devothama Gundugurki Narasimhamurthy" userId="b232f466-1112-411f-9e9a-5508bb48c55b" providerId="ADAL" clId="{6DF0F074-BAE6-5C04-A436-D14BA4F83437}" dt="2025-12-05T02:17:52.620" v="5039" actId="1038"/>
          <ac:spMkLst>
            <pc:docMk/>
            <pc:sldMk cId="3008117003" sldId="293"/>
            <ac:spMk id="3" creationId="{704569D4-CA5C-0EA9-5D3F-FD416FB942FE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27:29.555" v="3283" actId="478"/>
          <ac:spMkLst>
            <pc:docMk/>
            <pc:sldMk cId="3008117003" sldId="293"/>
            <ac:spMk id="4" creationId="{E769C947-FF8A-7149-21A6-68D71ABC2A65}"/>
          </ac:spMkLst>
        </pc:spChg>
        <pc:spChg chg="add mod">
          <ac:chgData name="Devothama Gundugurki Narasimhamurthy" userId="b232f466-1112-411f-9e9a-5508bb48c55b" providerId="ADAL" clId="{6DF0F074-BAE6-5C04-A436-D14BA4F83437}" dt="2025-12-05T02:17:27.100" v="5033" actId="1038"/>
          <ac:spMkLst>
            <pc:docMk/>
            <pc:sldMk cId="3008117003" sldId="293"/>
            <ac:spMk id="5" creationId="{9BCE503D-1E6D-AFD9-17EE-3FA1740EB8E4}"/>
          </ac:spMkLst>
        </pc:spChg>
        <pc:spChg chg="mod">
          <ac:chgData name="Devothama Gundugurki Narasimhamurthy" userId="b232f466-1112-411f-9e9a-5508bb48c55b" providerId="ADAL" clId="{6DF0F074-BAE6-5C04-A436-D14BA4F83437}" dt="2025-12-05T01:18:25.691" v="2962" actId="20577"/>
          <ac:spMkLst>
            <pc:docMk/>
            <pc:sldMk cId="3008117003" sldId="293"/>
            <ac:spMk id="7" creationId="{7B72FE0F-E166-3291-3294-4115B2873223}"/>
          </ac:spMkLst>
        </pc:spChg>
        <pc:spChg chg="del mod">
          <ac:chgData name="Devothama Gundugurki Narasimhamurthy" userId="b232f466-1112-411f-9e9a-5508bb48c55b" providerId="ADAL" clId="{6DF0F074-BAE6-5C04-A436-D14BA4F83437}" dt="2025-12-05T01:31:09.495" v="3542" actId="478"/>
          <ac:spMkLst>
            <pc:docMk/>
            <pc:sldMk cId="3008117003" sldId="293"/>
            <ac:spMk id="8" creationId="{93B162CC-7C13-A301-45B5-324FC54D3D77}"/>
          </ac:spMkLst>
        </pc:spChg>
        <pc:spChg chg="mod">
          <ac:chgData name="Devothama Gundugurki Narasimhamurthy" userId="b232f466-1112-411f-9e9a-5508bb48c55b" providerId="ADAL" clId="{6DF0F074-BAE6-5C04-A436-D14BA4F83437}" dt="2025-12-05T01:28:56.672" v="3422" actId="20577"/>
          <ac:spMkLst>
            <pc:docMk/>
            <pc:sldMk cId="3008117003" sldId="293"/>
            <ac:spMk id="9" creationId="{E734B62A-5207-9830-F18D-A1FC0F0147C9}"/>
          </ac:spMkLst>
        </pc:spChg>
        <pc:spChg chg="del">
          <ac:chgData name="Devothama Gundugurki Narasimhamurthy" userId="b232f466-1112-411f-9e9a-5508bb48c55b" providerId="ADAL" clId="{6DF0F074-BAE6-5C04-A436-D14BA4F83437}" dt="2025-12-05T00:03:20.928" v="2068" actId="478"/>
          <ac:spMkLst>
            <pc:docMk/>
            <pc:sldMk cId="3008117003" sldId="293"/>
            <ac:spMk id="10" creationId="{3FE5F7E1-3354-CB43-6B68-41DDAEA4A60E}"/>
          </ac:spMkLst>
        </pc:spChg>
        <pc:spChg chg="add del">
          <ac:chgData name="Devothama Gundugurki Narasimhamurthy" userId="b232f466-1112-411f-9e9a-5508bb48c55b" providerId="ADAL" clId="{6DF0F074-BAE6-5C04-A436-D14BA4F83437}" dt="2025-12-05T01:27:19.975" v="3282" actId="478"/>
          <ac:spMkLst>
            <pc:docMk/>
            <pc:sldMk cId="3008117003" sldId="293"/>
            <ac:spMk id="11" creationId="{52E09658-16F8-442F-5C2D-8096DE743C3A}"/>
          </ac:spMkLst>
        </pc:spChg>
        <pc:spChg chg="add mod">
          <ac:chgData name="Devothama Gundugurki Narasimhamurthy" userId="b232f466-1112-411f-9e9a-5508bb48c55b" providerId="ADAL" clId="{6DF0F074-BAE6-5C04-A436-D14BA4F83437}" dt="2025-12-05T02:17:40.507" v="5038" actId="1037"/>
          <ac:spMkLst>
            <pc:docMk/>
            <pc:sldMk cId="3008117003" sldId="293"/>
            <ac:spMk id="12" creationId="{23922007-6873-722D-CBE7-3659E7AC41E2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31:12.629" v="3544" actId="478"/>
          <ac:spMkLst>
            <pc:docMk/>
            <pc:sldMk cId="3008117003" sldId="293"/>
            <ac:spMk id="13" creationId="{C06D93A3-DA9F-1950-2BE2-BA7E5D4838D5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31:15.004" v="3545" actId="478"/>
          <ac:spMkLst>
            <pc:docMk/>
            <pc:sldMk cId="3008117003" sldId="293"/>
            <ac:spMk id="14" creationId="{D4886748-C92E-C775-5687-41BBF061DE40}"/>
          </ac:spMkLst>
        </pc:spChg>
        <pc:spChg chg="add mod">
          <ac:chgData name="Devothama Gundugurki Narasimhamurthy" userId="b232f466-1112-411f-9e9a-5508bb48c55b" providerId="ADAL" clId="{6DF0F074-BAE6-5C04-A436-D14BA4F83437}" dt="2025-12-05T02:17:57.257" v="5040" actId="1037"/>
          <ac:spMkLst>
            <pc:docMk/>
            <pc:sldMk cId="3008117003" sldId="293"/>
            <ac:spMk id="15" creationId="{4FC26C47-9F9F-F463-DDA5-1C6AC813CBF1}"/>
          </ac:spMkLst>
        </pc:spChg>
        <pc:spChg chg="del">
          <ac:chgData name="Devothama Gundugurki Narasimhamurthy" userId="b232f466-1112-411f-9e9a-5508bb48c55b" providerId="ADAL" clId="{6DF0F074-BAE6-5C04-A436-D14BA4F83437}" dt="2025-12-05T00:02:59.855" v="2041" actId="478"/>
          <ac:spMkLst>
            <pc:docMk/>
            <pc:sldMk cId="3008117003" sldId="293"/>
            <ac:spMk id="21" creationId="{F0AB3452-D8B0-FDDD-1604-62CD00A576BB}"/>
          </ac:spMkLst>
        </pc:spChg>
        <pc:spChg chg="del mod">
          <ac:chgData name="Devothama Gundugurki Narasimhamurthy" userId="b232f466-1112-411f-9e9a-5508bb48c55b" providerId="ADAL" clId="{6DF0F074-BAE6-5C04-A436-D14BA4F83437}" dt="2025-12-05T01:28:58.320" v="3423" actId="478"/>
          <ac:spMkLst>
            <pc:docMk/>
            <pc:sldMk cId="3008117003" sldId="293"/>
            <ac:spMk id="28" creationId="{9D0745C6-5DCF-BACD-4011-87C51F1DC2AC}"/>
          </ac:spMkLst>
        </pc:spChg>
        <pc:spChg chg="del mod">
          <ac:chgData name="Devothama Gundugurki Narasimhamurthy" userId="b232f466-1112-411f-9e9a-5508bb48c55b" providerId="ADAL" clId="{6DF0F074-BAE6-5C04-A436-D14BA4F83437}" dt="2025-12-05T00:05:59.627" v="2167" actId="478"/>
          <ac:spMkLst>
            <pc:docMk/>
            <pc:sldMk cId="3008117003" sldId="293"/>
            <ac:spMk id="32" creationId="{3600BDFF-2BF3-66DB-277C-CABA83B24BC0}"/>
          </ac:spMkLst>
        </pc:spChg>
        <pc:spChg chg="del mod">
          <ac:chgData name="Devothama Gundugurki Narasimhamurthy" userId="b232f466-1112-411f-9e9a-5508bb48c55b" providerId="ADAL" clId="{6DF0F074-BAE6-5C04-A436-D14BA4F83437}" dt="2025-12-05T00:05:55.322" v="2165" actId="478"/>
          <ac:spMkLst>
            <pc:docMk/>
            <pc:sldMk cId="3008117003" sldId="293"/>
            <ac:spMk id="33" creationId="{FC34C11A-8065-E2BB-7D59-930F1DCAA58E}"/>
          </ac:spMkLst>
        </pc:spChg>
        <pc:spChg chg="del mod">
          <ac:chgData name="Devothama Gundugurki Narasimhamurthy" userId="b232f466-1112-411f-9e9a-5508bb48c55b" providerId="ADAL" clId="{6DF0F074-BAE6-5C04-A436-D14BA4F83437}" dt="2025-12-05T00:03:18.664" v="2067" actId="478"/>
          <ac:spMkLst>
            <pc:docMk/>
            <pc:sldMk cId="3008117003" sldId="293"/>
            <ac:spMk id="44" creationId="{41E0D484-BFCB-E563-DC68-915DAD64E246}"/>
          </ac:spMkLst>
        </pc:spChg>
        <pc:grpChg chg="del mod">
          <ac:chgData name="Devothama Gundugurki Narasimhamurthy" userId="b232f466-1112-411f-9e9a-5508bb48c55b" providerId="ADAL" clId="{6DF0F074-BAE6-5C04-A436-D14BA4F83437}" dt="2025-12-05T00:03:44.960" v="2076" actId="478"/>
          <ac:grpSpMkLst>
            <pc:docMk/>
            <pc:sldMk cId="3008117003" sldId="293"/>
            <ac:grpSpMk id="35" creationId="{89D056FB-FD84-69BF-4D06-5F6A9E59986E}"/>
          </ac:grpSpMkLst>
        </pc:grpChg>
        <pc:grpChg chg="del mod">
          <ac:chgData name="Devothama Gundugurki Narasimhamurthy" userId="b232f466-1112-411f-9e9a-5508bb48c55b" providerId="ADAL" clId="{6DF0F074-BAE6-5C04-A436-D14BA4F83437}" dt="2025-12-05T00:05:57.334" v="2166" actId="478"/>
          <ac:grpSpMkLst>
            <pc:docMk/>
            <pc:sldMk cId="3008117003" sldId="293"/>
            <ac:grpSpMk id="38" creationId="{D480C547-451E-D2B8-146E-078F4C1439BC}"/>
          </ac:grpSpMkLst>
        </pc:grpChg>
        <pc:grpChg chg="del mod">
          <ac:chgData name="Devothama Gundugurki Narasimhamurthy" userId="b232f466-1112-411f-9e9a-5508bb48c55b" providerId="ADAL" clId="{6DF0F074-BAE6-5C04-A436-D14BA4F83437}" dt="2025-12-05T01:28:59.674" v="3424" actId="478"/>
          <ac:grpSpMkLst>
            <pc:docMk/>
            <pc:sldMk cId="3008117003" sldId="293"/>
            <ac:grpSpMk id="41" creationId="{25F336F4-3098-69DA-FC8E-E883E0B2F0C4}"/>
          </ac:grpSpMkLst>
        </pc:grpChg>
      </pc:sldChg>
      <pc:sldChg chg="add del">
        <pc:chgData name="Devothama Gundugurki Narasimhamurthy" userId="b232f466-1112-411f-9e9a-5508bb48c55b" providerId="ADAL" clId="{6DF0F074-BAE6-5C04-A436-D14BA4F83437}" dt="2025-12-05T00:06:26.935" v="2171" actId="2696"/>
        <pc:sldMkLst>
          <pc:docMk/>
          <pc:sldMk cId="2488718466" sldId="294"/>
        </pc:sldMkLst>
      </pc:sldChg>
      <pc:sldChg chg="addSp delSp modSp mod modNotesTx">
        <pc:chgData name="Devothama Gundugurki Narasimhamurthy" userId="b232f466-1112-411f-9e9a-5508bb48c55b" providerId="ADAL" clId="{6DF0F074-BAE6-5C04-A436-D14BA4F83437}" dt="2025-12-05T04:48:06.603" v="5145" actId="20577"/>
        <pc:sldMkLst>
          <pc:docMk/>
          <pc:sldMk cId="2315702899" sldId="295"/>
        </pc:sldMkLst>
        <pc:spChg chg="mod">
          <ac:chgData name="Devothama Gundugurki Narasimhamurthy" userId="b232f466-1112-411f-9e9a-5508bb48c55b" providerId="ADAL" clId="{6DF0F074-BAE6-5C04-A436-D14BA4F83437}" dt="2025-12-05T02:16:11.696" v="5005" actId="1035"/>
          <ac:spMkLst>
            <pc:docMk/>
            <pc:sldMk cId="2315702899" sldId="295"/>
            <ac:spMk id="6" creationId="{F9B1BA44-5678-765F-9BE1-4AF27C678F2C}"/>
          </ac:spMkLst>
        </pc:spChg>
        <pc:spChg chg="add del mod">
          <ac:chgData name="Devothama Gundugurki Narasimhamurthy" userId="b232f466-1112-411f-9e9a-5508bb48c55b" providerId="ADAL" clId="{6DF0F074-BAE6-5C04-A436-D14BA4F83437}" dt="2025-12-05T02:15:52.030" v="4998"/>
          <ac:spMkLst>
            <pc:docMk/>
            <pc:sldMk cId="2315702899" sldId="295"/>
            <ac:spMk id="10" creationId="{FA7EC2AD-2A76-0D63-CC5B-E8DD2FC30F79}"/>
          </ac:spMkLst>
        </pc:spChg>
        <pc:spChg chg="mod">
          <ac:chgData name="Devothama Gundugurki Narasimhamurthy" userId="b232f466-1112-411f-9e9a-5508bb48c55b" providerId="ADAL" clId="{6DF0F074-BAE6-5C04-A436-D14BA4F83437}" dt="2025-12-05T02:16:50.481" v="5025" actId="20577"/>
          <ac:spMkLst>
            <pc:docMk/>
            <pc:sldMk cId="2315702899" sldId="295"/>
            <ac:spMk id="11" creationId="{A36C2787-2893-ED87-6FC9-41708F1BF5B6}"/>
          </ac:spMkLst>
        </pc:spChg>
        <pc:spChg chg="mod">
          <ac:chgData name="Devothama Gundugurki Narasimhamurthy" userId="b232f466-1112-411f-9e9a-5508bb48c55b" providerId="ADAL" clId="{6DF0F074-BAE6-5C04-A436-D14BA4F83437}" dt="2025-12-05T02:16:18.740" v="5014" actId="1035"/>
          <ac:spMkLst>
            <pc:docMk/>
            <pc:sldMk cId="2315702899" sldId="295"/>
            <ac:spMk id="12" creationId="{D4DBAA97-E12F-1730-EB1B-89FAC31C7379}"/>
          </ac:spMkLst>
        </pc:spChg>
        <pc:spChg chg="del mod">
          <ac:chgData name="Devothama Gundugurki Narasimhamurthy" userId="b232f466-1112-411f-9e9a-5508bb48c55b" providerId="ADAL" clId="{6DF0F074-BAE6-5C04-A436-D14BA4F83437}" dt="2025-12-05T02:15:43.151" v="4990" actId="478"/>
          <ac:spMkLst>
            <pc:docMk/>
            <pc:sldMk cId="2315702899" sldId="295"/>
            <ac:spMk id="14" creationId="{39626F04-C912-6501-5D32-50753F539BA1}"/>
          </ac:spMkLst>
        </pc:spChg>
        <pc:spChg chg="mod">
          <ac:chgData name="Devothama Gundugurki Narasimhamurthy" userId="b232f466-1112-411f-9e9a-5508bb48c55b" providerId="ADAL" clId="{6DF0F074-BAE6-5C04-A436-D14BA4F83437}" dt="2025-12-05T01:12:22.553" v="2894" actId="14100"/>
          <ac:spMkLst>
            <pc:docMk/>
            <pc:sldMk cId="2315702899" sldId="295"/>
            <ac:spMk id="16" creationId="{5B5F88C0-0D00-F287-A2B1-8938DF251E26}"/>
          </ac:spMkLst>
        </pc:spChg>
        <pc:spChg chg="del mod">
          <ac:chgData name="Devothama Gundugurki Narasimhamurthy" userId="b232f466-1112-411f-9e9a-5508bb48c55b" providerId="ADAL" clId="{6DF0F074-BAE6-5C04-A436-D14BA4F83437}" dt="2025-12-05T02:15:43.362" v="4992"/>
          <ac:spMkLst>
            <pc:docMk/>
            <pc:sldMk cId="2315702899" sldId="295"/>
            <ac:spMk id="20" creationId="{6FE11769-1BAB-5C7F-9957-E3AF4F42E0A3}"/>
          </ac:spMkLst>
        </pc:spChg>
        <pc:spChg chg="del mod">
          <ac:chgData name="Devothama Gundugurki Narasimhamurthy" userId="b232f466-1112-411f-9e9a-5508bb48c55b" providerId="ADAL" clId="{6DF0F074-BAE6-5C04-A436-D14BA4F83437}" dt="2025-12-05T02:15:44.732" v="4993" actId="478"/>
          <ac:spMkLst>
            <pc:docMk/>
            <pc:sldMk cId="2315702899" sldId="295"/>
            <ac:spMk id="22" creationId="{B2F37B25-6AD4-3258-40FC-CE94DDE4BCED}"/>
          </ac:spMkLst>
        </pc:spChg>
        <pc:grpChg chg="mod">
          <ac:chgData name="Devothama Gundugurki Narasimhamurthy" userId="b232f466-1112-411f-9e9a-5508bb48c55b" providerId="ADAL" clId="{6DF0F074-BAE6-5C04-A436-D14BA4F83437}" dt="2025-12-05T02:16:14.727" v="5009" actId="1035"/>
          <ac:grpSpMkLst>
            <pc:docMk/>
            <pc:sldMk cId="2315702899" sldId="295"/>
            <ac:grpSpMk id="17" creationId="{49B97CC1-8D2D-898C-EC47-8BEFF2A32B74}"/>
          </ac:grpSpMkLst>
        </pc:grpChg>
      </pc:sldChg>
      <pc:sldChg chg="addSp delSp modSp add mod delAnim modAnim modNotesTx">
        <pc:chgData name="Devothama Gundugurki Narasimhamurthy" userId="b232f466-1112-411f-9e9a-5508bb48c55b" providerId="ADAL" clId="{6DF0F074-BAE6-5C04-A436-D14BA4F83437}" dt="2025-12-05T01:58:18.187" v="4782" actId="20577"/>
        <pc:sldMkLst>
          <pc:docMk/>
          <pc:sldMk cId="2944971035" sldId="296"/>
        </pc:sldMkLst>
        <pc:spChg chg="add del mod">
          <ac:chgData name="Devothama Gundugurki Narasimhamurthy" userId="b232f466-1112-411f-9e9a-5508bb48c55b" providerId="ADAL" clId="{6DF0F074-BAE6-5C04-A436-D14BA4F83437}" dt="2025-12-05T00:05:02.616" v="2124"/>
          <ac:spMkLst>
            <pc:docMk/>
            <pc:sldMk cId="2944971035" sldId="296"/>
            <ac:spMk id="3" creationId="{591D4089-745A-42CE-0A19-3BF854641AB7}"/>
          </ac:spMkLst>
        </pc:spChg>
        <pc:spChg chg="add mod">
          <ac:chgData name="Devothama Gundugurki Narasimhamurthy" userId="b232f466-1112-411f-9e9a-5508bb48c55b" providerId="ADAL" clId="{6DF0F074-BAE6-5C04-A436-D14BA4F83437}" dt="2025-12-05T01:58:18.187" v="4782" actId="20577"/>
          <ac:spMkLst>
            <pc:docMk/>
            <pc:sldMk cId="2944971035" sldId="296"/>
            <ac:spMk id="4" creationId="{325DF5D0-AED8-E31C-56CD-0E24B24561AF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48:52.535" v="3943" actId="478"/>
          <ac:spMkLst>
            <pc:docMk/>
            <pc:sldMk cId="2944971035" sldId="296"/>
            <ac:spMk id="5" creationId="{27AF735E-FFE5-4060-83B2-DFCE6752B642}"/>
          </ac:spMkLst>
        </pc:spChg>
        <pc:spChg chg="mod">
          <ac:chgData name="Devothama Gundugurki Narasimhamurthy" userId="b232f466-1112-411f-9e9a-5508bb48c55b" providerId="ADAL" clId="{6DF0F074-BAE6-5C04-A436-D14BA4F83437}" dt="2025-12-05T01:18:29.410" v="2964" actId="20577"/>
          <ac:spMkLst>
            <pc:docMk/>
            <pc:sldMk cId="2944971035" sldId="296"/>
            <ac:spMk id="7" creationId="{8D55AB46-6F7C-B4E5-9C07-A41E7595D512}"/>
          </ac:spMkLst>
        </pc:spChg>
        <pc:spChg chg="mod">
          <ac:chgData name="Devothama Gundugurki Narasimhamurthy" userId="b232f466-1112-411f-9e9a-5508bb48c55b" providerId="ADAL" clId="{6DF0F074-BAE6-5C04-A436-D14BA4F83437}" dt="2025-12-05T01:51:52.346" v="4249" actId="1076"/>
          <ac:spMkLst>
            <pc:docMk/>
            <pc:sldMk cId="2944971035" sldId="296"/>
            <ac:spMk id="9" creationId="{B89233CE-3C91-4CBA-E7DF-5E171E2BF4D0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48:50.261" v="3941" actId="478"/>
          <ac:spMkLst>
            <pc:docMk/>
            <pc:sldMk cId="2944971035" sldId="296"/>
            <ac:spMk id="10" creationId="{1BAC4C16-E96B-3F76-8A69-35F2AE30EE4A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49:46.143" v="4070" actId="478"/>
          <ac:spMkLst>
            <pc:docMk/>
            <pc:sldMk cId="2944971035" sldId="296"/>
            <ac:spMk id="11" creationId="{D0556B04-6CF6-A187-C4BC-14502DDB76FF}"/>
          </ac:spMkLst>
        </pc:spChg>
        <pc:spChg chg="add del">
          <ac:chgData name="Devothama Gundugurki Narasimhamurthy" userId="b232f466-1112-411f-9e9a-5508bb48c55b" providerId="ADAL" clId="{6DF0F074-BAE6-5C04-A436-D14BA4F83437}" dt="2025-12-05T01:49:47.788" v="4071" actId="478"/>
          <ac:spMkLst>
            <pc:docMk/>
            <pc:sldMk cId="2944971035" sldId="296"/>
            <ac:spMk id="12" creationId="{3C58B714-F781-85AC-AEFF-653EEB1D87C4}"/>
          </ac:spMkLst>
        </pc:spChg>
        <pc:spChg chg="add del">
          <ac:chgData name="Devothama Gundugurki Narasimhamurthy" userId="b232f466-1112-411f-9e9a-5508bb48c55b" providerId="ADAL" clId="{6DF0F074-BAE6-5C04-A436-D14BA4F83437}" dt="2025-12-05T01:51:46.180" v="4248" actId="478"/>
          <ac:spMkLst>
            <pc:docMk/>
            <pc:sldMk cId="2944971035" sldId="296"/>
            <ac:spMk id="13" creationId="{2FE0D510-6F8D-8E3B-65C5-22F294BCBF78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52:09.894" v="4258"/>
          <ac:spMkLst>
            <pc:docMk/>
            <pc:sldMk cId="2944971035" sldId="296"/>
            <ac:spMk id="14" creationId="{4F6DB788-101F-5C44-2017-9BC1C1E37305}"/>
          </ac:spMkLst>
        </pc:spChg>
        <pc:spChg chg="del mod">
          <ac:chgData name="Devothama Gundugurki Narasimhamurthy" userId="b232f466-1112-411f-9e9a-5508bb48c55b" providerId="ADAL" clId="{6DF0F074-BAE6-5C04-A436-D14BA4F83437}" dt="2025-12-05T01:45:51.315" v="3665" actId="478"/>
          <ac:spMkLst>
            <pc:docMk/>
            <pc:sldMk cId="2944971035" sldId="296"/>
            <ac:spMk id="28" creationId="{5D41BC14-A5A6-87EF-4958-9EF82E22C602}"/>
          </ac:spMkLst>
        </pc:spChg>
        <pc:spChg chg="del">
          <ac:chgData name="Devothama Gundugurki Narasimhamurthy" userId="b232f466-1112-411f-9e9a-5508bb48c55b" providerId="ADAL" clId="{6DF0F074-BAE6-5C04-A436-D14BA4F83437}" dt="2025-12-05T00:05:28.898" v="2164" actId="478"/>
          <ac:spMkLst>
            <pc:docMk/>
            <pc:sldMk cId="2944971035" sldId="296"/>
            <ac:spMk id="32" creationId="{BD1B4D79-E0D4-24A4-9575-A0AF4FD5AA0E}"/>
          </ac:spMkLst>
        </pc:spChg>
        <pc:spChg chg="del mod">
          <ac:chgData name="Devothama Gundugurki Narasimhamurthy" userId="b232f466-1112-411f-9e9a-5508bb48c55b" providerId="ADAL" clId="{6DF0F074-BAE6-5C04-A436-D14BA4F83437}" dt="2025-12-05T00:05:02.170" v="2122" actId="478"/>
          <ac:spMkLst>
            <pc:docMk/>
            <pc:sldMk cId="2944971035" sldId="296"/>
            <ac:spMk id="33" creationId="{7A9C1376-ED51-D718-F89B-0133D4C82C19}"/>
          </ac:spMkLst>
        </pc:spChg>
        <pc:grpChg chg="del">
          <ac:chgData name="Devothama Gundugurki Narasimhamurthy" userId="b232f466-1112-411f-9e9a-5508bb48c55b" providerId="ADAL" clId="{6DF0F074-BAE6-5C04-A436-D14BA4F83437}" dt="2025-12-05T00:05:03.625" v="2125" actId="478"/>
          <ac:grpSpMkLst>
            <pc:docMk/>
            <pc:sldMk cId="2944971035" sldId="296"/>
            <ac:grpSpMk id="38" creationId="{7F726B24-B3D6-79D8-C8C8-61A7632C2DCE}"/>
          </ac:grpSpMkLst>
        </pc:grpChg>
        <pc:grpChg chg="del">
          <ac:chgData name="Devothama Gundugurki Narasimhamurthy" userId="b232f466-1112-411f-9e9a-5508bb48c55b" providerId="ADAL" clId="{6DF0F074-BAE6-5C04-A436-D14BA4F83437}" dt="2025-12-05T01:45:53.976" v="3666" actId="478"/>
          <ac:grpSpMkLst>
            <pc:docMk/>
            <pc:sldMk cId="2944971035" sldId="296"/>
            <ac:grpSpMk id="41" creationId="{F084807A-3148-379C-F78B-72168373FFB9}"/>
          </ac:grpSpMkLst>
        </pc:grpChg>
      </pc:sldChg>
      <pc:sldChg chg="addSp delSp modSp add mod delAnim modAnim modNotesTx">
        <pc:chgData name="Devothama Gundugurki Narasimhamurthy" userId="b232f466-1112-411f-9e9a-5508bb48c55b" providerId="ADAL" clId="{6DF0F074-BAE6-5C04-A436-D14BA4F83437}" dt="2025-12-05T02:09:59.309" v="4888" actId="20577"/>
        <pc:sldMkLst>
          <pc:docMk/>
          <pc:sldMk cId="4098278220" sldId="297"/>
        </pc:sldMkLst>
        <pc:spChg chg="add del">
          <ac:chgData name="Devothama Gundugurki Narasimhamurthy" userId="b232f466-1112-411f-9e9a-5508bb48c55b" providerId="ADAL" clId="{6DF0F074-BAE6-5C04-A436-D14BA4F83437}" dt="2025-12-05T01:54:54.280" v="4409" actId="478"/>
          <ac:spMkLst>
            <pc:docMk/>
            <pc:sldMk cId="4098278220" sldId="297"/>
            <ac:spMk id="3" creationId="{E27991BA-E9AF-DC5C-B3C5-B676DCE8EF2D}"/>
          </ac:spMkLst>
        </pc:spChg>
        <pc:spChg chg="add del">
          <ac:chgData name="Devothama Gundugurki Narasimhamurthy" userId="b232f466-1112-411f-9e9a-5508bb48c55b" providerId="ADAL" clId="{6DF0F074-BAE6-5C04-A436-D14BA4F83437}" dt="2025-12-05T01:56:17.253" v="4525" actId="478"/>
          <ac:spMkLst>
            <pc:docMk/>
            <pc:sldMk cId="4098278220" sldId="297"/>
            <ac:spMk id="4" creationId="{04B1F68C-9E3B-9306-69BE-287A197A8EA1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57:11.166" v="4640" actId="478"/>
          <ac:spMkLst>
            <pc:docMk/>
            <pc:sldMk cId="4098278220" sldId="297"/>
            <ac:spMk id="5" creationId="{14E2CB46-0CBB-0BDB-D5AC-93AD5DEFCDD9}"/>
          </ac:spMkLst>
        </pc:spChg>
        <pc:spChg chg="mod">
          <ac:chgData name="Devothama Gundugurki Narasimhamurthy" userId="b232f466-1112-411f-9e9a-5508bb48c55b" providerId="ADAL" clId="{6DF0F074-BAE6-5C04-A436-D14BA4F83437}" dt="2025-12-05T01:18:32.840" v="2966" actId="20577"/>
          <ac:spMkLst>
            <pc:docMk/>
            <pc:sldMk cId="4098278220" sldId="297"/>
            <ac:spMk id="7" creationId="{0E795182-F649-B86C-4BFC-F08068032FF1}"/>
          </ac:spMkLst>
        </pc:spChg>
        <pc:spChg chg="mod">
          <ac:chgData name="Devothama Gundugurki Narasimhamurthy" userId="b232f466-1112-411f-9e9a-5508bb48c55b" providerId="ADAL" clId="{6DF0F074-BAE6-5C04-A436-D14BA4F83437}" dt="2025-12-05T01:58:06.854" v="4776" actId="1035"/>
          <ac:spMkLst>
            <pc:docMk/>
            <pc:sldMk cId="4098278220" sldId="297"/>
            <ac:spMk id="9" creationId="{EBEEC752-18A1-5296-639B-26774611EEE3}"/>
          </ac:spMkLst>
        </pc:spChg>
        <pc:spChg chg="add del">
          <ac:chgData name="Devothama Gundugurki Narasimhamurthy" userId="b232f466-1112-411f-9e9a-5508bb48c55b" providerId="ADAL" clId="{6DF0F074-BAE6-5C04-A436-D14BA4F83437}" dt="2025-12-05T01:58:01.799" v="4772" actId="478"/>
          <ac:spMkLst>
            <pc:docMk/>
            <pc:sldMk cId="4098278220" sldId="297"/>
            <ac:spMk id="10" creationId="{9BF98B4C-B8A8-9C77-452B-F87F4E0859ED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58:09.555" v="4780" actId="1035"/>
          <ac:spMkLst>
            <pc:docMk/>
            <pc:sldMk cId="4098278220" sldId="297"/>
            <ac:spMk id="28" creationId="{48F33206-BEDE-F51C-D7EC-E8C4AC928B92}"/>
          </ac:spMkLst>
        </pc:spChg>
        <pc:spChg chg="del">
          <ac:chgData name="Devothama Gundugurki Narasimhamurthy" userId="b232f466-1112-411f-9e9a-5508bb48c55b" providerId="ADAL" clId="{6DF0F074-BAE6-5C04-A436-D14BA4F83437}" dt="2025-12-05T00:05:25.958" v="2163" actId="478"/>
          <ac:spMkLst>
            <pc:docMk/>
            <pc:sldMk cId="4098278220" sldId="297"/>
            <ac:spMk id="32" creationId="{2DADF332-6E6C-4DE7-CD6B-5588C3425647}"/>
          </ac:spMkLst>
        </pc:spChg>
        <pc:grpChg chg="del">
          <ac:chgData name="Devothama Gundugurki Narasimhamurthy" userId="b232f466-1112-411f-9e9a-5508bb48c55b" providerId="ADAL" clId="{6DF0F074-BAE6-5C04-A436-D14BA4F83437}" dt="2025-12-05T01:54:38.937" v="4375" actId="478"/>
          <ac:grpSpMkLst>
            <pc:docMk/>
            <pc:sldMk cId="4098278220" sldId="297"/>
            <ac:grpSpMk id="41" creationId="{93F83CB2-2ACE-E693-5602-E61B8AB535E8}"/>
          </ac:grpSpMkLst>
        </pc:grpChg>
      </pc:sldChg>
      <pc:sldChg chg="add del">
        <pc:chgData name="Devothama Gundugurki Narasimhamurthy" userId="b232f466-1112-411f-9e9a-5508bb48c55b" providerId="ADAL" clId="{6DF0F074-BAE6-5C04-A436-D14BA4F83437}" dt="2025-12-05T00:07:36.845" v="2186" actId="2890"/>
        <pc:sldMkLst>
          <pc:docMk/>
          <pc:sldMk cId="1122068205" sldId="298"/>
        </pc:sldMkLst>
      </pc:sldChg>
      <pc:sldChg chg="modSp add mod">
        <pc:chgData name="Devothama Gundugurki Narasimhamurthy" userId="b232f466-1112-411f-9e9a-5508bb48c55b" providerId="ADAL" clId="{6DF0F074-BAE6-5C04-A436-D14BA4F83437}" dt="2025-12-05T02:10:50.461" v="4890" actId="1037"/>
        <pc:sldMkLst>
          <pc:docMk/>
          <pc:sldMk cId="179645703" sldId="299"/>
        </pc:sldMkLst>
        <pc:spChg chg="mod">
          <ac:chgData name="Devothama Gundugurki Narasimhamurthy" userId="b232f466-1112-411f-9e9a-5508bb48c55b" providerId="ADAL" clId="{6DF0F074-BAE6-5C04-A436-D14BA4F83437}" dt="2025-12-05T01:10:43.915" v="2871" actId="1076"/>
          <ac:spMkLst>
            <pc:docMk/>
            <pc:sldMk cId="179645703" sldId="299"/>
            <ac:spMk id="5" creationId="{2A83D619-7377-CBD3-D76F-EC4279812366}"/>
          </ac:spMkLst>
        </pc:spChg>
        <pc:spChg chg="mod">
          <ac:chgData name="Devothama Gundugurki Narasimhamurthy" userId="b232f466-1112-411f-9e9a-5508bb48c55b" providerId="ADAL" clId="{6DF0F074-BAE6-5C04-A436-D14BA4F83437}" dt="2025-12-05T01:10:41.207" v="2870" actId="1076"/>
          <ac:spMkLst>
            <pc:docMk/>
            <pc:sldMk cId="179645703" sldId="299"/>
            <ac:spMk id="6" creationId="{1BB08882-C78C-CE8A-D4C7-EC84E5DF3A3F}"/>
          </ac:spMkLst>
        </pc:spChg>
        <pc:spChg chg="mod">
          <ac:chgData name="Devothama Gundugurki Narasimhamurthy" userId="b232f466-1112-411f-9e9a-5508bb48c55b" providerId="ADAL" clId="{6DF0F074-BAE6-5C04-A436-D14BA4F83437}" dt="2025-12-05T01:10:37.477" v="2869" actId="1076"/>
          <ac:spMkLst>
            <pc:docMk/>
            <pc:sldMk cId="179645703" sldId="299"/>
            <ac:spMk id="7" creationId="{A7041B16-D04C-CD52-6858-38E79CFE0403}"/>
          </ac:spMkLst>
        </pc:spChg>
        <pc:spChg chg="mod">
          <ac:chgData name="Devothama Gundugurki Narasimhamurthy" userId="b232f466-1112-411f-9e9a-5508bb48c55b" providerId="ADAL" clId="{6DF0F074-BAE6-5C04-A436-D14BA4F83437}" dt="2025-12-05T02:10:50.461" v="4890" actId="1037"/>
          <ac:spMkLst>
            <pc:docMk/>
            <pc:sldMk cId="179645703" sldId="299"/>
            <ac:spMk id="8" creationId="{E6CC8B40-94D3-DB13-F7DF-6024D7A294C4}"/>
          </ac:spMkLst>
        </pc:spChg>
      </pc:sldChg>
      <pc:sldChg chg="addSp modSp mod">
        <pc:chgData name="Devothama Gundugurki Narasimhamurthy" userId="b232f466-1112-411f-9e9a-5508bb48c55b" providerId="ADAL" clId="{6DF0F074-BAE6-5C04-A436-D14BA4F83437}" dt="2025-12-05T01:53:20.250" v="4272" actId="1076"/>
        <pc:sldMkLst>
          <pc:docMk/>
          <pc:sldMk cId="3140859276" sldId="300"/>
        </pc:sldMkLst>
        <pc:spChg chg="add mod">
          <ac:chgData name="Devothama Gundugurki Narasimhamurthy" userId="b232f466-1112-411f-9e9a-5508bb48c55b" providerId="ADAL" clId="{6DF0F074-BAE6-5C04-A436-D14BA4F83437}" dt="2025-12-05T01:19:10.525" v="2983" actId="20577"/>
          <ac:spMkLst>
            <pc:docMk/>
            <pc:sldMk cId="3140859276" sldId="300"/>
            <ac:spMk id="2" creationId="{D8D88921-1FFD-4CF6-D0D0-1F8677D5C921}"/>
          </ac:spMkLst>
        </pc:spChg>
        <pc:picChg chg="mod">
          <ac:chgData name="Devothama Gundugurki Narasimhamurthy" userId="b232f466-1112-411f-9e9a-5508bb48c55b" providerId="ADAL" clId="{6DF0F074-BAE6-5C04-A436-D14BA4F83437}" dt="2025-12-05T01:53:20.250" v="4272" actId="1076"/>
          <ac:picMkLst>
            <pc:docMk/>
            <pc:sldMk cId="3140859276" sldId="300"/>
            <ac:picMk id="5" creationId="{4E13F704-3BA3-38C9-4FEB-C6081E04EB1F}"/>
          </ac:picMkLst>
        </pc:picChg>
      </pc:sldChg>
      <pc:sldChg chg="modSp add del mod">
        <pc:chgData name="Devothama Gundugurki Narasimhamurthy" userId="b232f466-1112-411f-9e9a-5508bb48c55b" providerId="ADAL" clId="{6DF0F074-BAE6-5C04-A436-D14BA4F83437}" dt="2025-12-05T01:03:01.992" v="2546" actId="2696"/>
        <pc:sldMkLst>
          <pc:docMk/>
          <pc:sldMk cId="3175595304" sldId="300"/>
        </pc:sldMkLst>
        <pc:spChg chg="mod">
          <ac:chgData name="Devothama Gundugurki Narasimhamurthy" userId="b232f466-1112-411f-9e9a-5508bb48c55b" providerId="ADAL" clId="{6DF0F074-BAE6-5C04-A436-D14BA4F83437}" dt="2025-12-05T01:02:00.043" v="2543"/>
          <ac:spMkLst>
            <pc:docMk/>
            <pc:sldMk cId="3175595304" sldId="300"/>
            <ac:spMk id="6" creationId="{A95128D5-485D-313E-22A4-B8DCE0FA8CDF}"/>
          </ac:spMkLst>
        </pc:spChg>
      </pc:sldChg>
      <pc:sldChg chg="modSp add del mod">
        <pc:chgData name="Devothama Gundugurki Narasimhamurthy" userId="b232f466-1112-411f-9e9a-5508bb48c55b" providerId="ADAL" clId="{6DF0F074-BAE6-5C04-A436-D14BA4F83437}" dt="2025-12-05T02:14:19.289" v="4969" actId="2696"/>
        <pc:sldMkLst>
          <pc:docMk/>
          <pc:sldMk cId="3133697408" sldId="301"/>
        </pc:sldMkLst>
        <pc:spChg chg="mod">
          <ac:chgData name="Devothama Gundugurki Narasimhamurthy" userId="b232f466-1112-411f-9e9a-5508bb48c55b" providerId="ADAL" clId="{6DF0F074-BAE6-5C04-A436-D14BA4F83437}" dt="2025-12-05T02:14:13.263" v="4968" actId="1076"/>
          <ac:spMkLst>
            <pc:docMk/>
            <pc:sldMk cId="3133697408" sldId="301"/>
            <ac:spMk id="12" creationId="{EB74328C-F8E8-629E-01AD-30BE8C8C4B80}"/>
          </ac:spMkLst>
        </pc:spChg>
      </pc:sldChg>
      <pc:sldChg chg="addSp delSp modSp add del mod">
        <pc:chgData name="Devothama Gundugurki Narasimhamurthy" userId="b232f466-1112-411f-9e9a-5508bb48c55b" providerId="ADAL" clId="{6DF0F074-BAE6-5C04-A436-D14BA4F83437}" dt="2025-12-05T01:08:15.098" v="2782" actId="2696"/>
        <pc:sldMkLst>
          <pc:docMk/>
          <pc:sldMk cId="4034821853" sldId="301"/>
        </pc:sldMkLst>
        <pc:spChg chg="mod">
          <ac:chgData name="Devothama Gundugurki Narasimhamurthy" userId="b232f466-1112-411f-9e9a-5508bb48c55b" providerId="ADAL" clId="{6DF0F074-BAE6-5C04-A436-D14BA4F83437}" dt="2025-12-05T01:07:15.485" v="2776" actId="20577"/>
          <ac:spMkLst>
            <pc:docMk/>
            <pc:sldMk cId="4034821853" sldId="301"/>
            <ac:spMk id="6" creationId="{17D4BD4E-EFF4-F661-F8C6-E0E688CFBFF9}"/>
          </ac:spMkLst>
        </pc:spChg>
        <pc:spChg chg="add del mod">
          <ac:chgData name="Devothama Gundugurki Narasimhamurthy" userId="b232f466-1112-411f-9e9a-5508bb48c55b" providerId="ADAL" clId="{6DF0F074-BAE6-5C04-A436-D14BA4F83437}" dt="2025-12-05T01:07:33.450" v="2778"/>
          <ac:spMkLst>
            <pc:docMk/>
            <pc:sldMk cId="4034821853" sldId="301"/>
            <ac:spMk id="7" creationId="{0A53D9BB-45E6-696B-B919-1DD8F91E8E74}"/>
          </ac:spMkLst>
        </pc:spChg>
      </pc:sldChg>
    </pc:docChg>
  </pc:docChgLst>
  <pc:docChgLst>
    <pc:chgData name="Billy Presume" userId="3e0c9372-8fbf-4eaa-8938-2dbc3cf6b9fa" providerId="ADAL" clId="{7B0AD736-44E6-54FE-A453-FACA14EB02EB}"/>
    <pc:docChg chg="undo custSel addSld modSld sldOrd">
      <pc:chgData name="Billy Presume" userId="3e0c9372-8fbf-4eaa-8938-2dbc3cf6b9fa" providerId="ADAL" clId="{7B0AD736-44E6-54FE-A453-FACA14EB02EB}" dt="2025-12-05T02:16:21.973" v="650" actId="1076"/>
      <pc:docMkLst>
        <pc:docMk/>
      </pc:docMkLst>
      <pc:sldChg chg="modSp mod">
        <pc:chgData name="Billy Presume" userId="3e0c9372-8fbf-4eaa-8938-2dbc3cf6b9fa" providerId="ADAL" clId="{7B0AD736-44E6-54FE-A453-FACA14EB02EB}" dt="2025-12-05T01:06:27.544" v="1" actId="1076"/>
        <pc:sldMkLst>
          <pc:docMk/>
          <pc:sldMk cId="0" sldId="256"/>
        </pc:sldMkLst>
        <pc:spChg chg="mod">
          <ac:chgData name="Billy Presume" userId="3e0c9372-8fbf-4eaa-8938-2dbc3cf6b9fa" providerId="ADAL" clId="{7B0AD736-44E6-54FE-A453-FACA14EB02EB}" dt="2025-12-05T01:06:27.544" v="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06:27.544" v="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06:12.074" v="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06:12.074" v="0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06:12.074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06:12.074" v="0" actId="1076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10:04.658" v="603" actId="20577"/>
        <pc:sldMkLst>
          <pc:docMk/>
          <pc:sldMk cId="0" sldId="257"/>
        </pc:sldMkLst>
        <pc:spChg chg="mod">
          <ac:chgData name="Billy Presume" userId="3e0c9372-8fbf-4eaa-8938-2dbc3cf6b9fa" providerId="ADAL" clId="{7B0AD736-44E6-54FE-A453-FACA14EB02EB}" dt="2025-12-05T02:02:45.795" v="48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0:04.658" v="603" actId="20577"/>
          <ac:spMkLst>
            <pc:docMk/>
            <pc:sldMk cId="0" sldId="257"/>
            <ac:spMk id="12" creationId="{211E9CB0-915B-E35A-9E2A-BAE7ACCEC585}"/>
          </ac:spMkLst>
        </pc:spChg>
      </pc:sldChg>
      <pc:sldChg chg="modSp mod">
        <pc:chgData name="Billy Presume" userId="3e0c9372-8fbf-4eaa-8938-2dbc3cf6b9fa" providerId="ADAL" clId="{7B0AD736-44E6-54FE-A453-FACA14EB02EB}" dt="2025-12-05T02:11:28.951" v="607" actId="207"/>
        <pc:sldMkLst>
          <pc:docMk/>
          <pc:sldMk cId="0" sldId="258"/>
        </pc:sldMkLst>
        <pc:spChg chg="mod">
          <ac:chgData name="Billy Presume" userId="3e0c9372-8fbf-4eaa-8938-2dbc3cf6b9fa" providerId="ADAL" clId="{7B0AD736-44E6-54FE-A453-FACA14EB02EB}" dt="2025-12-05T01:56:28.911" v="446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1:06.494" v="604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1:28.951" v="607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1:19.104" v="606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1:11.755" v="605" actId="20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1:56:34.573" v="448" actId="20577"/>
        <pc:sldMkLst>
          <pc:docMk/>
          <pc:sldMk cId="0" sldId="259"/>
        </pc:sldMkLst>
        <pc:spChg chg="mod">
          <ac:chgData name="Billy Presume" userId="3e0c9372-8fbf-4eaa-8938-2dbc3cf6b9fa" providerId="ADAL" clId="{7B0AD736-44E6-54FE-A453-FACA14EB02EB}" dt="2025-12-05T01:56:34.573" v="44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3:15.989" v="499" actId="20577"/>
        <pc:sldMkLst>
          <pc:docMk/>
          <pc:sldMk cId="0" sldId="261"/>
        </pc:sldMkLst>
        <pc:spChg chg="mod">
          <ac:chgData name="Billy Presume" userId="3e0c9372-8fbf-4eaa-8938-2dbc3cf6b9fa" providerId="ADAL" clId="{7B0AD736-44E6-54FE-A453-FACA14EB02EB}" dt="2025-12-05T01:56:40.847" v="450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3:12.626" v="49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3:14.995" v="498" actId="20577"/>
          <ac:spMkLst>
            <pc:docMk/>
            <pc:sldMk cId="0" sldId="261"/>
            <ac:spMk id="8" creationId="{2919DE34-2AA1-C8C8-D246-9B07A9F44CFB}"/>
          </ac:spMkLst>
        </pc:spChg>
        <pc:spChg chg="mod">
          <ac:chgData name="Billy Presume" userId="3e0c9372-8fbf-4eaa-8938-2dbc3cf6b9fa" providerId="ADAL" clId="{7B0AD736-44E6-54FE-A453-FACA14EB02EB}" dt="2025-12-05T02:03:13.759" v="497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3:15.989" v="499" actId="20577"/>
          <ac:spMkLst>
            <pc:docMk/>
            <pc:sldMk cId="0" sldId="261"/>
            <ac:spMk id="19" creationId="{237FB313-4957-4B2A-A7EE-CEA5238374C4}"/>
          </ac:spMkLst>
        </pc:spChg>
      </pc:sldChg>
      <pc:sldChg chg="modSp mod">
        <pc:chgData name="Billy Presume" userId="3e0c9372-8fbf-4eaa-8938-2dbc3cf6b9fa" providerId="ADAL" clId="{7B0AD736-44E6-54FE-A453-FACA14EB02EB}" dt="2025-12-05T02:04:00.053" v="525" actId="20577"/>
        <pc:sldMkLst>
          <pc:docMk/>
          <pc:sldMk cId="0" sldId="262"/>
        </pc:sldMkLst>
        <pc:spChg chg="mod">
          <ac:chgData name="Billy Presume" userId="3e0c9372-8fbf-4eaa-8938-2dbc3cf6b9fa" providerId="ADAL" clId="{7B0AD736-44E6-54FE-A453-FACA14EB02EB}" dt="2025-12-05T01:56:54.437" v="454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3:57.406" v="523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3:58.942" v="524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4:00.053" v="525" actId="20577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4:22.194" v="533" actId="113"/>
        <pc:sldMkLst>
          <pc:docMk/>
          <pc:sldMk cId="0" sldId="263"/>
        </pc:sldMkLst>
        <pc:spChg chg="mod">
          <ac:chgData name="Billy Presume" userId="3e0c9372-8fbf-4eaa-8938-2dbc3cf6b9fa" providerId="ADAL" clId="{7B0AD736-44E6-54FE-A453-FACA14EB02EB}" dt="2025-12-05T01:56:59.098" v="45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4:22.194" v="533" actId="113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16:21.973" v="650" actId="1076"/>
        <pc:sldMkLst>
          <pc:docMk/>
          <pc:sldMk cId="0" sldId="265"/>
        </pc:sldMkLst>
        <pc:spChg chg="mod">
          <ac:chgData name="Billy Presume" userId="3e0c9372-8fbf-4eaa-8938-2dbc3cf6b9fa" providerId="ADAL" clId="{7B0AD736-44E6-54FE-A453-FACA14EB02EB}" dt="2025-12-05T02:16:21.973" v="650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6:21.973" v="650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6:21.973" v="650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16:21.973" v="650" actId="1076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1:58:32.828" v="466" actId="122"/>
        <pc:sldMkLst>
          <pc:docMk/>
          <pc:sldMk cId="0" sldId="267"/>
        </pc:sldMkLst>
        <pc:spChg chg="mod">
          <ac:chgData name="Billy Presume" userId="3e0c9372-8fbf-4eaa-8938-2dbc3cf6b9fa" providerId="ADAL" clId="{7B0AD736-44E6-54FE-A453-FACA14EB02EB}" dt="2025-12-05T01:58:32.828" v="466" actId="122"/>
          <ac:spMkLst>
            <pc:docMk/>
            <pc:sldMk cId="0" sldId="267"/>
            <ac:spMk id="10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1:58:26.039" v="464" actId="20577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1:58:42.324" v="470" actId="20577"/>
        <pc:sldMkLst>
          <pc:docMk/>
          <pc:sldMk cId="0" sldId="268"/>
        </pc:sldMkLst>
        <pc:spChg chg="mod">
          <ac:chgData name="Billy Presume" userId="3e0c9372-8fbf-4eaa-8938-2dbc3cf6b9fa" providerId="ADAL" clId="{7B0AD736-44E6-54FE-A453-FACA14EB02EB}" dt="2025-12-05T01:58:42.324" v="470" actId="20577"/>
          <ac:spMkLst>
            <pc:docMk/>
            <pc:sldMk cId="0" sldId="268"/>
            <ac:spMk id="11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9:18.316" v="574" actId="207"/>
        <pc:sldMkLst>
          <pc:docMk/>
          <pc:sldMk cId="0" sldId="270"/>
        </pc:sldMkLst>
        <pc:spChg chg="mod">
          <ac:chgData name="Billy Presume" userId="3e0c9372-8fbf-4eaa-8938-2dbc3cf6b9fa" providerId="ADAL" clId="{7B0AD736-44E6-54FE-A453-FACA14EB02EB}" dt="2025-12-05T02:09:18.316" v="574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8:46.333" v="569" actId="207"/>
        <pc:sldMkLst>
          <pc:docMk/>
          <pc:sldMk cId="0" sldId="271"/>
        </pc:sldMkLst>
        <pc:spChg chg="mod">
          <ac:chgData name="Billy Presume" userId="3e0c9372-8fbf-4eaa-8938-2dbc3cf6b9fa" providerId="ADAL" clId="{7B0AD736-44E6-54FE-A453-FACA14EB02EB}" dt="2025-12-05T02:08:46.333" v="569" actId="207"/>
          <ac:spMkLst>
            <pc:docMk/>
            <pc:sldMk cId="0" sldId="271"/>
            <ac:spMk id="8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8:21.737" v="564" actId="207"/>
        <pc:sldMkLst>
          <pc:docMk/>
          <pc:sldMk cId="0" sldId="272"/>
        </pc:sldMkLst>
        <pc:spChg chg="mod">
          <ac:chgData name="Billy Presume" userId="3e0c9372-8fbf-4eaa-8938-2dbc3cf6b9fa" providerId="ADAL" clId="{7B0AD736-44E6-54FE-A453-FACA14EB02EB}" dt="2025-12-05T02:07:54.826" v="559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Billy Presume" userId="3e0c9372-8fbf-4eaa-8938-2dbc3cf6b9fa" providerId="ADAL" clId="{7B0AD736-44E6-54FE-A453-FACA14EB02EB}" dt="2025-12-05T02:08:21.737" v="564" actId="207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1:09:51.893" v="2" actId="1076"/>
        <pc:sldMkLst>
          <pc:docMk/>
          <pc:sldMk cId="0" sldId="274"/>
        </pc:sldMkLst>
        <pc:picChg chg="mod">
          <ac:chgData name="Billy Presume" userId="3e0c9372-8fbf-4eaa-8938-2dbc3cf6b9fa" providerId="ADAL" clId="{7B0AD736-44E6-54FE-A453-FACA14EB02EB}" dt="2025-12-05T01:09:51.893" v="2" actId="1076"/>
          <ac:picMkLst>
            <pc:docMk/>
            <pc:sldMk cId="0" sldId="274"/>
            <ac:picMk id="3" creationId="{80300CE9-D949-A573-065A-C3A8BC1697C2}"/>
          </ac:picMkLst>
        </pc:picChg>
      </pc:sldChg>
      <pc:sldChg chg="modSp mod">
        <pc:chgData name="Billy Presume" userId="3e0c9372-8fbf-4eaa-8938-2dbc3cf6b9fa" providerId="ADAL" clId="{7B0AD736-44E6-54FE-A453-FACA14EB02EB}" dt="2025-12-05T01:10:45.204" v="5" actId="12"/>
        <pc:sldMkLst>
          <pc:docMk/>
          <pc:sldMk cId="0" sldId="276"/>
        </pc:sldMkLst>
        <pc:spChg chg="mod">
          <ac:chgData name="Billy Presume" userId="3e0c9372-8fbf-4eaa-8938-2dbc3cf6b9fa" providerId="ADAL" clId="{7B0AD736-44E6-54FE-A453-FACA14EB02EB}" dt="2025-12-05T01:10:45.204" v="5" actId="12"/>
          <ac:spMkLst>
            <pc:docMk/>
            <pc:sldMk cId="0" sldId="276"/>
            <ac:spMk id="14" creationId="{00000000-0000-0000-0000-000000000000}"/>
          </ac:spMkLst>
        </pc:spChg>
      </pc:sldChg>
      <pc:sldChg chg="modSp mod">
        <pc:chgData name="Billy Presume" userId="3e0c9372-8fbf-4eaa-8938-2dbc3cf6b9fa" providerId="ADAL" clId="{7B0AD736-44E6-54FE-A453-FACA14EB02EB}" dt="2025-12-05T02:01:03.583" v="484" actId="20577"/>
        <pc:sldMkLst>
          <pc:docMk/>
          <pc:sldMk cId="3604092540" sldId="279"/>
        </pc:sldMkLst>
        <pc:spChg chg="mod">
          <ac:chgData name="Billy Presume" userId="3e0c9372-8fbf-4eaa-8938-2dbc3cf6b9fa" providerId="ADAL" clId="{7B0AD736-44E6-54FE-A453-FACA14EB02EB}" dt="2025-12-05T02:01:03.583" v="484" actId="20577"/>
          <ac:spMkLst>
            <pc:docMk/>
            <pc:sldMk cId="3604092540" sldId="279"/>
            <ac:spMk id="10" creationId="{D34A8408-B883-47AC-AC8F-F159AF87F906}"/>
          </ac:spMkLst>
        </pc:spChg>
        <pc:spChg chg="mod">
          <ac:chgData name="Billy Presume" userId="3e0c9372-8fbf-4eaa-8938-2dbc3cf6b9fa" providerId="ADAL" clId="{7B0AD736-44E6-54FE-A453-FACA14EB02EB}" dt="2025-12-05T01:10:49.756" v="6" actId="12"/>
          <ac:spMkLst>
            <pc:docMk/>
            <pc:sldMk cId="3604092540" sldId="279"/>
            <ac:spMk id="14" creationId="{9651A071-CA2A-A984-7074-6EA82498A1CC}"/>
          </ac:spMkLst>
        </pc:spChg>
      </pc:sldChg>
      <pc:sldChg chg="modSp mod">
        <pc:chgData name="Billy Presume" userId="3e0c9372-8fbf-4eaa-8938-2dbc3cf6b9fa" providerId="ADAL" clId="{7B0AD736-44E6-54FE-A453-FACA14EB02EB}" dt="2025-12-05T01:59:17.249" v="472" actId="1076"/>
        <pc:sldMkLst>
          <pc:docMk/>
          <pc:sldMk cId="1700502662" sldId="283"/>
        </pc:sldMkLst>
        <pc:spChg chg="mod">
          <ac:chgData name="Billy Presume" userId="3e0c9372-8fbf-4eaa-8938-2dbc3cf6b9fa" providerId="ADAL" clId="{7B0AD736-44E6-54FE-A453-FACA14EB02EB}" dt="2025-12-05T01:59:17.249" v="472" actId="1076"/>
          <ac:spMkLst>
            <pc:docMk/>
            <pc:sldMk cId="1700502662" sldId="283"/>
            <ac:spMk id="18" creationId="{C0A969E7-D2DE-0062-99D2-AA47D693C003}"/>
          </ac:spMkLst>
        </pc:spChg>
      </pc:sldChg>
      <pc:sldChg chg="modSp mod">
        <pc:chgData name="Billy Presume" userId="3e0c9372-8fbf-4eaa-8938-2dbc3cf6b9fa" providerId="ADAL" clId="{7B0AD736-44E6-54FE-A453-FACA14EB02EB}" dt="2025-12-05T01:59:12.083" v="471" actId="1076"/>
        <pc:sldMkLst>
          <pc:docMk/>
          <pc:sldMk cId="3179865881" sldId="284"/>
        </pc:sldMkLst>
        <pc:spChg chg="mod">
          <ac:chgData name="Billy Presume" userId="3e0c9372-8fbf-4eaa-8938-2dbc3cf6b9fa" providerId="ADAL" clId="{7B0AD736-44E6-54FE-A453-FACA14EB02EB}" dt="2025-12-05T01:10:08.079" v="4" actId="207"/>
          <ac:spMkLst>
            <pc:docMk/>
            <pc:sldMk cId="3179865881" sldId="284"/>
            <ac:spMk id="9" creationId="{6A32E0C5-1B33-261E-2D65-4226438EACE6}"/>
          </ac:spMkLst>
        </pc:spChg>
        <pc:spChg chg="mod">
          <ac:chgData name="Billy Presume" userId="3e0c9372-8fbf-4eaa-8938-2dbc3cf6b9fa" providerId="ADAL" clId="{7B0AD736-44E6-54FE-A453-FACA14EB02EB}" dt="2025-12-05T01:59:12.083" v="471" actId="1076"/>
          <ac:spMkLst>
            <pc:docMk/>
            <pc:sldMk cId="3179865881" sldId="284"/>
            <ac:spMk id="18" creationId="{B647CFF5-80D4-F7E5-0279-D87424EE6C83}"/>
          </ac:spMkLst>
        </pc:spChg>
      </pc:sldChg>
      <pc:sldChg chg="modSp mod">
        <pc:chgData name="Billy Presume" userId="3e0c9372-8fbf-4eaa-8938-2dbc3cf6b9fa" providerId="ADAL" clId="{7B0AD736-44E6-54FE-A453-FACA14EB02EB}" dt="2025-12-05T02:05:08.415" v="536" actId="122"/>
        <pc:sldMkLst>
          <pc:docMk/>
          <pc:sldMk cId="2573289830" sldId="287"/>
        </pc:sldMkLst>
        <pc:graphicFrameChg chg="modGraphic">
          <ac:chgData name="Billy Presume" userId="3e0c9372-8fbf-4eaa-8938-2dbc3cf6b9fa" providerId="ADAL" clId="{7B0AD736-44E6-54FE-A453-FACA14EB02EB}" dt="2025-12-05T02:05:08.415" v="536" actId="122"/>
          <ac:graphicFrameMkLst>
            <pc:docMk/>
            <pc:sldMk cId="2573289830" sldId="287"/>
            <ac:graphicFrameMk id="18" creationId="{5FFDE6F3-4805-2902-069C-1548B9CDEA13}"/>
          </ac:graphicFrameMkLst>
        </pc:graphicFrameChg>
      </pc:sldChg>
      <pc:sldChg chg="modSp mod">
        <pc:chgData name="Billy Presume" userId="3e0c9372-8fbf-4eaa-8938-2dbc3cf6b9fa" providerId="ADAL" clId="{7B0AD736-44E6-54FE-A453-FACA14EB02EB}" dt="2025-12-05T02:15:15.078" v="648" actId="207"/>
        <pc:sldMkLst>
          <pc:docMk/>
          <pc:sldMk cId="820313850" sldId="288"/>
        </pc:sldMkLst>
        <pc:spChg chg="mod">
          <ac:chgData name="Billy Presume" userId="3e0c9372-8fbf-4eaa-8938-2dbc3cf6b9fa" providerId="ADAL" clId="{7B0AD736-44E6-54FE-A453-FACA14EB02EB}" dt="2025-12-05T02:14:22.078" v="643" actId="403"/>
          <ac:spMkLst>
            <pc:docMk/>
            <pc:sldMk cId="820313850" sldId="288"/>
            <ac:spMk id="10" creationId="{7603BF00-1410-CFE2-A34A-CE946C2A56CA}"/>
          </ac:spMkLst>
        </pc:spChg>
        <pc:spChg chg="mod">
          <ac:chgData name="Billy Presume" userId="3e0c9372-8fbf-4eaa-8938-2dbc3cf6b9fa" providerId="ADAL" clId="{7B0AD736-44E6-54FE-A453-FACA14EB02EB}" dt="2025-12-05T02:12:17.625" v="608" actId="207"/>
          <ac:spMkLst>
            <pc:docMk/>
            <pc:sldMk cId="820313850" sldId="288"/>
            <ac:spMk id="11" creationId="{1B93CB0C-636A-C9E6-592D-C3A55EE36BF0}"/>
          </ac:spMkLst>
        </pc:spChg>
        <pc:spChg chg="mod">
          <ac:chgData name="Billy Presume" userId="3e0c9372-8fbf-4eaa-8938-2dbc3cf6b9fa" providerId="ADAL" clId="{7B0AD736-44E6-54FE-A453-FACA14EB02EB}" dt="2025-12-05T02:12:17.625" v="608" actId="207"/>
          <ac:spMkLst>
            <pc:docMk/>
            <pc:sldMk cId="820313850" sldId="288"/>
            <ac:spMk id="12" creationId="{818849C9-C1AF-7CC8-3EE9-3C3ECE3603AD}"/>
          </ac:spMkLst>
        </pc:spChg>
        <pc:spChg chg="mod">
          <ac:chgData name="Billy Presume" userId="3e0c9372-8fbf-4eaa-8938-2dbc3cf6b9fa" providerId="ADAL" clId="{7B0AD736-44E6-54FE-A453-FACA14EB02EB}" dt="2025-12-05T02:12:17.625" v="608" actId="207"/>
          <ac:spMkLst>
            <pc:docMk/>
            <pc:sldMk cId="820313850" sldId="288"/>
            <ac:spMk id="13" creationId="{45FE14D1-5F57-8CD2-1B1C-62C151880014}"/>
          </ac:spMkLst>
        </pc:spChg>
        <pc:spChg chg="mod">
          <ac:chgData name="Billy Presume" userId="3e0c9372-8fbf-4eaa-8938-2dbc3cf6b9fa" providerId="ADAL" clId="{7B0AD736-44E6-54FE-A453-FACA14EB02EB}" dt="2025-12-05T02:14:51.099" v="644" actId="207"/>
          <ac:spMkLst>
            <pc:docMk/>
            <pc:sldMk cId="820313850" sldId="288"/>
            <ac:spMk id="14" creationId="{4DE75CD8-7233-2D94-048E-BC91523A681A}"/>
          </ac:spMkLst>
        </pc:spChg>
        <pc:spChg chg="mod">
          <ac:chgData name="Billy Presume" userId="3e0c9372-8fbf-4eaa-8938-2dbc3cf6b9fa" providerId="ADAL" clId="{7B0AD736-44E6-54FE-A453-FACA14EB02EB}" dt="2025-12-05T02:14:22.078" v="643" actId="403"/>
          <ac:spMkLst>
            <pc:docMk/>
            <pc:sldMk cId="820313850" sldId="288"/>
            <ac:spMk id="15" creationId="{D8F5D7A7-6D0E-3B5A-AB06-465CBA592E12}"/>
          </ac:spMkLst>
        </pc:spChg>
        <pc:spChg chg="mod">
          <ac:chgData name="Billy Presume" userId="3e0c9372-8fbf-4eaa-8938-2dbc3cf6b9fa" providerId="ADAL" clId="{7B0AD736-44E6-54FE-A453-FACA14EB02EB}" dt="2025-12-05T02:14:51.099" v="644" actId="207"/>
          <ac:spMkLst>
            <pc:docMk/>
            <pc:sldMk cId="820313850" sldId="288"/>
            <ac:spMk id="16" creationId="{CF582F04-380A-297A-DE38-42E48277B8A9}"/>
          </ac:spMkLst>
        </pc:spChg>
        <pc:spChg chg="mod">
          <ac:chgData name="Billy Presume" userId="3e0c9372-8fbf-4eaa-8938-2dbc3cf6b9fa" providerId="ADAL" clId="{7B0AD736-44E6-54FE-A453-FACA14EB02EB}" dt="2025-12-05T02:14:22.078" v="643" actId="403"/>
          <ac:spMkLst>
            <pc:docMk/>
            <pc:sldMk cId="820313850" sldId="288"/>
            <ac:spMk id="17" creationId="{99EDF4F7-C8D9-E567-C925-5AB95439CEFE}"/>
          </ac:spMkLst>
        </pc:spChg>
        <pc:spChg chg="mod">
          <ac:chgData name="Billy Presume" userId="3e0c9372-8fbf-4eaa-8938-2dbc3cf6b9fa" providerId="ADAL" clId="{7B0AD736-44E6-54FE-A453-FACA14EB02EB}" dt="2025-12-05T02:14:51.099" v="644" actId="207"/>
          <ac:spMkLst>
            <pc:docMk/>
            <pc:sldMk cId="820313850" sldId="288"/>
            <ac:spMk id="18" creationId="{9A497E4F-7257-7CE5-CD07-83CD46160C9B}"/>
          </ac:spMkLst>
        </pc:spChg>
        <pc:spChg chg="mod">
          <ac:chgData name="Billy Presume" userId="3e0c9372-8fbf-4eaa-8938-2dbc3cf6b9fa" providerId="ADAL" clId="{7B0AD736-44E6-54FE-A453-FACA14EB02EB}" dt="2025-12-05T02:15:15.078" v="648" actId="207"/>
          <ac:spMkLst>
            <pc:docMk/>
            <pc:sldMk cId="820313850" sldId="288"/>
            <ac:spMk id="19" creationId="{8082D2C9-CF4D-F161-AF3A-9CA424B78257}"/>
          </ac:spMkLst>
        </pc:spChg>
        <pc:spChg chg="mod">
          <ac:chgData name="Billy Presume" userId="3e0c9372-8fbf-4eaa-8938-2dbc3cf6b9fa" providerId="ADAL" clId="{7B0AD736-44E6-54FE-A453-FACA14EB02EB}" dt="2025-12-05T02:15:15.078" v="648" actId="207"/>
          <ac:spMkLst>
            <pc:docMk/>
            <pc:sldMk cId="820313850" sldId="288"/>
            <ac:spMk id="20" creationId="{133AA212-F690-32D6-E23D-849612148703}"/>
          </ac:spMkLst>
        </pc:spChg>
        <pc:spChg chg="mod">
          <ac:chgData name="Billy Presume" userId="3e0c9372-8fbf-4eaa-8938-2dbc3cf6b9fa" providerId="ADAL" clId="{7B0AD736-44E6-54FE-A453-FACA14EB02EB}" dt="2025-12-05T02:15:15.078" v="648" actId="207"/>
          <ac:spMkLst>
            <pc:docMk/>
            <pc:sldMk cId="820313850" sldId="288"/>
            <ac:spMk id="21" creationId="{A9525633-9290-04AB-9A00-69E5DBB11126}"/>
          </ac:spMkLst>
        </pc:spChg>
      </pc:sldChg>
      <pc:sldChg chg="modSp mod">
        <pc:chgData name="Billy Presume" userId="3e0c9372-8fbf-4eaa-8938-2dbc3cf6b9fa" providerId="ADAL" clId="{7B0AD736-44E6-54FE-A453-FACA14EB02EB}" dt="2025-12-05T02:00:17.814" v="476" actId="20577"/>
        <pc:sldMkLst>
          <pc:docMk/>
          <pc:sldMk cId="1727384327" sldId="289"/>
        </pc:sldMkLst>
        <pc:spChg chg="mod">
          <ac:chgData name="Billy Presume" userId="3e0c9372-8fbf-4eaa-8938-2dbc3cf6b9fa" providerId="ADAL" clId="{7B0AD736-44E6-54FE-A453-FACA14EB02EB}" dt="2025-12-05T01:10:57.953" v="8" actId="12"/>
          <ac:spMkLst>
            <pc:docMk/>
            <pc:sldMk cId="1727384327" sldId="289"/>
            <ac:spMk id="31" creationId="{4605FDB8-069D-E42E-D6E3-1349DD363E02}"/>
          </ac:spMkLst>
        </pc:spChg>
        <pc:spChg chg="mod">
          <ac:chgData name="Billy Presume" userId="3e0c9372-8fbf-4eaa-8938-2dbc3cf6b9fa" providerId="ADAL" clId="{7B0AD736-44E6-54FE-A453-FACA14EB02EB}" dt="2025-12-05T02:00:17.814" v="476" actId="20577"/>
          <ac:spMkLst>
            <pc:docMk/>
            <pc:sldMk cId="1727384327" sldId="289"/>
            <ac:spMk id="32" creationId="{22E23142-6A9C-B9DC-0DE1-12076F211DD5}"/>
          </ac:spMkLst>
        </pc:spChg>
      </pc:sldChg>
      <pc:sldChg chg="modSp mod">
        <pc:chgData name="Billy Presume" userId="3e0c9372-8fbf-4eaa-8938-2dbc3cf6b9fa" providerId="ADAL" clId="{7B0AD736-44E6-54FE-A453-FACA14EB02EB}" dt="2025-12-05T02:00:33.187" v="482" actId="20577"/>
        <pc:sldMkLst>
          <pc:docMk/>
          <pc:sldMk cId="1260845662" sldId="290"/>
        </pc:sldMkLst>
        <pc:spChg chg="mod">
          <ac:chgData name="Billy Presume" userId="3e0c9372-8fbf-4eaa-8938-2dbc3cf6b9fa" providerId="ADAL" clId="{7B0AD736-44E6-54FE-A453-FACA14EB02EB}" dt="2025-12-05T01:10:55.241" v="7" actId="12"/>
          <ac:spMkLst>
            <pc:docMk/>
            <pc:sldMk cId="1260845662" sldId="290"/>
            <ac:spMk id="15" creationId="{C93C67B3-1F68-14B1-92A5-F825B636E494}"/>
          </ac:spMkLst>
        </pc:spChg>
        <pc:spChg chg="mod">
          <ac:chgData name="Billy Presume" userId="3e0c9372-8fbf-4eaa-8938-2dbc3cf6b9fa" providerId="ADAL" clId="{7B0AD736-44E6-54FE-A453-FACA14EB02EB}" dt="2025-12-05T02:00:33.187" v="482" actId="20577"/>
          <ac:spMkLst>
            <pc:docMk/>
            <pc:sldMk cId="1260845662" sldId="290"/>
            <ac:spMk id="16" creationId="{2AC857DA-C591-F5F0-CE6F-56F1980803EB}"/>
          </ac:spMkLst>
        </pc:spChg>
      </pc:sldChg>
      <pc:sldChg chg="modSp mod">
        <pc:chgData name="Billy Presume" userId="3e0c9372-8fbf-4eaa-8938-2dbc3cf6b9fa" providerId="ADAL" clId="{7B0AD736-44E6-54FE-A453-FACA14EB02EB}" dt="2025-12-05T02:01:12.287" v="487" actId="20577"/>
        <pc:sldMkLst>
          <pc:docMk/>
          <pc:sldMk cId="941184525" sldId="291"/>
        </pc:sldMkLst>
        <pc:spChg chg="mod">
          <ac:chgData name="Billy Presume" userId="3e0c9372-8fbf-4eaa-8938-2dbc3cf6b9fa" providerId="ADAL" clId="{7B0AD736-44E6-54FE-A453-FACA14EB02EB}" dt="2025-12-05T01:11:03.236" v="9" actId="12"/>
          <ac:spMkLst>
            <pc:docMk/>
            <pc:sldMk cId="941184525" sldId="291"/>
            <ac:spMk id="15" creationId="{B02FF7C1-DD47-BA8E-75A1-E2332D60DDFD}"/>
          </ac:spMkLst>
        </pc:spChg>
        <pc:spChg chg="mod">
          <ac:chgData name="Billy Presume" userId="3e0c9372-8fbf-4eaa-8938-2dbc3cf6b9fa" providerId="ADAL" clId="{7B0AD736-44E6-54FE-A453-FACA14EB02EB}" dt="2025-12-05T02:01:12.287" v="487" actId="20577"/>
          <ac:spMkLst>
            <pc:docMk/>
            <pc:sldMk cId="941184525" sldId="291"/>
            <ac:spMk id="16" creationId="{7C561567-6843-4E66-C8B8-276E19C917E4}"/>
          </ac:spMkLst>
        </pc:spChg>
      </pc:sldChg>
      <pc:sldChg chg="modSp mod">
        <pc:chgData name="Billy Presume" userId="3e0c9372-8fbf-4eaa-8938-2dbc3cf6b9fa" providerId="ADAL" clId="{7B0AD736-44E6-54FE-A453-FACA14EB02EB}" dt="2025-12-05T02:07:29.307" v="558" actId="207"/>
        <pc:sldMkLst>
          <pc:docMk/>
          <pc:sldMk cId="3008117003" sldId="293"/>
        </pc:sldMkLst>
        <pc:spChg chg="mod">
          <ac:chgData name="Billy Presume" userId="3e0c9372-8fbf-4eaa-8938-2dbc3cf6b9fa" providerId="ADAL" clId="{7B0AD736-44E6-54FE-A453-FACA14EB02EB}" dt="2025-12-05T02:07:09.652" v="551" actId="20577"/>
          <ac:spMkLst>
            <pc:docMk/>
            <pc:sldMk cId="3008117003" sldId="293"/>
            <ac:spMk id="3" creationId="{704569D4-CA5C-0EA9-5D3F-FD416FB942FE}"/>
          </ac:spMkLst>
        </pc:spChg>
        <pc:spChg chg="mod">
          <ac:chgData name="Billy Presume" userId="3e0c9372-8fbf-4eaa-8938-2dbc3cf6b9fa" providerId="ADAL" clId="{7B0AD736-44E6-54FE-A453-FACA14EB02EB}" dt="2025-12-05T02:07:19.018" v="554" actId="207"/>
          <ac:spMkLst>
            <pc:docMk/>
            <pc:sldMk cId="3008117003" sldId="293"/>
            <ac:spMk id="5" creationId="{9BCE503D-1E6D-AFD9-17EE-3FA1740EB8E4}"/>
          </ac:spMkLst>
        </pc:spChg>
        <pc:spChg chg="mod">
          <ac:chgData name="Billy Presume" userId="3e0c9372-8fbf-4eaa-8938-2dbc3cf6b9fa" providerId="ADAL" clId="{7B0AD736-44E6-54FE-A453-FACA14EB02EB}" dt="2025-12-05T02:07:24.248" v="556" actId="207"/>
          <ac:spMkLst>
            <pc:docMk/>
            <pc:sldMk cId="3008117003" sldId="293"/>
            <ac:spMk id="12" creationId="{23922007-6873-722D-CBE7-3659E7AC41E2}"/>
          </ac:spMkLst>
        </pc:spChg>
        <pc:spChg chg="mod">
          <ac:chgData name="Billy Presume" userId="3e0c9372-8fbf-4eaa-8938-2dbc3cf6b9fa" providerId="ADAL" clId="{7B0AD736-44E6-54FE-A453-FACA14EB02EB}" dt="2025-12-05T02:07:29.307" v="558" actId="207"/>
          <ac:spMkLst>
            <pc:docMk/>
            <pc:sldMk cId="3008117003" sldId="293"/>
            <ac:spMk id="15" creationId="{4FC26C47-9F9F-F463-DDA5-1C6AC813CBF1}"/>
          </ac:spMkLst>
        </pc:spChg>
      </pc:sldChg>
      <pc:sldChg chg="modSp mod">
        <pc:chgData name="Billy Presume" userId="3e0c9372-8fbf-4eaa-8938-2dbc3cf6b9fa" providerId="ADAL" clId="{7B0AD736-44E6-54FE-A453-FACA14EB02EB}" dt="2025-12-05T02:03:53.415" v="522" actId="20577"/>
        <pc:sldMkLst>
          <pc:docMk/>
          <pc:sldMk cId="2315702899" sldId="295"/>
        </pc:sldMkLst>
        <pc:spChg chg="mod">
          <ac:chgData name="Billy Presume" userId="3e0c9372-8fbf-4eaa-8938-2dbc3cf6b9fa" providerId="ADAL" clId="{7B0AD736-44E6-54FE-A453-FACA14EB02EB}" dt="2025-12-05T01:56:45.785" v="452" actId="20577"/>
          <ac:spMkLst>
            <pc:docMk/>
            <pc:sldMk cId="2315702899" sldId="295"/>
            <ac:spMk id="4" creationId="{114704A8-2322-B220-C26E-E6D4E4735AA2}"/>
          </ac:spMkLst>
        </pc:spChg>
        <pc:spChg chg="mod">
          <ac:chgData name="Billy Presume" userId="3e0c9372-8fbf-4eaa-8938-2dbc3cf6b9fa" providerId="ADAL" clId="{7B0AD736-44E6-54FE-A453-FACA14EB02EB}" dt="2025-12-05T02:03:20.748" v="500" actId="20577"/>
          <ac:spMkLst>
            <pc:docMk/>
            <pc:sldMk cId="2315702899" sldId="295"/>
            <ac:spMk id="11" creationId="{A36C2787-2893-ED87-6FC9-41708F1BF5B6}"/>
          </ac:spMkLst>
        </pc:spChg>
        <pc:spChg chg="mod">
          <ac:chgData name="Billy Presume" userId="3e0c9372-8fbf-4eaa-8938-2dbc3cf6b9fa" providerId="ADAL" clId="{7B0AD736-44E6-54FE-A453-FACA14EB02EB}" dt="2025-12-05T02:03:49.766" v="521" actId="20577"/>
          <ac:spMkLst>
            <pc:docMk/>
            <pc:sldMk cId="2315702899" sldId="295"/>
            <ac:spMk id="14" creationId="{39626F04-C912-6501-5D32-50753F539BA1}"/>
          </ac:spMkLst>
        </pc:spChg>
        <pc:spChg chg="mod">
          <ac:chgData name="Billy Presume" userId="3e0c9372-8fbf-4eaa-8938-2dbc3cf6b9fa" providerId="ADAL" clId="{7B0AD736-44E6-54FE-A453-FACA14EB02EB}" dt="2025-12-05T02:03:47.496" v="520" actId="20577"/>
          <ac:spMkLst>
            <pc:docMk/>
            <pc:sldMk cId="2315702899" sldId="295"/>
            <ac:spMk id="20" creationId="{6FE11769-1BAB-5C7F-9957-E3AF4F42E0A3}"/>
          </ac:spMkLst>
        </pc:spChg>
        <pc:spChg chg="mod">
          <ac:chgData name="Billy Presume" userId="3e0c9372-8fbf-4eaa-8938-2dbc3cf6b9fa" providerId="ADAL" clId="{7B0AD736-44E6-54FE-A453-FACA14EB02EB}" dt="2025-12-05T02:03:53.415" v="522" actId="20577"/>
          <ac:spMkLst>
            <pc:docMk/>
            <pc:sldMk cId="2315702899" sldId="295"/>
            <ac:spMk id="22" creationId="{B2F37B25-6AD4-3258-40FC-CE94DDE4BCED}"/>
          </ac:spMkLst>
        </pc:spChg>
      </pc:sldChg>
      <pc:sldChg chg="modSp mod">
        <pc:chgData name="Billy Presume" userId="3e0c9372-8fbf-4eaa-8938-2dbc3cf6b9fa" providerId="ADAL" clId="{7B0AD736-44E6-54FE-A453-FACA14EB02EB}" dt="2025-12-05T02:06:51.343" v="549" actId="207"/>
        <pc:sldMkLst>
          <pc:docMk/>
          <pc:sldMk cId="2944971035" sldId="296"/>
        </pc:sldMkLst>
        <pc:spChg chg="mod">
          <ac:chgData name="Billy Presume" userId="3e0c9372-8fbf-4eaa-8938-2dbc3cf6b9fa" providerId="ADAL" clId="{7B0AD736-44E6-54FE-A453-FACA14EB02EB}" dt="2025-12-05T02:06:51.343" v="549" actId="207"/>
          <ac:spMkLst>
            <pc:docMk/>
            <pc:sldMk cId="2944971035" sldId="296"/>
            <ac:spMk id="4" creationId="{325DF5D0-AED8-E31C-56CD-0E24B24561AF}"/>
          </ac:spMkLst>
        </pc:spChg>
      </pc:sldChg>
      <pc:sldChg chg="modSp mod">
        <pc:chgData name="Billy Presume" userId="3e0c9372-8fbf-4eaa-8938-2dbc3cf6b9fa" providerId="ADAL" clId="{7B0AD736-44E6-54FE-A453-FACA14EB02EB}" dt="2025-12-05T02:06:09.830" v="543" actId="207"/>
        <pc:sldMkLst>
          <pc:docMk/>
          <pc:sldMk cId="4098278220" sldId="297"/>
        </pc:sldMkLst>
        <pc:spChg chg="mod">
          <ac:chgData name="Billy Presume" userId="3e0c9372-8fbf-4eaa-8938-2dbc3cf6b9fa" providerId="ADAL" clId="{7B0AD736-44E6-54FE-A453-FACA14EB02EB}" dt="2025-12-05T02:06:09.830" v="543" actId="207"/>
          <ac:spMkLst>
            <pc:docMk/>
            <pc:sldMk cId="4098278220" sldId="297"/>
            <ac:spMk id="28" creationId="{48F33206-BEDE-F51C-D7EC-E8C4AC928B92}"/>
          </ac:spMkLst>
        </pc:spChg>
      </pc:sldChg>
      <pc:sldChg chg="modSp mod">
        <pc:chgData name="Billy Presume" userId="3e0c9372-8fbf-4eaa-8938-2dbc3cf6b9fa" providerId="ADAL" clId="{7B0AD736-44E6-54FE-A453-FACA14EB02EB}" dt="2025-12-05T02:14:01.285" v="638" actId="20577"/>
        <pc:sldMkLst>
          <pc:docMk/>
          <pc:sldMk cId="33500650" sldId="298"/>
        </pc:sldMkLst>
        <pc:spChg chg="mod">
          <ac:chgData name="Billy Presume" userId="3e0c9372-8fbf-4eaa-8938-2dbc3cf6b9fa" providerId="ADAL" clId="{7B0AD736-44E6-54FE-A453-FACA14EB02EB}" dt="2025-12-05T02:13:04.010" v="620" actId="404"/>
          <ac:spMkLst>
            <pc:docMk/>
            <pc:sldMk cId="33500650" sldId="298"/>
            <ac:spMk id="10" creationId="{8F2E34F1-DF4D-F912-84B2-324D187FADD3}"/>
          </ac:spMkLst>
        </pc:spChg>
        <pc:spChg chg="mod">
          <ac:chgData name="Billy Presume" userId="3e0c9372-8fbf-4eaa-8938-2dbc3cf6b9fa" providerId="ADAL" clId="{7B0AD736-44E6-54FE-A453-FACA14EB02EB}" dt="2025-12-05T02:12:25.847" v="609" actId="207"/>
          <ac:spMkLst>
            <pc:docMk/>
            <pc:sldMk cId="33500650" sldId="298"/>
            <ac:spMk id="11" creationId="{C2130FF2-7DCE-2E14-2210-20F992FDE110}"/>
          </ac:spMkLst>
        </pc:spChg>
        <pc:spChg chg="mod">
          <ac:chgData name="Billy Presume" userId="3e0c9372-8fbf-4eaa-8938-2dbc3cf6b9fa" providerId="ADAL" clId="{7B0AD736-44E6-54FE-A453-FACA14EB02EB}" dt="2025-12-05T02:13:43.036" v="635" actId="207"/>
          <ac:spMkLst>
            <pc:docMk/>
            <pc:sldMk cId="33500650" sldId="298"/>
            <ac:spMk id="12" creationId="{138317BC-4E67-B376-2AA7-92DC7EF0712C}"/>
          </ac:spMkLst>
        </pc:spChg>
        <pc:spChg chg="mod">
          <ac:chgData name="Billy Presume" userId="3e0c9372-8fbf-4eaa-8938-2dbc3cf6b9fa" providerId="ADAL" clId="{7B0AD736-44E6-54FE-A453-FACA14EB02EB}" dt="2025-12-05T02:12:25.847" v="609" actId="207"/>
          <ac:spMkLst>
            <pc:docMk/>
            <pc:sldMk cId="33500650" sldId="298"/>
            <ac:spMk id="13" creationId="{290DF829-7A72-B99E-FE50-77EB3BF4AB6D}"/>
          </ac:spMkLst>
        </pc:spChg>
        <pc:spChg chg="mod">
          <ac:chgData name="Billy Presume" userId="3e0c9372-8fbf-4eaa-8938-2dbc3cf6b9fa" providerId="ADAL" clId="{7B0AD736-44E6-54FE-A453-FACA14EB02EB}" dt="2025-12-05T02:14:01.285" v="638" actId="20577"/>
          <ac:spMkLst>
            <pc:docMk/>
            <pc:sldMk cId="33500650" sldId="298"/>
            <ac:spMk id="14" creationId="{9AAF4DF4-69DF-ED45-E4BC-016C634B3A70}"/>
          </ac:spMkLst>
        </pc:spChg>
        <pc:spChg chg="mod">
          <ac:chgData name="Billy Presume" userId="3e0c9372-8fbf-4eaa-8938-2dbc3cf6b9fa" providerId="ADAL" clId="{7B0AD736-44E6-54FE-A453-FACA14EB02EB}" dt="2025-12-05T02:13:21.032" v="629" actId="403"/>
          <ac:spMkLst>
            <pc:docMk/>
            <pc:sldMk cId="33500650" sldId="298"/>
            <ac:spMk id="15" creationId="{CD3830C3-1757-2053-140D-9C076870F501}"/>
          </ac:spMkLst>
        </pc:spChg>
        <pc:spChg chg="mod">
          <ac:chgData name="Billy Presume" userId="3e0c9372-8fbf-4eaa-8938-2dbc3cf6b9fa" providerId="ADAL" clId="{7B0AD736-44E6-54FE-A453-FACA14EB02EB}" dt="2025-12-05T02:13:56.250" v="637" actId="20577"/>
          <ac:spMkLst>
            <pc:docMk/>
            <pc:sldMk cId="33500650" sldId="298"/>
            <ac:spMk id="16" creationId="{958CF5CA-A68F-EF5B-8833-2C2CAE2A2935}"/>
          </ac:spMkLst>
        </pc:spChg>
        <pc:spChg chg="mod">
          <ac:chgData name="Billy Presume" userId="3e0c9372-8fbf-4eaa-8938-2dbc3cf6b9fa" providerId="ADAL" clId="{7B0AD736-44E6-54FE-A453-FACA14EB02EB}" dt="2025-12-05T02:13:29.895" v="634" actId="403"/>
          <ac:spMkLst>
            <pc:docMk/>
            <pc:sldMk cId="33500650" sldId="298"/>
            <ac:spMk id="17" creationId="{A549DD40-3A52-50E1-5A6C-D85DB334725B}"/>
          </ac:spMkLst>
        </pc:spChg>
        <pc:spChg chg="mod">
          <ac:chgData name="Billy Presume" userId="3e0c9372-8fbf-4eaa-8938-2dbc3cf6b9fa" providerId="ADAL" clId="{7B0AD736-44E6-54FE-A453-FACA14EB02EB}" dt="2025-12-05T02:12:25.847" v="609" actId="207"/>
          <ac:spMkLst>
            <pc:docMk/>
            <pc:sldMk cId="33500650" sldId="298"/>
            <ac:spMk id="25" creationId="{FFB4E579-5055-DDE1-07EB-0531C099B2A2}"/>
          </ac:spMkLst>
        </pc:spChg>
      </pc:sldChg>
      <pc:sldChg chg="modSp mod">
        <pc:chgData name="Billy Presume" userId="3e0c9372-8fbf-4eaa-8938-2dbc3cf6b9fa" providerId="ADAL" clId="{7B0AD736-44E6-54FE-A453-FACA14EB02EB}" dt="2025-12-05T02:02:57.242" v="491" actId="20577"/>
        <pc:sldMkLst>
          <pc:docMk/>
          <pc:sldMk cId="179645703" sldId="299"/>
        </pc:sldMkLst>
        <pc:spChg chg="mod">
          <ac:chgData name="Billy Presume" userId="3e0c9372-8fbf-4eaa-8938-2dbc3cf6b9fa" providerId="ADAL" clId="{7B0AD736-44E6-54FE-A453-FACA14EB02EB}" dt="2025-12-05T02:02:52.989" v="489" actId="20577"/>
          <ac:spMkLst>
            <pc:docMk/>
            <pc:sldMk cId="179645703" sldId="299"/>
            <ac:spMk id="6" creationId="{1BB08882-C78C-CE8A-D4C7-EC84E5DF3A3F}"/>
          </ac:spMkLst>
        </pc:spChg>
        <pc:spChg chg="mod">
          <ac:chgData name="Billy Presume" userId="3e0c9372-8fbf-4eaa-8938-2dbc3cf6b9fa" providerId="ADAL" clId="{7B0AD736-44E6-54FE-A453-FACA14EB02EB}" dt="2025-12-05T02:02:54.616" v="490" actId="20577"/>
          <ac:spMkLst>
            <pc:docMk/>
            <pc:sldMk cId="179645703" sldId="299"/>
            <ac:spMk id="7" creationId="{A7041B16-D04C-CD52-6858-38E79CFE0403}"/>
          </ac:spMkLst>
        </pc:spChg>
        <pc:spChg chg="mod">
          <ac:chgData name="Billy Presume" userId="3e0c9372-8fbf-4eaa-8938-2dbc3cf6b9fa" providerId="ADAL" clId="{7B0AD736-44E6-54FE-A453-FACA14EB02EB}" dt="2025-12-05T02:02:57.242" v="491" actId="20577"/>
          <ac:spMkLst>
            <pc:docMk/>
            <pc:sldMk cId="179645703" sldId="299"/>
            <ac:spMk id="8" creationId="{E6CC8B40-94D3-DB13-F7DF-6024D7A294C4}"/>
          </ac:spMkLst>
        </pc:spChg>
        <pc:spChg chg="mod">
          <ac:chgData name="Billy Presume" userId="3e0c9372-8fbf-4eaa-8938-2dbc3cf6b9fa" providerId="ADAL" clId="{7B0AD736-44E6-54FE-A453-FACA14EB02EB}" dt="2025-12-05T01:56:17.572" v="442" actId="20577"/>
          <ac:spMkLst>
            <pc:docMk/>
            <pc:sldMk cId="179645703" sldId="299"/>
            <ac:spMk id="10" creationId="{5D63955B-3A33-DA16-8A19-47C6FEE87BFB}"/>
          </ac:spMkLst>
        </pc:spChg>
      </pc:sldChg>
      <pc:sldChg chg="addSp delSp modSp new mod ord">
        <pc:chgData name="Billy Presume" userId="3e0c9372-8fbf-4eaa-8938-2dbc3cf6b9fa" providerId="ADAL" clId="{7B0AD736-44E6-54FE-A453-FACA14EB02EB}" dt="2025-12-05T01:55:45.743" v="440" actId="34135"/>
        <pc:sldMkLst>
          <pc:docMk/>
          <pc:sldMk cId="3140859276" sldId="300"/>
        </pc:sldMkLst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6" creationId="{F702CC59-2121-E59F-0DBD-4019A663AFDC}"/>
          </ac:spMkLst>
        </pc:spChg>
        <pc:spChg chg="add del mod">
          <ac:chgData name="Billy Presume" userId="3e0c9372-8fbf-4eaa-8938-2dbc3cf6b9fa" providerId="ADAL" clId="{7B0AD736-44E6-54FE-A453-FACA14EB02EB}" dt="2025-12-05T01:40:39.985" v="134" actId="478"/>
          <ac:spMkLst>
            <pc:docMk/>
            <pc:sldMk cId="3140859276" sldId="300"/>
            <ac:spMk id="31" creationId="{C9AF539A-4C64-43F0-9DAF-D0492DC429FC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2" creationId="{C537CDF0-A0D9-4414-A3A2-EF11638B1C03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3" creationId="{C1B611F6-E8D5-20BC-DB8F-C9F44B2A8E37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4" creationId="{25A056EA-23FF-C050-799F-66E17F4D39A8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5" creationId="{9CEE09BE-0630-F52F-C144-D016AD1F5C4D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6" creationId="{EFD2EB00-E233-658C-C0FB-422F97E210AB}"/>
          </ac:spMkLst>
        </pc:spChg>
        <pc:spChg chg="add mod">
          <ac:chgData name="Billy Presume" userId="3e0c9372-8fbf-4eaa-8938-2dbc3cf6b9fa" providerId="ADAL" clId="{7B0AD736-44E6-54FE-A453-FACA14EB02EB}" dt="2025-12-05T01:55:45.743" v="440" actId="34135"/>
          <ac:spMkLst>
            <pc:docMk/>
            <pc:sldMk cId="3140859276" sldId="300"/>
            <ac:spMk id="37" creationId="{58813607-178B-DB9B-5243-198EBC73FDFD}"/>
          </ac:spMkLst>
        </pc:spChg>
        <pc:picChg chg="add del mod modCrop">
          <ac:chgData name="Billy Presume" userId="3e0c9372-8fbf-4eaa-8938-2dbc3cf6b9fa" providerId="ADAL" clId="{7B0AD736-44E6-54FE-A453-FACA14EB02EB}" dt="2025-12-05T01:22:19.549" v="27" actId="478"/>
          <ac:picMkLst>
            <pc:docMk/>
            <pc:sldMk cId="3140859276" sldId="300"/>
            <ac:picMk id="4" creationId="{DEA20535-8811-32FB-B645-982B60D2FCF3}"/>
          </ac:picMkLst>
        </pc:picChg>
        <pc:picChg chg="add mod modCrop">
          <ac:chgData name="Billy Presume" userId="3e0c9372-8fbf-4eaa-8938-2dbc3cf6b9fa" providerId="ADAL" clId="{7B0AD736-44E6-54FE-A453-FACA14EB02EB}" dt="2025-12-05T01:39:51.374" v="120" actId="732"/>
          <ac:picMkLst>
            <pc:docMk/>
            <pc:sldMk cId="3140859276" sldId="300"/>
            <ac:picMk id="5" creationId="{4E13F704-3BA3-38C9-4FEB-C6081E04EB1F}"/>
          </ac:picMkLst>
        </pc:picChg>
        <pc:picChg chg="mod">
          <ac:chgData name="Billy Presume" userId="3e0c9372-8fbf-4eaa-8938-2dbc3cf6b9fa" providerId="ADAL" clId="{7B0AD736-44E6-54FE-A453-FACA14EB02EB}" dt="2025-12-05T01:39:20.571" v="119" actId="207"/>
          <ac:picMkLst>
            <pc:docMk/>
            <pc:sldMk cId="3140859276" sldId="300"/>
            <ac:picMk id="8" creationId="{EA7FB17D-089B-6315-FE51-4FE8BAD8B663}"/>
          </ac:picMkLst>
        </pc:picChg>
        <pc:picChg chg="add del mod">
          <ac:chgData name="Billy Presume" userId="3e0c9372-8fbf-4eaa-8938-2dbc3cf6b9fa" providerId="ADAL" clId="{7B0AD736-44E6-54FE-A453-FACA14EB02EB}" dt="2025-12-05T01:34:55.561" v="97" actId="478"/>
          <ac:picMkLst>
            <pc:docMk/>
            <pc:sldMk cId="3140859276" sldId="300"/>
            <ac:picMk id="10" creationId="{94A6D11E-BE2A-BC08-2368-F403B090F810}"/>
          </ac:picMkLst>
        </pc:picChg>
        <pc:picChg chg="add mod">
          <ac:chgData name="Billy Presume" userId="3e0c9372-8fbf-4eaa-8938-2dbc3cf6b9fa" providerId="ADAL" clId="{7B0AD736-44E6-54FE-A453-FACA14EB02EB}" dt="2025-12-05T01:55:45.743" v="440" actId="34135"/>
          <ac:picMkLst>
            <pc:docMk/>
            <pc:sldMk cId="3140859276" sldId="300"/>
            <ac:picMk id="12" creationId="{04290E0A-75E2-DE08-BE78-B145F52AAA4F}"/>
          </ac:picMkLst>
        </pc:picChg>
        <pc:picChg chg="add mod">
          <ac:chgData name="Billy Presume" userId="3e0c9372-8fbf-4eaa-8938-2dbc3cf6b9fa" providerId="ADAL" clId="{7B0AD736-44E6-54FE-A453-FACA14EB02EB}" dt="2025-12-05T01:55:45.743" v="440" actId="34135"/>
          <ac:picMkLst>
            <pc:docMk/>
            <pc:sldMk cId="3140859276" sldId="300"/>
            <ac:picMk id="14" creationId="{87E83DD5-298C-A5E4-46D2-25DE546C4A84}"/>
          </ac:picMkLst>
        </pc:picChg>
        <pc:picChg chg="add del mod">
          <ac:chgData name="Billy Presume" userId="3e0c9372-8fbf-4eaa-8938-2dbc3cf6b9fa" providerId="ADAL" clId="{7B0AD736-44E6-54FE-A453-FACA14EB02EB}" dt="2025-12-05T01:34:55.561" v="97" actId="478"/>
          <ac:picMkLst>
            <pc:docMk/>
            <pc:sldMk cId="3140859276" sldId="300"/>
            <ac:picMk id="16" creationId="{88B73884-D65A-3D72-7971-FD70321705B2}"/>
          </ac:picMkLst>
        </pc:picChg>
        <pc:picChg chg="add mod">
          <ac:chgData name="Billy Presume" userId="3e0c9372-8fbf-4eaa-8938-2dbc3cf6b9fa" providerId="ADAL" clId="{7B0AD736-44E6-54FE-A453-FACA14EB02EB}" dt="2025-12-05T01:55:45.743" v="440" actId="34135"/>
          <ac:picMkLst>
            <pc:docMk/>
            <pc:sldMk cId="3140859276" sldId="300"/>
            <ac:picMk id="18" creationId="{0EB72BE2-686F-E749-AF0B-10CB39BF5DEA}"/>
          </ac:picMkLst>
        </pc:picChg>
        <pc:picChg chg="add del mod">
          <ac:chgData name="Billy Presume" userId="3e0c9372-8fbf-4eaa-8938-2dbc3cf6b9fa" providerId="ADAL" clId="{7B0AD736-44E6-54FE-A453-FACA14EB02EB}" dt="2025-12-05T01:35:03.681" v="99" actId="478"/>
          <ac:picMkLst>
            <pc:docMk/>
            <pc:sldMk cId="3140859276" sldId="300"/>
            <ac:picMk id="20" creationId="{D22B2B54-AEAF-5F81-B719-3D19F70C9ECB}"/>
          </ac:picMkLst>
        </pc:picChg>
        <pc:picChg chg="add mod">
          <ac:chgData name="Billy Presume" userId="3e0c9372-8fbf-4eaa-8938-2dbc3cf6b9fa" providerId="ADAL" clId="{7B0AD736-44E6-54FE-A453-FACA14EB02EB}" dt="2025-12-05T01:39:20.571" v="119" actId="207"/>
          <ac:picMkLst>
            <pc:docMk/>
            <pc:sldMk cId="3140859276" sldId="300"/>
            <ac:picMk id="22" creationId="{64C56BAC-D8C9-BE38-3D45-E5B9D480CFED}"/>
          </ac:picMkLst>
        </pc:picChg>
        <pc:picChg chg="add mod">
          <ac:chgData name="Billy Presume" userId="3e0c9372-8fbf-4eaa-8938-2dbc3cf6b9fa" providerId="ADAL" clId="{7B0AD736-44E6-54FE-A453-FACA14EB02EB}" dt="2025-12-05T01:39:20.571" v="119" actId="207"/>
          <ac:picMkLst>
            <pc:docMk/>
            <pc:sldMk cId="3140859276" sldId="300"/>
            <ac:picMk id="24" creationId="{0BDD1293-1B61-BD99-DC85-DFC6FAC0F3CB}"/>
          </ac:picMkLst>
        </pc:picChg>
        <pc:picChg chg="add del mod">
          <ac:chgData name="Billy Presume" userId="3e0c9372-8fbf-4eaa-8938-2dbc3cf6b9fa" providerId="ADAL" clId="{7B0AD736-44E6-54FE-A453-FACA14EB02EB}" dt="2025-12-05T01:34:55.561" v="97" actId="478"/>
          <ac:picMkLst>
            <pc:docMk/>
            <pc:sldMk cId="3140859276" sldId="300"/>
            <ac:picMk id="26" creationId="{697B15E3-4CD0-E33C-5279-CBECFAD47BB6}"/>
          </ac:picMkLst>
        </pc:picChg>
        <pc:picChg chg="del mod">
          <ac:chgData name="Billy Presume" userId="3e0c9372-8fbf-4eaa-8938-2dbc3cf6b9fa" providerId="ADAL" clId="{7B0AD736-44E6-54FE-A453-FACA14EB02EB}" dt="2025-12-05T01:34:58.147" v="98" actId="478"/>
          <ac:picMkLst>
            <pc:docMk/>
            <pc:sldMk cId="3140859276" sldId="300"/>
            <ac:picMk id="28" creationId="{FDEB96F4-187D-2079-0B36-FBF8404D9971}"/>
          </ac:picMkLst>
        </pc:picChg>
        <pc:picChg chg="add del mod">
          <ac:chgData name="Billy Presume" userId="3e0c9372-8fbf-4eaa-8938-2dbc3cf6b9fa" providerId="ADAL" clId="{7B0AD736-44E6-54FE-A453-FACA14EB02EB}" dt="2025-12-05T01:34:55.561" v="97" actId="478"/>
          <ac:picMkLst>
            <pc:docMk/>
            <pc:sldMk cId="3140859276" sldId="300"/>
            <ac:picMk id="30" creationId="{16DA09F1-4F33-81AE-8211-9DF1AA8F2876}"/>
          </ac:picMkLst>
        </pc:picChg>
      </pc:sldChg>
    </pc:docChg>
  </pc:docChgLst>
  <pc:docChgLst>
    <pc:chgData name="Kaixin Zeng" userId="S::kzeng6@jh.edu::27805093-4303-4316-9da5-30560062ae6f" providerId="AD" clId="Web-{816CFA10-CCA4-B0BD-AB93-ECF4B211788E}"/>
    <pc:docChg chg="modSld">
      <pc:chgData name="Kaixin Zeng" userId="S::kzeng6@jh.edu::27805093-4303-4316-9da5-30560062ae6f" providerId="AD" clId="Web-{816CFA10-CCA4-B0BD-AB93-ECF4B211788E}" dt="2025-12-04T03:52:17.083" v="236" actId="1076"/>
      <pc:docMkLst>
        <pc:docMk/>
      </pc:docMkLst>
      <pc:sldChg chg="addSp delSp modSp">
        <pc:chgData name="Kaixin Zeng" userId="S::kzeng6@jh.edu::27805093-4303-4316-9da5-30560062ae6f" providerId="AD" clId="Web-{816CFA10-CCA4-B0BD-AB93-ECF4B211788E}" dt="2025-12-04T03:52:17.083" v="236" actId="1076"/>
        <pc:sldMkLst>
          <pc:docMk/>
          <pc:sldMk cId="0" sldId="261"/>
        </pc:sldMkLst>
        <pc:spChg chg="mod">
          <ac:chgData name="Kaixin Zeng" userId="S::kzeng6@jh.edu::27805093-4303-4316-9da5-30560062ae6f" providerId="AD" clId="Web-{816CFA10-CCA4-B0BD-AB93-ECF4B211788E}" dt="2025-12-04T03:52:17.083" v="236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Kaixin Zeng" userId="S::kzeng6@jh.edu::27805093-4303-4316-9da5-30560062ae6f" providerId="AD" clId="Web-{816CFA10-CCA4-B0BD-AB93-ECF4B211788E}" dt="2025-12-04T03:22:59.706" v="159" actId="1076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Kaixin Zeng" userId="S::kzeng6@jh.edu::27805093-4303-4316-9da5-30560062ae6f" providerId="AD" clId="Web-{816CFA10-CCA4-B0BD-AB93-ECF4B211788E}" dt="2025-12-04T03:52:13.036" v="235" actId="1076"/>
          <ac:spMkLst>
            <pc:docMk/>
            <pc:sldMk cId="0" sldId="261"/>
            <ac:spMk id="8" creationId="{2919DE34-2AA1-C8C8-D246-9B07A9F44CFB}"/>
          </ac:spMkLst>
        </pc:spChg>
        <pc:spChg chg="mod">
          <ac:chgData name="Kaixin Zeng" userId="S::kzeng6@jh.edu::27805093-4303-4316-9da5-30560062ae6f" providerId="AD" clId="Web-{816CFA10-CCA4-B0BD-AB93-ECF4B211788E}" dt="2025-12-04T03:51:07.598" v="21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Kaixin Zeng" userId="S::kzeng6@jh.edu::27805093-4303-4316-9da5-30560062ae6f" providerId="AD" clId="Web-{816CFA10-CCA4-B0BD-AB93-ECF4B211788E}" dt="2025-12-04T03:23:10.081" v="160" actId="1076"/>
          <ac:spMkLst>
            <pc:docMk/>
            <pc:sldMk cId="0" sldId="261"/>
            <ac:spMk id="10" creationId="{00000000-0000-0000-0000-000000000000}"/>
          </ac:spMkLst>
        </pc:spChg>
        <pc:spChg chg="add del">
          <ac:chgData name="Kaixin Zeng" userId="S::kzeng6@jh.edu::27805093-4303-4316-9da5-30560062ae6f" providerId="AD" clId="Web-{816CFA10-CCA4-B0BD-AB93-ECF4B211788E}" dt="2025-12-04T03:51:25.848" v="223"/>
          <ac:spMkLst>
            <pc:docMk/>
            <pc:sldMk cId="0" sldId="261"/>
            <ac:spMk id="10" creationId="{292A36B3-C3C3-54AE-C22C-97D300593401}"/>
          </ac:spMkLst>
        </pc:spChg>
        <pc:spChg chg="mod">
          <ac:chgData name="Kaixin Zeng" userId="S::kzeng6@jh.edu::27805093-4303-4316-9da5-30560062ae6f" providerId="AD" clId="Web-{816CFA10-CCA4-B0BD-AB93-ECF4B211788E}" dt="2025-12-04T03:23:17.410" v="161" actId="1076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Kaixin Zeng" userId="S::kzeng6@jh.edu::27805093-4303-4316-9da5-30560062ae6f" providerId="AD" clId="Web-{816CFA10-CCA4-B0BD-AB93-ECF4B211788E}" dt="2025-12-04T03:23:29.787" v="172" actId="20577"/>
          <ac:spMkLst>
            <pc:docMk/>
            <pc:sldMk cId="0" sldId="261"/>
            <ac:spMk id="12" creationId="{BCC55FDA-15A8-3A30-C08B-C552B6CB9833}"/>
          </ac:spMkLst>
        </pc:spChg>
        <pc:spChg chg="add mod">
          <ac:chgData name="Kaixin Zeng" userId="S::kzeng6@jh.edu::27805093-4303-4316-9da5-30560062ae6f" providerId="AD" clId="Web-{816CFA10-CCA4-B0BD-AB93-ECF4B211788E}" dt="2025-12-04T03:23:39.835" v="173" actId="1076"/>
          <ac:spMkLst>
            <pc:docMk/>
            <pc:sldMk cId="0" sldId="261"/>
            <ac:spMk id="13" creationId="{8FABFE10-62C1-4C12-8FBA-8B15847EA455}"/>
          </ac:spMkLst>
        </pc:spChg>
        <pc:spChg chg="ord">
          <ac:chgData name="Kaixin Zeng" userId="S::kzeng6@jh.edu::27805093-4303-4316-9da5-30560062ae6f" providerId="AD" clId="Web-{816CFA10-CCA4-B0BD-AB93-ECF4B211788E}" dt="2025-12-04T03:42:03.716" v="208"/>
          <ac:spMkLst>
            <pc:docMk/>
            <pc:sldMk cId="0" sldId="261"/>
            <ac:spMk id="15" creationId="{ADB607DC-9732-51FF-C8B1-C83F62825AB3}"/>
          </ac:spMkLst>
        </pc:spChg>
        <pc:grpChg chg="add mod">
          <ac:chgData name="Kaixin Zeng" userId="S::kzeng6@jh.edu::27805093-4303-4316-9da5-30560062ae6f" providerId="AD" clId="Web-{816CFA10-CCA4-B0BD-AB93-ECF4B211788E}" dt="2025-12-04T03:42:22.046" v="209" actId="1076"/>
          <ac:grpSpMkLst>
            <pc:docMk/>
            <pc:sldMk cId="0" sldId="261"/>
            <ac:grpSpMk id="17" creationId="{4E8FEC14-7D96-4C8F-D8A1-8DD991AB040C}"/>
          </ac:grpSpMkLst>
        </pc:grpChg>
      </pc:sldChg>
      <pc:sldChg chg="modSp">
        <pc:chgData name="Kaixin Zeng" userId="S::kzeng6@jh.edu::27805093-4303-4316-9da5-30560062ae6f" providerId="AD" clId="Web-{816CFA10-CCA4-B0BD-AB93-ECF4B211788E}" dt="2025-12-04T03:41:09.774" v="204" actId="1076"/>
        <pc:sldMkLst>
          <pc:docMk/>
          <pc:sldMk cId="0" sldId="262"/>
        </pc:sldMkLst>
        <pc:spChg chg="mod">
          <ac:chgData name="Kaixin Zeng" userId="S::kzeng6@jh.edu::27805093-4303-4316-9da5-30560062ae6f" providerId="AD" clId="Web-{816CFA10-CCA4-B0BD-AB93-ECF4B211788E}" dt="2025-12-04T03:09:37.143" v="116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Kaixin Zeng" userId="S::kzeng6@jh.edu::27805093-4303-4316-9da5-30560062ae6f" providerId="AD" clId="Web-{816CFA10-CCA4-B0BD-AB93-ECF4B211788E}" dt="2025-12-04T03:09:29.502" v="11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Kaixin Zeng" userId="S::kzeng6@jh.edu::27805093-4303-4316-9da5-30560062ae6f" providerId="AD" clId="Web-{816CFA10-CCA4-B0BD-AB93-ECF4B211788E}" dt="2025-12-04T03:41:09.774" v="204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Kaixin Zeng" userId="S::kzeng6@jh.edu::27805093-4303-4316-9da5-30560062ae6f" providerId="AD" clId="Web-{816CFA10-CCA4-B0BD-AB93-ECF4B211788E}" dt="2025-12-04T03:11:26.523" v="117" actId="1076"/>
          <ac:spMkLst>
            <pc:docMk/>
            <pc:sldMk cId="0" sldId="262"/>
            <ac:spMk id="10" creationId="{00000000-0000-0000-0000-000000000000}"/>
          </ac:spMkLst>
        </pc:spChg>
      </pc:sldChg>
      <pc:sldChg chg="modSp">
        <pc:chgData name="Kaixin Zeng" userId="S::kzeng6@jh.edu::27805093-4303-4316-9da5-30560062ae6f" providerId="AD" clId="Web-{816CFA10-CCA4-B0BD-AB93-ECF4B211788E}" dt="2025-12-04T03:01:50.946" v="97" actId="1076"/>
        <pc:sldMkLst>
          <pc:docMk/>
          <pc:sldMk cId="0" sldId="276"/>
        </pc:sldMkLst>
        <pc:spChg chg="mod">
          <ac:chgData name="Kaixin Zeng" userId="S::kzeng6@jh.edu::27805093-4303-4316-9da5-30560062ae6f" providerId="AD" clId="Web-{816CFA10-CCA4-B0BD-AB93-ECF4B211788E}" dt="2025-12-04T03:01:50.946" v="97" actId="1076"/>
          <ac:spMkLst>
            <pc:docMk/>
            <pc:sldMk cId="0" sldId="276"/>
            <ac:spMk id="15" creationId="{00000000-0000-0000-0000-000000000000}"/>
          </ac:spMkLst>
        </pc:spChg>
      </pc:sldChg>
      <pc:sldChg chg="addSp delSp modSp">
        <pc:chgData name="Kaixin Zeng" userId="S::kzeng6@jh.edu::27805093-4303-4316-9da5-30560062ae6f" providerId="AD" clId="Web-{816CFA10-CCA4-B0BD-AB93-ECF4B211788E}" dt="2025-12-04T03:01:44.820" v="96" actId="1076"/>
        <pc:sldMkLst>
          <pc:docMk/>
          <pc:sldMk cId="3604092540" sldId="279"/>
        </pc:sldMkLst>
        <pc:spChg chg="mod">
          <ac:chgData name="Kaixin Zeng" userId="S::kzeng6@jh.edu::27805093-4303-4316-9da5-30560062ae6f" providerId="AD" clId="Web-{816CFA10-CCA4-B0BD-AB93-ECF4B211788E}" dt="2025-12-04T02:56:16.103" v="35" actId="20577"/>
          <ac:spMkLst>
            <pc:docMk/>
            <pc:sldMk cId="3604092540" sldId="279"/>
            <ac:spMk id="10" creationId="{D34A8408-B883-47AC-AC8F-F159AF87F906}"/>
          </ac:spMkLst>
        </pc:spChg>
        <pc:spChg chg="mod">
          <ac:chgData name="Kaixin Zeng" userId="S::kzeng6@jh.edu::27805093-4303-4316-9da5-30560062ae6f" providerId="AD" clId="Web-{816CFA10-CCA4-B0BD-AB93-ECF4B211788E}" dt="2025-12-04T02:53:13.694" v="5" actId="20577"/>
          <ac:spMkLst>
            <pc:docMk/>
            <pc:sldMk cId="3604092540" sldId="279"/>
            <ac:spMk id="14" creationId="{9651A071-CA2A-A984-7074-6EA82498A1CC}"/>
          </ac:spMkLst>
        </pc:spChg>
        <pc:spChg chg="mod">
          <ac:chgData name="Kaixin Zeng" userId="S::kzeng6@jh.edu::27805093-4303-4316-9da5-30560062ae6f" providerId="AD" clId="Web-{816CFA10-CCA4-B0BD-AB93-ECF4B211788E}" dt="2025-12-04T03:01:44.820" v="96" actId="1076"/>
          <ac:spMkLst>
            <pc:docMk/>
            <pc:sldMk cId="3604092540" sldId="279"/>
            <ac:spMk id="15" creationId="{BAEBEAA3-67B8-21A5-7DFB-30371FA1EF87}"/>
          </ac:spMkLst>
        </pc:spChg>
        <pc:spChg chg="mod">
          <ac:chgData name="Kaixin Zeng" userId="S::kzeng6@jh.edu::27805093-4303-4316-9da5-30560062ae6f" providerId="AD" clId="Web-{816CFA10-CCA4-B0BD-AB93-ECF4B211788E}" dt="2025-12-04T02:59:34.909" v="62" actId="1076"/>
          <ac:spMkLst>
            <pc:docMk/>
            <pc:sldMk cId="3604092540" sldId="279"/>
            <ac:spMk id="16" creationId="{7E185599-5582-13A4-349C-03A9F3AFC317}"/>
          </ac:spMkLst>
        </pc:spChg>
        <pc:spChg chg="del mod">
          <ac:chgData name="Kaixin Zeng" userId="S::kzeng6@jh.edu::27805093-4303-4316-9da5-30560062ae6f" providerId="AD" clId="Web-{816CFA10-CCA4-B0BD-AB93-ECF4B211788E}" dt="2025-12-04T02:54:47.852" v="14"/>
          <ac:spMkLst>
            <pc:docMk/>
            <pc:sldMk cId="3604092540" sldId="279"/>
            <ac:spMk id="18" creationId="{E17E164B-21F4-A96A-70B9-116BAC66F286}"/>
          </ac:spMkLst>
        </pc:spChg>
        <pc:spChg chg="add del mod">
          <ac:chgData name="Kaixin Zeng" userId="S::kzeng6@jh.edu::27805093-4303-4316-9da5-30560062ae6f" providerId="AD" clId="Web-{816CFA10-CCA4-B0BD-AB93-ECF4B211788E}" dt="2025-12-04T02:55:41.494" v="25"/>
          <ac:spMkLst>
            <pc:docMk/>
            <pc:sldMk cId="3604092540" sldId="279"/>
            <ac:spMk id="22" creationId="{CF4FD49C-1427-0400-1E6B-DC4DC7DA0FD4}"/>
          </ac:spMkLst>
        </pc:spChg>
        <pc:spChg chg="add del mod">
          <ac:chgData name="Kaixin Zeng" userId="S::kzeng6@jh.edu::27805093-4303-4316-9da5-30560062ae6f" providerId="AD" clId="Web-{816CFA10-CCA4-B0BD-AB93-ECF4B211788E}" dt="2025-12-04T02:59:43.862" v="66"/>
          <ac:spMkLst>
            <pc:docMk/>
            <pc:sldMk cId="3604092540" sldId="279"/>
            <ac:spMk id="27" creationId="{E7182F31-83C0-A721-978E-990A22336C5B}"/>
          </ac:spMkLst>
        </pc:spChg>
        <pc:spChg chg="add mod">
          <ac:chgData name="Kaixin Zeng" userId="S::kzeng6@jh.edu::27805093-4303-4316-9da5-30560062ae6f" providerId="AD" clId="Web-{816CFA10-CCA4-B0BD-AB93-ECF4B211788E}" dt="2025-12-04T03:01:40.789" v="95" actId="1076"/>
          <ac:spMkLst>
            <pc:docMk/>
            <pc:sldMk cId="3604092540" sldId="279"/>
            <ac:spMk id="31" creationId="{A420CC95-9031-0109-44C3-8E62F7027E07}"/>
          </ac:spMkLst>
        </pc:spChg>
        <pc:spChg chg="add mod">
          <ac:chgData name="Kaixin Zeng" userId="S::kzeng6@jh.edu::27805093-4303-4316-9da5-30560062ae6f" providerId="AD" clId="Web-{816CFA10-CCA4-B0BD-AB93-ECF4B211788E}" dt="2025-12-04T03:01:18.866" v="91" actId="1076"/>
          <ac:spMkLst>
            <pc:docMk/>
            <pc:sldMk cId="3604092540" sldId="279"/>
            <ac:spMk id="32" creationId="{7CC2CB3E-55F8-BAC7-BB47-57681BAA499E}"/>
          </ac:spMkLst>
        </pc:spChg>
        <pc:grpChg chg="mod">
          <ac:chgData name="Kaixin Zeng" userId="S::kzeng6@jh.edu::27805093-4303-4316-9da5-30560062ae6f" providerId="AD" clId="Web-{816CFA10-CCA4-B0BD-AB93-ECF4B211788E}" dt="2025-12-04T03:01:23.570" v="94" actId="1076"/>
          <ac:grpSpMkLst>
            <pc:docMk/>
            <pc:sldMk cId="3604092540" sldId="279"/>
            <ac:grpSpMk id="3" creationId="{ECBA39ED-582D-736A-FC64-C31BB511D46A}"/>
          </ac:grpSpMkLst>
        </pc:grpChg>
        <pc:grpChg chg="mod">
          <ac:chgData name="Kaixin Zeng" userId="S::kzeng6@jh.edu::27805093-4303-4316-9da5-30560062ae6f" providerId="AD" clId="Web-{816CFA10-CCA4-B0BD-AB93-ECF4B211788E}" dt="2025-12-04T03:01:22.226" v="93" actId="1076"/>
          <ac:grpSpMkLst>
            <pc:docMk/>
            <pc:sldMk cId="3604092540" sldId="279"/>
            <ac:grpSpMk id="11" creationId="{3D35A4AB-89BC-DA4E-8A12-7CDE4A5F0808}"/>
          </ac:grpSpMkLst>
        </pc:grpChg>
        <pc:grpChg chg="add mod">
          <ac:chgData name="Kaixin Zeng" userId="S::kzeng6@jh.edu::27805093-4303-4316-9da5-30560062ae6f" providerId="AD" clId="Web-{816CFA10-CCA4-B0BD-AB93-ECF4B211788E}" dt="2025-12-04T03:01:21.116" v="92" actId="1076"/>
          <ac:grpSpMkLst>
            <pc:docMk/>
            <pc:sldMk cId="3604092540" sldId="279"/>
            <ac:grpSpMk id="28" creationId="{CFB6ADFB-47C2-892F-CDE3-7EF902374E27}"/>
          </ac:grpSpMkLst>
        </pc:grpChg>
        <pc:graphicFrameChg chg="add del mod">
          <ac:chgData name="Kaixin Zeng" userId="S::kzeng6@jh.edu::27805093-4303-4316-9da5-30560062ae6f" providerId="AD" clId="Web-{816CFA10-CCA4-B0BD-AB93-ECF4B211788E}" dt="2025-12-04T02:54:59.258" v="16"/>
          <ac:graphicFrameMkLst>
            <pc:docMk/>
            <pc:sldMk cId="3604092540" sldId="279"/>
            <ac:graphicFrameMk id="19" creationId="{7859A8F8-9437-53B0-969F-1D2311089367}"/>
          </ac:graphicFrameMkLst>
        </pc:graphicFrameChg>
        <pc:graphicFrameChg chg="add del mod">
          <ac:chgData name="Kaixin Zeng" userId="S::kzeng6@jh.edu::27805093-4303-4316-9da5-30560062ae6f" providerId="AD" clId="Web-{816CFA10-CCA4-B0BD-AB93-ECF4B211788E}" dt="2025-12-04T02:54:49.774" v="15"/>
          <ac:graphicFrameMkLst>
            <pc:docMk/>
            <pc:sldMk cId="3604092540" sldId="279"/>
            <ac:graphicFrameMk id="21" creationId="{02061044-A12D-509F-2469-AA6BE2976503}"/>
          </ac:graphicFrameMkLst>
        </pc:graphicFrameChg>
        <pc:graphicFrameChg chg="add del mod">
          <ac:chgData name="Kaixin Zeng" userId="S::kzeng6@jh.edu::27805093-4303-4316-9da5-30560062ae6f" providerId="AD" clId="Web-{816CFA10-CCA4-B0BD-AB93-ECF4B211788E}" dt="2025-12-04T02:56:19.838" v="37"/>
          <ac:graphicFrameMkLst>
            <pc:docMk/>
            <pc:sldMk cId="3604092540" sldId="279"/>
            <ac:graphicFrameMk id="24" creationId="{202E359D-9589-0181-354A-938EDACAB3DD}"/>
          </ac:graphicFrameMkLst>
        </pc:graphicFrameChg>
        <pc:graphicFrameChg chg="add del mod">
          <ac:chgData name="Kaixin Zeng" userId="S::kzeng6@jh.edu::27805093-4303-4316-9da5-30560062ae6f" providerId="AD" clId="Web-{816CFA10-CCA4-B0BD-AB93-ECF4B211788E}" dt="2025-12-04T02:56:17.572" v="36"/>
          <ac:graphicFrameMkLst>
            <pc:docMk/>
            <pc:sldMk cId="3604092540" sldId="279"/>
            <ac:graphicFrameMk id="26" creationId="{5CFAC8B0-8D5D-7BAD-D113-D0610382632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A0E4F-A81A-3E41-8752-3DAE282FDB0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CEA1-D38C-D84A-AB31-19A9DE86A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91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"Good morning Crystal, and thank you for having us. We are excited to present the ultimate Go-to-Market strategy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Over the past few weeks, our team has dug deep into the music education landscape. We’ve moved beyond just assumptions; we’ve validated our findings through direct interviews and surveys at the Peabody Institute. Today, we will show you how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bridge the gap between innovation and traditional practice to capture a significant share of the music technology market."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9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started by asking: Why is this product necessary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 We interviewed 25 musicians, and 16 of them identified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 and scarcity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their primary barriers. Currently, if a student wants to practice a concerto, they face two bad options: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Costs: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Hiring a medium-sized live orchestra costs between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$600 and $1,200 per hour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That is simply inaccessible for daily practice.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Quality: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They resort to static backing tracks that don't listen or adapt. As one jazz student told us, these tracks force the musician to follow a robot, rather than leading the performance.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solves this by being the affordable, responsive alternative."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1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266E8-6494-8C03-03B6-2CC8C12A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C7D20-5961-B175-2159-DD4AE2403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891C7-050A-69C2-4547-BAB21FBD6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started by asking: Why is this product necessary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 We interviewed 25 musicians, and 16 of them identified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 and scarcity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their primary barriers. Currently, if a student wants to practice a concerto, they face two bad options: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Costs: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Hiring a medium-sized live orchestra costs between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$600 and $1,200 per hour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That is simply inaccessible for daily practice.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Quality: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They resort to static backing tracks that don't listen or adapt. As one jazz student told us, these tracks force the musician to follow a robot, rather than leading the performance.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solves this by being the affordable, responsive alternative."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F37-C97F-11D2-E83D-F2ED3DF74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4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 real, and the market opportunity is massive. While we are launching our pilot at conservatories like Peabody, our analysis shows that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K-12 and Individual Learner segments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represent our largest scaling opportunities, valued between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$500 million and $1 billion each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The online music education market is currently growing at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CAGR of 10.5%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faster than the traditional instrument market. This confirms that the industry is shifting toward digital-first solutions,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positioned to catch this wave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9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capture this market, we have identified three distinct customer segments that interact with our platform differently: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Who need affordable, on-demand practice partners.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Teachers: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Who need tools to assign practice and track progress.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Who need a cost-effective alternative to hiring live accompanists for every rehearsal. Our strategy addresses the specific needs of all three.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78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didn't just guess what these segments wanted; we asked them. We conducted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 interviews and 34 surveys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primarily at Peabody. The validation was strong: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85% of students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indicated they are willing to pay our proposed price point of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$12.99/month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of respondents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demanded real-time responsiveness. If the AI doesn't adapt to their tempo, they won't use it.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81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54E8-E91B-6419-E05E-467F5C43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D15A3-B579-86F4-6F2A-0CE1AF9AB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7677C-936F-6FF4-82FD-F5B94C342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8B3FE-909B-A4B1-D9AF-C7A6B3FCA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79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54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90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C8E9-8C33-C19D-3C09-A16C56E0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93E9B-605D-9BC0-EAB9-73324AD0B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E0B8F-E607-8376-C4A8-A48DA62C7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would be selecting the pricing based on their needs. Based on the features they want to utilize from </a:t>
            </a:r>
            <a:r>
              <a:rPr lang="en-US" dirty="0" err="1"/>
              <a:t>karaorchee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FEC2-AB89-F831-36CF-DAB547B7E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43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6753-79AE-06FE-6661-6DF466EB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06C63-EF93-75A1-C73C-60D9CDBBD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A8B2D-D944-4557-1F9E-7C3857DD4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Customers would be selecting the pricing based on their needs. Based on the features they want to utilize from </a:t>
            </a:r>
            <a:r>
              <a:rPr lang="en-US" err="1"/>
              <a:t>karaorchee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4D7B1-B2A9-6DA7-3D73-17AD95674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5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7650-6EA1-ADE3-C934-27AC2DDE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B5E30-813A-8823-0FDB-94C57F055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8B271-8D08-66C1-CDA3-458F9874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finish the pilot, our short-term focus is strategic: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Prioritization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are stabilizing the core AI and then integrating the highest-value features that were demanded by our customers to drive retention and institutional buy-in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FBB-E1DB-13A4-4B33-26625CD7D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07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4651-DC68-2A6C-1727-06036553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6EA5B-5F16-6965-44E3-6172CC76B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FE965-C0A6-8151-D256-A66F1A8BB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Orchestral Trackbacking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 of the basic backing track that is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 static  tracks into dynamic ensemble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League Spartan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Next the The core feature here is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Multitrack Control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essential for quality control in high-level practice. A musician can selectively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mute, solo, or adjust the volume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instrument sections—for example, isolating the flute line or practicing against only the rhythm section.</a:t>
            </a: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High-Level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Rehearsal: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."This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directly enables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high-level rehearsal tasks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were previously only possible with a live orchestra—which, as we noted, costs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$600 to $1,200 per hour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feature alone justifies our subscription model by providing that access affordably.”</a:t>
            </a: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Jumps Retention: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offering this depth of control, we significantly deepen the musician's engagement. This moves us beyond simple tempo-matching and is a key driver for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B2C retention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achieving long-term user satisfaction."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A63F6-A6D6-E1FB-F557-B300AD4C9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80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1BB0-CFF3-417F-8B5E-CA93637F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89A69-4F21-C4D8-EC83-2535906A5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1E9E2-2770-14C9-6CE8-977582EE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Annotation Music Sharing is strategically designed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facilitate the feedback loop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 most time-consuming part of a music teacher's day. It allows faculty to mark up a digital score with dynamic changes or notes, and then share that annotated version directly with the student.”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for B2B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Adoption:This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our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feature for B2B institutional adoption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embeds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faculty's daily workflow for assignments and assessment, moving us beyond being a mere practice tool to an essential teaching utility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Drives Consensus: His feature directly addresses the key finding that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Administrators require a wide range of consensus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faculty. By making the teachers' lives easier, we turn them into champions who advocate for the platform, which accelerates the slow institutional sales cycle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Strengthens IP: As a long-term benefit, the notes and customized arrangements stay within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ecosystem, strengthening our content library and creating defensible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Intellectual Property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tied to our platform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29E9-D190-539E-A37D-960CC4826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5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7D79-9739-311C-120B-CDE80B2A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891C1-D83A-880D-2F50-246A111B2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AC1B7-145C-E85A-6911-5EB482781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"Automatic Music Sheet Scrolling is a crucial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quality-of-life feature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enables a truly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hands-free experience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removes the physical necessity of turning pages, which is a major point of friction for musicians trying to maintain concentration.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 with AI: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."This feature is integrated directly with our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AI's real-time tempo data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system doesn't scroll at a fixed pace; it adapts to the musician's tempo changes, including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pauses, accelerations, and decelerations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Focus &amp; Immersion: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."By minimizing interruptions and maintaining flow, this feature significantly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the musician's focus and immersion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essential for continuous, high-level rehearsal and strongly supports user retention, making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preferred tool over simple PDFs or static players.”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Core Value: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."Ultimately, this feature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reinforces our core product value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seamless practice partner that listens and adapts. The scrolling becomes an invisible, expected utility that solidifies our premium position in the market."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F6B4-0597-095F-2182-B155F46F4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98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"Looking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long-term, our strategy is built around three interdependent pillars: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Community, Monetization, and Expansion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plan moves us from a regional pilot project to a globally scalable music tech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enterprise."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Music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long-term scalability depends on cultivating an active and self-sustaining user community. This means building a space where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students, alumni, teachers, and creators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interact, share practice tips, and engage with new arrangements. By fostering this ecosystem, we reduce our customer acquisition costs and build a strong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effect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making the platform increasingly valuable as more people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join."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Monetization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(Creator Marketplace Focus)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"Our monetization strategy moves beyond B2C subscriptions and institutional licensing to focus on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Creator Marketplace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our content scaling solution. We will incentivize teachers and composers to upload and sell their custom orchestrations and arrangements. This crowdsources our library expansion, and our proposed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70/30 revenue share (70% to the creator)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designed to be highly competitive, attracting the best talent and generating a substantial, diversified revenue stream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KaraOrchee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 (Targeted Scaling)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"Finally, our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plan is targeted and disciplined. After the successful pilot, we will scale nationally, focusing on universities and K-12 schools with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music program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the Peabody Institute. This allows us to reuse our marketing and sales blueprints for maximum efficiency. Concurrently, we will seek strategic, global partnerships with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music publishers and technology companies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accelerate our reach into the $1 billion-plus international individual learner market."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94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5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CEA1-D38C-D84A-AB31-19A9DE86AAE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72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55580" y="2547263"/>
            <a:ext cx="5192473" cy="51924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E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90180" y="3854185"/>
            <a:ext cx="15730177" cy="2483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5"/>
              </a:lnSpc>
            </a:pPr>
            <a:endParaRPr sz="8800" dirty="0"/>
          </a:p>
          <a:p>
            <a:pPr algn="l">
              <a:lnSpc>
                <a:spcPts val="10334"/>
              </a:lnSpc>
            </a:pPr>
            <a:r>
              <a:rPr lang="en-US" sz="88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KARAORCHEE.INC</a:t>
            </a:r>
          </a:p>
        </p:txBody>
      </p:sp>
      <p:sp>
        <p:nvSpPr>
          <p:cNvPr id="6" name="Freeform 6"/>
          <p:cNvSpPr/>
          <p:nvPr/>
        </p:nvSpPr>
        <p:spPr>
          <a:xfrm>
            <a:off x="10819284" y="1335865"/>
            <a:ext cx="1359907" cy="1146589"/>
          </a:xfrm>
          <a:custGeom>
            <a:avLst/>
            <a:gdLst/>
            <a:ahLst/>
            <a:cxnLst/>
            <a:rect l="l" t="t" r="r" b="b"/>
            <a:pathLst>
              <a:path w="1359907" h="1146589">
                <a:moveTo>
                  <a:pt x="0" y="0"/>
                </a:moveTo>
                <a:lnTo>
                  <a:pt x="1359908" y="0"/>
                </a:lnTo>
                <a:lnTo>
                  <a:pt x="1359908" y="1146589"/>
                </a:lnTo>
                <a:lnTo>
                  <a:pt x="0" y="1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665962" y="1247544"/>
            <a:ext cx="4753830" cy="1323231"/>
          </a:xfrm>
          <a:custGeom>
            <a:avLst/>
            <a:gdLst/>
            <a:ahLst/>
            <a:cxnLst/>
            <a:rect l="l" t="t" r="r" b="b"/>
            <a:pathLst>
              <a:path w="4753830" h="1323231">
                <a:moveTo>
                  <a:pt x="0" y="0"/>
                </a:moveTo>
                <a:lnTo>
                  <a:pt x="4753830" y="0"/>
                </a:lnTo>
                <a:lnTo>
                  <a:pt x="4753830" y="1323231"/>
                </a:lnTo>
                <a:lnTo>
                  <a:pt x="0" y="1323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301162" y="266700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00 Month, 2030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07354" y="266700"/>
            <a:ext cx="83232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#01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760707" y="9134979"/>
            <a:ext cx="10306645" cy="83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Devothama Gundugurki Narasimhamurthy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2372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42877" y="9134979"/>
            <a:ext cx="3006123" cy="83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Kaixin Zeng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2372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049000" y="9134979"/>
            <a:ext cx="3006123" cy="83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Billy Presume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2372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46576" y="9134979"/>
            <a:ext cx="3006123" cy="83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Wandong Zhang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2372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090180" y="4059842"/>
            <a:ext cx="11829887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 To Market Strategy and path to Competitive market for 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0B83CB8D-1BCE-0ADC-5152-E1643094362F}"/>
              </a:ext>
            </a:extLst>
          </p:cNvPr>
          <p:cNvSpPr txBox="1"/>
          <p:nvPr/>
        </p:nvSpPr>
        <p:spPr>
          <a:xfrm>
            <a:off x="16843137" y="312964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320" y="285750"/>
            <a:ext cx="528474" cy="528474"/>
          </a:xfrm>
          <a:custGeom>
            <a:avLst/>
            <a:gdLst/>
            <a:ahLst/>
            <a:cxnLst/>
            <a:rect l="l" t="t" r="r" b="b"/>
            <a:pathLst>
              <a:path w="528474" h="528474">
                <a:moveTo>
                  <a:pt x="0" y="0"/>
                </a:moveTo>
                <a:lnTo>
                  <a:pt x="528475" y="0"/>
                </a:lnTo>
                <a:lnTo>
                  <a:pt x="528475" y="528474"/>
                </a:lnTo>
                <a:lnTo>
                  <a:pt x="0" y="52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08959" y="377585"/>
            <a:ext cx="19789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AFAF7"/>
                </a:solidFill>
                <a:latin typeface="Garet Bold"/>
                <a:ea typeface="Garet Bold"/>
                <a:cs typeface="Garet Bold"/>
                <a:sym typeface="Garet Bold"/>
              </a:rPr>
              <a:t>YOUR LOGO.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#03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5878" y="896344"/>
            <a:ext cx="1727098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60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2220" y="2705100"/>
            <a:ext cx="17830257" cy="6326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 Musicians Face</a:t>
            </a: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Opportunity</a:t>
            </a: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Segments</a:t>
            </a: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Discovery Outcomes</a:t>
            </a: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Competitors Comparison</a:t>
            </a: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>
              <a:lnSpc>
                <a:spcPts val="4479"/>
              </a:lnSpc>
              <a:spcBef>
                <a:spcPct val="0"/>
              </a:spcBef>
              <a:buAutoNum type="arabicPeriod"/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Makes </a:t>
            </a: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KaraOrchee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Different</a:t>
            </a:r>
          </a:p>
        </p:txBody>
      </p:sp>
      <p:sp>
        <p:nvSpPr>
          <p:cNvPr id="9" name="Freeform 9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80C12E5A-FD53-A2CB-9C15-47DE4EFA7355}"/>
              </a:ext>
            </a:extLst>
          </p:cNvPr>
          <p:cNvSpPr txBox="1"/>
          <p:nvPr/>
        </p:nvSpPr>
        <p:spPr>
          <a:xfrm>
            <a:off x="16843137" y="312964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#02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11E9CB0-915B-E35A-9E2A-BAE7ACCEC585}"/>
              </a:ext>
            </a:extLst>
          </p:cNvPr>
          <p:cNvSpPr txBox="1"/>
          <p:nvPr/>
        </p:nvSpPr>
        <p:spPr>
          <a:xfrm>
            <a:off x="11353800" y="2708189"/>
            <a:ext cx="17830257" cy="401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 Go to Market Strategy</a:t>
            </a:r>
          </a:p>
          <a:p>
            <a:pPr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 Implementation Strategy</a:t>
            </a:r>
          </a:p>
          <a:p>
            <a:pPr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9. Risks &amp; Mitigations</a:t>
            </a:r>
          </a:p>
          <a:p>
            <a:pPr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10. </a:t>
            </a: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bright future</a:t>
            </a: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E353B-DA81-5240-C030-945772DA0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4865C2-7CE2-2C67-C101-CC7EB42FF5CF}"/>
              </a:ext>
            </a:extLst>
          </p:cNvPr>
          <p:cNvSpPr/>
          <p:nvPr/>
        </p:nvSpPr>
        <p:spPr>
          <a:xfrm>
            <a:off x="848320" y="285750"/>
            <a:ext cx="528474" cy="528474"/>
          </a:xfrm>
          <a:custGeom>
            <a:avLst/>
            <a:gdLst/>
            <a:ahLst/>
            <a:cxnLst/>
            <a:rect l="l" t="t" r="r" b="b"/>
            <a:pathLst>
              <a:path w="528474" h="528474">
                <a:moveTo>
                  <a:pt x="0" y="0"/>
                </a:moveTo>
                <a:lnTo>
                  <a:pt x="528475" y="0"/>
                </a:lnTo>
                <a:lnTo>
                  <a:pt x="528475" y="528474"/>
                </a:lnTo>
                <a:lnTo>
                  <a:pt x="0" y="52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15C5FA8-A93B-A61A-760F-D1AFCB41A641}"/>
              </a:ext>
            </a:extLst>
          </p:cNvPr>
          <p:cNvSpPr txBox="1"/>
          <p:nvPr/>
        </p:nvSpPr>
        <p:spPr>
          <a:xfrm>
            <a:off x="1508959" y="377585"/>
            <a:ext cx="19789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AFAF7"/>
                </a:solidFill>
                <a:latin typeface="Garet Bold"/>
                <a:ea typeface="Garet Bold"/>
                <a:cs typeface="Garet Bold"/>
                <a:sym typeface="Garet Bold"/>
              </a:rPr>
              <a:t>YOUR LOGO.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ADD41C-ABC1-C749-16F7-DDF4DE209D78}"/>
              </a:ext>
            </a:extLst>
          </p:cNvPr>
          <p:cNvSpPr txBox="1"/>
          <p:nvPr/>
        </p:nvSpPr>
        <p:spPr>
          <a:xfrm>
            <a:off x="16607354" y="266700"/>
            <a:ext cx="83232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#03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83D619-7377-CBD3-D76F-EC4279812366}"/>
              </a:ext>
            </a:extLst>
          </p:cNvPr>
          <p:cNvSpPr txBox="1"/>
          <p:nvPr/>
        </p:nvSpPr>
        <p:spPr>
          <a:xfrm>
            <a:off x="312927" y="1944198"/>
            <a:ext cx="17270981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 Musicians Face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B08882-C78C-CE8A-D4C7-EC84E5DF3A3F}"/>
              </a:ext>
            </a:extLst>
          </p:cNvPr>
          <p:cNvSpPr txBox="1"/>
          <p:nvPr/>
        </p:nvSpPr>
        <p:spPr>
          <a:xfrm>
            <a:off x="349998" y="4010498"/>
            <a:ext cx="17830257" cy="1133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 musicians out of 25 interviewed expressed strong experience regarding </a:t>
            </a:r>
            <a:r>
              <a:rPr lang="en-US" sz="3199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scheduling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and </a:t>
            </a:r>
            <a:r>
              <a:rPr lang="en-US" sz="3199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scarcity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barriers with live accompanists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041B16-D04C-CD52-6858-38E79CFE0403}"/>
              </a:ext>
            </a:extLst>
          </p:cNvPr>
          <p:cNvSpPr txBox="1"/>
          <p:nvPr/>
        </p:nvSpPr>
        <p:spPr>
          <a:xfrm>
            <a:off x="-762000" y="6134100"/>
            <a:ext cx="15697200" cy="1133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199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 Costs : </a:t>
            </a: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Orchestras cost $600-$1,200/hour (30 musicians)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CC8B40-94D3-DB13-F7DF-6024D7A294C4}"/>
              </a:ext>
            </a:extLst>
          </p:cNvPr>
          <p:cNvSpPr txBox="1"/>
          <p:nvPr/>
        </p:nvSpPr>
        <p:spPr>
          <a:xfrm>
            <a:off x="-1447800" y="7714085"/>
            <a:ext cx="15316627" cy="2287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15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 Quality :</a:t>
            </a:r>
            <a:r>
              <a:rPr lang="en-US" sz="31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Static backing tracks lack responsiveness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98A059A-96D0-DA4E-CFD4-948E8D9B4D3B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D63955B-3A33-DA16-8A19-47C6FEE87BFB}"/>
              </a:ext>
            </a:extLst>
          </p:cNvPr>
          <p:cNvSpPr txBox="1"/>
          <p:nvPr/>
        </p:nvSpPr>
        <p:spPr>
          <a:xfrm>
            <a:off x="16843137" y="312964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03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7964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741" y="1153518"/>
            <a:ext cx="15943613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Opportunity </a:t>
            </a:r>
          </a:p>
          <a:p>
            <a:pPr algn="l">
              <a:lnSpc>
                <a:spcPts val="8799"/>
              </a:lnSpc>
            </a:pPr>
            <a:endParaRPr lang="en-US" sz="8799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838200" y="3476625"/>
            <a:ext cx="11810184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K-12 Schools: </a:t>
            </a: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$500M-$1B (54,000 schools)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152400" y="7621348"/>
            <a:ext cx="11097965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Individual Learners: </a:t>
            </a: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$500M-$1B (12.4M users)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1066800" y="6206025"/>
            <a:ext cx="12572184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Universities:</a:t>
            </a: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$500M-$1B (4,200 institutions)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609600" y="4805709"/>
            <a:ext cx="12343584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Conservatories:</a:t>
            </a: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$300-400M (1,600 academies)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3741" y="1200150"/>
            <a:ext cx="15943613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Segments</a:t>
            </a:r>
          </a:p>
        </p:txBody>
      </p:sp>
      <p:sp>
        <p:nvSpPr>
          <p:cNvPr id="5" name="Freeform 5"/>
          <p:cNvSpPr/>
          <p:nvPr/>
        </p:nvSpPr>
        <p:spPr>
          <a:xfrm>
            <a:off x="860662" y="8000663"/>
            <a:ext cx="16359776" cy="1707404"/>
          </a:xfrm>
          <a:custGeom>
            <a:avLst/>
            <a:gdLst/>
            <a:ahLst/>
            <a:cxnLst/>
            <a:rect l="l" t="t" r="r" b="b"/>
            <a:pathLst>
              <a:path w="16359776" h="1707404">
                <a:moveTo>
                  <a:pt x="0" y="0"/>
                </a:moveTo>
                <a:lnTo>
                  <a:pt x="16359777" y="0"/>
                </a:lnTo>
                <a:lnTo>
                  <a:pt x="16359777" y="1707404"/>
                </a:lnTo>
                <a:lnTo>
                  <a:pt x="0" y="170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472" b="-164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56543" y="5601982"/>
            <a:ext cx="16359776" cy="1707404"/>
          </a:xfrm>
          <a:custGeom>
            <a:avLst/>
            <a:gdLst/>
            <a:ahLst/>
            <a:cxnLst/>
            <a:rect l="l" t="t" r="r" b="b"/>
            <a:pathLst>
              <a:path w="16359776" h="1707404">
                <a:moveTo>
                  <a:pt x="0" y="0"/>
                </a:moveTo>
                <a:lnTo>
                  <a:pt x="16359777" y="0"/>
                </a:lnTo>
                <a:lnTo>
                  <a:pt x="16359777" y="1707404"/>
                </a:lnTo>
                <a:lnTo>
                  <a:pt x="0" y="170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472" b="-16472"/>
            </a:stretch>
          </a:blipFill>
        </p:spPr>
        <p:txBody>
          <a:bodyPr/>
          <a:lstStyle/>
          <a:p>
            <a:endParaRPr lang="en-US">
              <a:solidFill>
                <a:srgbClr val="FF6E26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80894" y="6372154"/>
            <a:ext cx="4763093" cy="67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099" dirty="0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TEACHERS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DC2504A3-7EB9-3FC4-4803-6EA4EDBE7B65}"/>
              </a:ext>
            </a:extLst>
          </p:cNvPr>
          <p:cNvSpPr/>
          <p:nvPr/>
        </p:nvSpPr>
        <p:spPr>
          <a:xfrm>
            <a:off x="834131" y="2938533"/>
            <a:ext cx="16359776" cy="1707404"/>
          </a:xfrm>
          <a:custGeom>
            <a:avLst/>
            <a:gdLst/>
            <a:ahLst/>
            <a:cxnLst/>
            <a:rect l="l" t="t" r="r" b="b"/>
            <a:pathLst>
              <a:path w="16359776" h="1707404">
                <a:moveTo>
                  <a:pt x="0" y="0"/>
                </a:moveTo>
                <a:lnTo>
                  <a:pt x="16359777" y="0"/>
                </a:lnTo>
                <a:lnTo>
                  <a:pt x="16359777" y="1707404"/>
                </a:lnTo>
                <a:lnTo>
                  <a:pt x="0" y="170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472" b="-16472"/>
            </a:stretch>
          </a:blipFill>
        </p:spPr>
        <p:txBody>
          <a:bodyPr/>
          <a:lstStyle/>
          <a:p>
            <a:endParaRPr lang="en-US" dirty="0">
              <a:solidFill>
                <a:srgbClr val="FF6E26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254000" y="3735461"/>
            <a:ext cx="7213618" cy="67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099" dirty="0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10762" y="8750618"/>
            <a:ext cx="5503356" cy="67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099" dirty="0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INSTITUTIONS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55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06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  <a:p>
            <a:pPr algn="r">
              <a:lnSpc>
                <a:spcPts val="2240"/>
              </a:lnSpc>
            </a:pP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741" y="606280"/>
            <a:ext cx="15943613" cy="398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7200" spc="-302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Discovery Outcomes</a:t>
            </a:r>
          </a:p>
          <a:p>
            <a:pPr algn="l">
              <a:lnSpc>
                <a:spcPts val="9936"/>
              </a:lnSpc>
            </a:pPr>
            <a:r>
              <a:rPr lang="en-US" sz="7200" spc="-302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(23 Interviews + 34 Surveys)</a:t>
            </a:r>
          </a:p>
          <a:p>
            <a:pPr algn="l">
              <a:lnSpc>
                <a:spcPts val="12143"/>
              </a:lnSpc>
            </a:pPr>
            <a:endParaRPr lang="en-US" sz="7200" spc="-302" dirty="0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0210" y="5900456"/>
            <a:ext cx="18634589" cy="7521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Need of Scheduling and finding the partner</a:t>
            </a: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Lack of Responsive Backing Tracks</a:t>
            </a: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League Spartan"/>
              </a:rPr>
              <a:t>Difficulty maintaining motivation without ensemble interaction</a:t>
            </a: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Need of Automatic music note sharing  </a:t>
            </a: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zh-CN" altLang="en-US" sz="3200" dirty="0">
              <a:ea typeface="宋体"/>
              <a:cs typeface="Calibri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latin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4E8FEC14-7D96-4C8F-D8A1-8DD991AB040C}"/>
              </a:ext>
            </a:extLst>
          </p:cNvPr>
          <p:cNvGrpSpPr/>
          <p:nvPr/>
        </p:nvGrpSpPr>
        <p:grpSpPr>
          <a:xfrm>
            <a:off x="465264" y="3423260"/>
            <a:ext cx="7535736" cy="2089817"/>
            <a:chOff x="0" y="-19050"/>
            <a:chExt cx="993332" cy="425450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3348F920-F2EC-1903-9B88-E40E4D44863F}"/>
                </a:ext>
              </a:extLst>
            </p:cNvPr>
            <p:cNvSpPr/>
            <p:nvPr/>
          </p:nvSpPr>
          <p:spPr>
            <a:xfrm>
              <a:off x="0" y="0"/>
              <a:ext cx="993332" cy="406400"/>
            </a:xfrm>
            <a:custGeom>
              <a:avLst/>
              <a:gdLst/>
              <a:ahLst/>
              <a:cxnLst/>
              <a:rect l="l" t="t" r="r" b="b"/>
              <a:pathLst>
                <a:path w="993332" h="406400">
                  <a:moveTo>
                    <a:pt x="0" y="0"/>
                  </a:moveTo>
                  <a:lnTo>
                    <a:pt x="790132" y="0"/>
                  </a:lnTo>
                  <a:lnTo>
                    <a:pt x="993332" y="203200"/>
                  </a:lnTo>
                  <a:lnTo>
                    <a:pt x="7901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ADB607DC-9732-51FF-C8B1-C83F62825AB3}"/>
                </a:ext>
              </a:extLst>
            </p:cNvPr>
            <p:cNvSpPr txBox="1"/>
            <p:nvPr/>
          </p:nvSpPr>
          <p:spPr>
            <a:xfrm>
              <a:off x="177800" y="-19050"/>
              <a:ext cx="739332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2" name="TextBox 7">
            <a:extLst>
              <a:ext uri="{FF2B5EF4-FFF2-40B4-BE49-F238E27FC236}">
                <a16:creationId xmlns:a16="http://schemas.microsoft.com/office/drawing/2014/main" id="{BCC55FDA-15A8-3A30-C08B-C552B6CB9833}"/>
              </a:ext>
            </a:extLst>
          </p:cNvPr>
          <p:cNvSpPr txBox="1"/>
          <p:nvPr/>
        </p:nvSpPr>
        <p:spPr>
          <a:xfrm>
            <a:off x="-1676400" y="4152900"/>
            <a:ext cx="1196340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League Spartan"/>
                <a:sym typeface="League Spartan"/>
              </a:rPr>
              <a:t>Students</a:t>
            </a:r>
            <a:endParaRPr lang="zh-CN" altLang="en-US" sz="3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82F15-116F-5CD7-473E-8A790D71DEF1}"/>
              </a:ext>
            </a:extLst>
          </p:cNvPr>
          <p:cNvSpPr txBox="1"/>
          <p:nvPr/>
        </p:nvSpPr>
        <p:spPr>
          <a:xfrm>
            <a:off x="17348886" y="-889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149D9-99FE-5860-E0F5-363A746F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02E666-DAAD-8695-8FAF-AC3F658E278D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CD06315-F957-986F-D619-015385D749B5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4704A8-2322-B220-C26E-E6D4E4735AA2}"/>
              </a:ext>
            </a:extLst>
          </p:cNvPr>
          <p:cNvSpPr txBox="1"/>
          <p:nvPr/>
        </p:nvSpPr>
        <p:spPr>
          <a:xfrm>
            <a:off x="16607354" y="266700"/>
            <a:ext cx="832326" cy="55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#07</a:t>
            </a:r>
          </a:p>
          <a:p>
            <a:pPr algn="r">
              <a:lnSpc>
                <a:spcPts val="2240"/>
              </a:lnSpc>
            </a:pPr>
            <a:endParaRPr lang="en-US" sz="160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003007-BAC5-D77A-C7CB-E8D83ADBE721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B1BA44-5678-765F-9BE1-4AF27C678F2C}"/>
              </a:ext>
            </a:extLst>
          </p:cNvPr>
          <p:cNvSpPr txBox="1"/>
          <p:nvPr/>
        </p:nvSpPr>
        <p:spPr>
          <a:xfrm>
            <a:off x="620054" y="419100"/>
            <a:ext cx="18233859" cy="398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7200" spc="-302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Discovery Outcomes</a:t>
            </a:r>
          </a:p>
          <a:p>
            <a:pPr algn="l">
              <a:lnSpc>
                <a:spcPts val="9936"/>
              </a:lnSpc>
            </a:pPr>
            <a:r>
              <a:rPr lang="en-US" sz="7200" spc="-302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(3 Interviews)</a:t>
            </a:r>
          </a:p>
          <a:p>
            <a:pPr algn="l">
              <a:lnSpc>
                <a:spcPts val="12143"/>
              </a:lnSpc>
            </a:pPr>
            <a:endParaRPr lang="en-US" sz="7200" spc="-302" dirty="0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49B97CC1-8D2D-898C-EC47-8BEFF2A32B74}"/>
              </a:ext>
            </a:extLst>
          </p:cNvPr>
          <p:cNvGrpSpPr/>
          <p:nvPr/>
        </p:nvGrpSpPr>
        <p:grpSpPr>
          <a:xfrm>
            <a:off x="488090" y="3162300"/>
            <a:ext cx="8655910" cy="2438401"/>
            <a:chOff x="-14627" y="-47709"/>
            <a:chExt cx="1052705" cy="454109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5B5F88C0-0D00-F287-A2B1-8938DF251E26}"/>
                </a:ext>
              </a:extLst>
            </p:cNvPr>
            <p:cNvSpPr/>
            <p:nvPr/>
          </p:nvSpPr>
          <p:spPr>
            <a:xfrm>
              <a:off x="-14627" y="-47709"/>
              <a:ext cx="1052705" cy="406400"/>
            </a:xfrm>
            <a:custGeom>
              <a:avLst/>
              <a:gdLst/>
              <a:ahLst/>
              <a:cxnLst/>
              <a:rect l="l" t="t" r="r" b="b"/>
              <a:pathLst>
                <a:path w="993332" h="406400">
                  <a:moveTo>
                    <a:pt x="0" y="0"/>
                  </a:moveTo>
                  <a:lnTo>
                    <a:pt x="790132" y="0"/>
                  </a:lnTo>
                  <a:lnTo>
                    <a:pt x="993332" y="203200"/>
                  </a:lnTo>
                  <a:lnTo>
                    <a:pt x="7901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35374E35-90E7-A39F-4BE0-6A8C4ADDED8E}"/>
                </a:ext>
              </a:extLst>
            </p:cNvPr>
            <p:cNvSpPr txBox="1"/>
            <p:nvPr/>
          </p:nvSpPr>
          <p:spPr>
            <a:xfrm>
              <a:off x="177800" y="-19050"/>
              <a:ext cx="739332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2" name="TextBox 7">
            <a:extLst>
              <a:ext uri="{FF2B5EF4-FFF2-40B4-BE49-F238E27FC236}">
                <a16:creationId xmlns:a16="http://schemas.microsoft.com/office/drawing/2014/main" id="{D4DBAA97-E12F-1730-EB1B-89FAC31C7379}"/>
              </a:ext>
            </a:extLst>
          </p:cNvPr>
          <p:cNvSpPr txBox="1"/>
          <p:nvPr/>
        </p:nvSpPr>
        <p:spPr>
          <a:xfrm>
            <a:off x="-775644" y="4000500"/>
            <a:ext cx="11228702" cy="1011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League Spartan"/>
                <a:sym typeface="League Spartan"/>
              </a:rPr>
              <a:t>Faculty/Administrators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altLang="zh-CN" sz="3000" dirty="0">
              <a:latin typeface="League Spartan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36C2787-2893-ED87-6FC9-41708F1BF5B6}"/>
              </a:ext>
            </a:extLst>
          </p:cNvPr>
          <p:cNvSpPr txBox="1"/>
          <p:nvPr/>
        </p:nvSpPr>
        <p:spPr>
          <a:xfrm>
            <a:off x="698000" y="5676900"/>
            <a:ext cx="15685000" cy="6982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will hinder the original creativity of the students</a:t>
            </a: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Need of Easy Accessibility of Repertoire </a:t>
            </a: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Need for Better Tempo Control Quality in the music tool</a:t>
            </a: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Administrators need wide range of consensus within the institution</a:t>
            </a: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31570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08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741" y="1162050"/>
            <a:ext cx="17143349" cy="96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72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Competitors Comparison</a:t>
            </a:r>
            <a:endParaRPr lang="en-US" sz="7200" dirty="0">
              <a:solidFill>
                <a:srgbClr val="FF6E26"/>
              </a:solidFill>
              <a:latin typeface="League Spartan"/>
              <a:ea typeface="League Spartan"/>
              <a:cs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8383" y="2762109"/>
            <a:ext cx="12161341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Tomplay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($14.99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/month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): Static recordings, no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276" y="3912048"/>
            <a:ext cx="12999541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 b="1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Metronaut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($20-53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/month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): AI tempo only, no marketplace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2722" y="5147783"/>
            <a:ext cx="1557129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Accompanist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($8.99/month): Requires hardware</a:t>
            </a: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to work properly</a:t>
            </a:r>
            <a:endParaRPr lang="en-US" sz="30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87439" y="6554243"/>
            <a:ext cx="15943613" cy="2792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dirty="0" err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KaraOrchee</a:t>
            </a:r>
            <a:r>
              <a:rPr lang="en-US" sz="72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Real-time AI + Gesture + Marketplace at $12.99</a:t>
            </a:r>
          </a:p>
          <a:p>
            <a:pPr algn="l">
              <a:lnSpc>
                <a:spcPts val="7200"/>
              </a:lnSpc>
            </a:pPr>
            <a:endParaRPr lang="en-US" sz="7200" dirty="0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4542" y="1350003"/>
            <a:ext cx="17318916" cy="9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makes </a:t>
            </a:r>
            <a:r>
              <a:rPr lang="en-US" sz="7200" dirty="0" err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KaraOrchee</a:t>
            </a:r>
            <a:r>
              <a:rPr lang="en-US" sz="72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different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3741" y="3143686"/>
            <a:ext cx="17318916" cy="7936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73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Head pose detection </a:t>
            </a:r>
            <a:r>
              <a:rPr lang="en-US" sz="37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(hands-free control)</a:t>
            </a: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73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Real-time beat detection (adapts to your tempo)</a:t>
            </a: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73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Creator marketplace (70/30 revenue share)</a:t>
            </a: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73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Institutional licensing (B2B focus)</a:t>
            </a: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</a:t>
            </a:r>
            <a:r>
              <a:rPr lang="en-US" sz="373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73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Building music community around world </a:t>
            </a: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5226"/>
              </a:lnSpc>
              <a:spcBef>
                <a:spcPct val="0"/>
              </a:spcBef>
            </a:pPr>
            <a:endParaRPr lang="en-US" sz="3732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46074" y="316865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10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741" y="1008261"/>
            <a:ext cx="16359776" cy="209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Go-to-Market Strategy (5 P's)</a:t>
            </a:r>
          </a:p>
          <a:p>
            <a:pPr algn="l">
              <a:lnSpc>
                <a:spcPts val="8095"/>
              </a:lnSpc>
            </a:pP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3741" y="2811926"/>
            <a:ext cx="17346623" cy="701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3"/>
              </a:lnSpc>
            </a:pPr>
            <a:r>
              <a:rPr lang="en-US" sz="4350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Product: 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Real-time AI + gesture + marketplace</a:t>
            </a:r>
          </a:p>
          <a:p>
            <a:pPr algn="l">
              <a:lnSpc>
                <a:spcPts val="6113"/>
              </a:lnSpc>
            </a:pPr>
            <a:endParaRPr lang="en-US" sz="4366" b="1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6113"/>
              </a:lnSpc>
            </a:pPr>
            <a:r>
              <a:rPr lang="en-US" sz="4350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Price: 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$12.99-$24.99/</a:t>
            </a:r>
            <a:r>
              <a:rPr lang="en-US" sz="4350" b="1" err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(B2C), $399-$2,500/yr (B2B)</a:t>
            </a:r>
            <a:endParaRPr lang="en-US" sz="4350" b="1">
              <a:solidFill>
                <a:srgbClr val="121212"/>
              </a:solidFill>
              <a:latin typeface="League Spartan"/>
              <a:ea typeface="League Spartan"/>
              <a:cs typeface="League Spartan"/>
            </a:endParaRPr>
          </a:p>
          <a:p>
            <a:pPr algn="l">
              <a:lnSpc>
                <a:spcPts val="6113"/>
              </a:lnSpc>
            </a:pPr>
            <a:endParaRPr lang="en-US" sz="4366" b="1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6113"/>
              </a:lnSpc>
            </a:pPr>
            <a:r>
              <a:rPr lang="en-US" sz="4350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Place: 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Direct web, app stores, Peabody pilot</a:t>
            </a:r>
            <a:endParaRPr lang="en-US" sz="4350" b="1">
              <a:solidFill>
                <a:srgbClr val="121212"/>
              </a:solidFill>
              <a:latin typeface="League Spartan"/>
              <a:ea typeface="League Spartan"/>
              <a:cs typeface="League Spartan"/>
            </a:endParaRPr>
          </a:p>
          <a:p>
            <a:pPr algn="l">
              <a:lnSpc>
                <a:spcPts val="6113"/>
              </a:lnSpc>
            </a:pPr>
            <a:endParaRPr lang="en-US" sz="4366" b="1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6113"/>
              </a:lnSpc>
            </a:pPr>
            <a:r>
              <a:rPr lang="en-US" sz="4350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Promotion: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Pilot → Regional → National</a:t>
            </a:r>
            <a:endParaRPr lang="en-US" sz="4350" b="1">
              <a:solidFill>
                <a:srgbClr val="121212"/>
              </a:solidFill>
              <a:latin typeface="League Spartan"/>
              <a:ea typeface="League Spartan"/>
              <a:cs typeface="League Spartan"/>
            </a:endParaRPr>
          </a:p>
          <a:p>
            <a:pPr algn="l">
              <a:lnSpc>
                <a:spcPts val="6113"/>
              </a:lnSpc>
            </a:pPr>
            <a:endParaRPr lang="en-US" sz="4366" b="1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6113"/>
              </a:lnSpc>
            </a:pPr>
            <a:r>
              <a:rPr lang="en-US" sz="4350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 : </a:t>
            </a:r>
            <a:r>
              <a:rPr lang="en-US" sz="4350" b="1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Persona</a:t>
            </a:r>
            <a:endParaRPr lang="en-US" sz="4350" b="1">
              <a:solidFill>
                <a:srgbClr val="121212"/>
              </a:solidFill>
              <a:latin typeface="League Spartan"/>
              <a:ea typeface="League Spartan"/>
              <a:cs typeface="League Spart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41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11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14389" y="9711412"/>
            <a:ext cx="2325291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 err="1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  <a:endParaRPr lang="en-US" sz="1600" dirty="0">
              <a:solidFill>
                <a:srgbClr val="FAFAF7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3741" y="1008261"/>
            <a:ext cx="15047869" cy="311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Strategy</a:t>
            </a:r>
          </a:p>
          <a:p>
            <a:pPr algn="l">
              <a:lnSpc>
                <a:spcPts val="8095"/>
              </a:lnSpc>
            </a:pP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8095"/>
              </a:lnSpc>
            </a:pP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149870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855422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3741" y="5683514"/>
            <a:ext cx="5403878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MVP (real-time AI,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50+ library pieces)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49870" y="4449708"/>
            <a:ext cx="5403878" cy="151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Creator marketplace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beta launch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08156" y="5562663"/>
            <a:ext cx="471536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DAW integration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(Logic </a:t>
            </a:r>
            <a:r>
              <a:rPr lang="en-US" sz="300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Pro,Abelton</a:t>
            </a: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Live)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912359"/>
            <a:ext cx="572354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latin typeface="League Spartan"/>
                <a:ea typeface="League Spartan"/>
                <a:cs typeface="League Spartan"/>
                <a:sym typeface="League Spartan"/>
              </a:rPr>
              <a:t>Months 1-3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53874" y="2912359"/>
            <a:ext cx="572354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latin typeface="League Spartan"/>
                <a:ea typeface="League Spartan"/>
                <a:cs typeface="League Spartan"/>
                <a:sym typeface="League Spartan"/>
              </a:rPr>
              <a:t>Months 4-6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35801" y="2912359"/>
            <a:ext cx="572354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latin typeface="League Spartan"/>
                <a:ea typeface="League Spartan"/>
                <a:cs typeface="League Spartan"/>
                <a:sym typeface="League Spartan"/>
              </a:rPr>
              <a:t>Months 7-12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32296" y="6399593"/>
            <a:ext cx="4239026" cy="10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Library expansion to 300 + pieces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63897" y="4202058"/>
            <a:ext cx="540387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Head pose detection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55422" y="5202183"/>
            <a:ext cx="540387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VR Orchestra 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experiences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21155-5E13-D8BC-A9C6-DA65B982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0DA0FB-A235-C11E-0202-CCB0AB17FA9D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62FA8C-0558-F9D2-8914-22A79A9D9036}"/>
              </a:ext>
            </a:extLst>
          </p:cNvPr>
          <p:cNvSpPr/>
          <p:nvPr/>
        </p:nvSpPr>
        <p:spPr>
          <a:xfrm>
            <a:off x="782354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54E513F-FA45-E956-CE7A-5AFFC7B4FFDA}"/>
              </a:ext>
            </a:extLst>
          </p:cNvPr>
          <p:cNvSpPr/>
          <p:nvPr/>
        </p:nvSpPr>
        <p:spPr>
          <a:xfrm>
            <a:off x="6285656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F04AC19-11B9-C3B5-D940-5DC89D00D245}"/>
              </a:ext>
            </a:extLst>
          </p:cNvPr>
          <p:cNvSpPr/>
          <p:nvPr/>
        </p:nvSpPr>
        <p:spPr>
          <a:xfrm>
            <a:off x="11855422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E887A2-8214-55D9-343F-32FE0986777F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F14B57-1B06-912D-C4F8-F06FFEEF0605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#12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9204984-E210-414D-5E94-C62A4B023789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C1B09E-1D6E-520C-9991-CE75EEC87764}"/>
              </a:ext>
            </a:extLst>
          </p:cNvPr>
          <p:cNvSpPr txBox="1"/>
          <p:nvPr/>
        </p:nvSpPr>
        <p:spPr>
          <a:xfrm>
            <a:off x="663741" y="1008261"/>
            <a:ext cx="15047869" cy="212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5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Pricing Strategy</a:t>
            </a:r>
            <a:r>
              <a:rPr lang="en-US" sz="805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(B2C)</a:t>
            </a: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8095"/>
              </a:lnSpc>
            </a:pPr>
            <a:endParaRPr lang="en-US" sz="8095" dirty="0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03BF00-1410-CFE2-A34A-CE946C2A56CA}"/>
              </a:ext>
            </a:extLst>
          </p:cNvPr>
          <p:cNvSpPr txBox="1"/>
          <p:nvPr/>
        </p:nvSpPr>
        <p:spPr>
          <a:xfrm>
            <a:off x="782354" y="5140118"/>
            <a:ext cx="5403878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$12.99/</a:t>
            </a:r>
            <a:r>
              <a:rPr lang="en-US" sz="480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</a:t>
            </a: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93CB0C-636A-C9E6-592D-C3A55EE36BF0}"/>
              </a:ext>
            </a:extLst>
          </p:cNvPr>
          <p:cNvSpPr txBox="1"/>
          <p:nvPr/>
        </p:nvSpPr>
        <p:spPr>
          <a:xfrm>
            <a:off x="1710226" y="2912359"/>
            <a:ext cx="572354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latin typeface="League Spartan"/>
                <a:ea typeface="League Spartan"/>
                <a:cs typeface="League Spartan"/>
                <a:sym typeface="League Spartan"/>
              </a:rPr>
              <a:t>Learner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18849C9-C1AF-7CC8-3EE9-3C3ECE3603AD}"/>
              </a:ext>
            </a:extLst>
          </p:cNvPr>
          <p:cNvSpPr txBox="1"/>
          <p:nvPr/>
        </p:nvSpPr>
        <p:spPr>
          <a:xfrm>
            <a:off x="6689660" y="2912359"/>
            <a:ext cx="572354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latin typeface="League Spartan"/>
                <a:ea typeface="League Spartan"/>
                <a:cs typeface="League Spartan"/>
                <a:sym typeface="League Spartan"/>
              </a:rPr>
              <a:t>Professional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5FE14D1-5F57-8CD2-1B1C-62C151880014}"/>
              </a:ext>
            </a:extLst>
          </p:cNvPr>
          <p:cNvSpPr txBox="1"/>
          <p:nvPr/>
        </p:nvSpPr>
        <p:spPr>
          <a:xfrm>
            <a:off x="12849836" y="2912359"/>
            <a:ext cx="5723547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latin typeface="League Spartan"/>
                <a:ea typeface="League Spartan"/>
                <a:cs typeface="League Spartan"/>
                <a:sym typeface="League Spartan"/>
              </a:rPr>
              <a:t>Creator</a:t>
            </a:r>
          </a:p>
          <a:p>
            <a:pPr algn="l">
              <a:lnSpc>
                <a:spcPts val="6000"/>
              </a:lnSpc>
            </a:pPr>
            <a:endParaRPr lang="en-US" sz="60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DE75CD8-7233-2D94-048E-BC91523A681A}"/>
              </a:ext>
            </a:extLst>
          </p:cNvPr>
          <p:cNvSpPr txBox="1"/>
          <p:nvPr/>
        </p:nvSpPr>
        <p:spPr>
          <a:xfrm>
            <a:off x="881354" y="5838813"/>
            <a:ext cx="5403878" cy="50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60% of users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8F5D7A7-6D0E-3B5A-AB06-465CBA592E12}"/>
              </a:ext>
            </a:extLst>
          </p:cNvPr>
          <p:cNvSpPr txBox="1"/>
          <p:nvPr/>
        </p:nvSpPr>
        <p:spPr>
          <a:xfrm>
            <a:off x="6285656" y="5139168"/>
            <a:ext cx="5403878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$18.99/mo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F582F04-380A-297A-DE38-42E48277B8A9}"/>
              </a:ext>
            </a:extLst>
          </p:cNvPr>
          <p:cNvSpPr txBox="1"/>
          <p:nvPr/>
        </p:nvSpPr>
        <p:spPr>
          <a:xfrm>
            <a:off x="6285656" y="5810864"/>
            <a:ext cx="5403878" cy="10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</a:t>
            </a:r>
            <a:r>
              <a:rPr lang="en-US" sz="2899" b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% of users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chemeClr val="bg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9EDF4F7-C8D9-E567-C925-5AB95439CEFE}"/>
              </a:ext>
            </a:extLst>
          </p:cNvPr>
          <p:cNvSpPr txBox="1"/>
          <p:nvPr/>
        </p:nvSpPr>
        <p:spPr>
          <a:xfrm>
            <a:off x="11855422" y="5141341"/>
            <a:ext cx="5403878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$24.99/mo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A497E4F-7257-7CE5-CD07-83CD46160C9B}"/>
              </a:ext>
            </a:extLst>
          </p:cNvPr>
          <p:cNvSpPr txBox="1"/>
          <p:nvPr/>
        </p:nvSpPr>
        <p:spPr>
          <a:xfrm>
            <a:off x="11855422" y="5813036"/>
            <a:ext cx="5403878" cy="10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  <a:r>
              <a:rPr lang="en-US" sz="2899" b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% of users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chemeClr val="bg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8082D2C9-CF4D-F161-AF3A-9CA424B78257}"/>
              </a:ext>
            </a:extLst>
          </p:cNvPr>
          <p:cNvSpPr txBox="1"/>
          <p:nvPr/>
        </p:nvSpPr>
        <p:spPr>
          <a:xfrm>
            <a:off x="881353" y="6459813"/>
            <a:ext cx="5403878" cy="50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50" b="1">
                <a:solidFill>
                  <a:schemeClr val="accent6">
                    <a:lumMod val="20000"/>
                    <a:lumOff val="8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Hobbyists/Students</a:t>
            </a:r>
            <a:endParaRPr lang="en-US" sz="2899" b="1">
              <a:solidFill>
                <a:schemeClr val="accent6">
                  <a:lumMod val="20000"/>
                  <a:lumOff val="80000"/>
                </a:schemeClr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133AA212-F690-32D6-E23D-849612148703}"/>
              </a:ext>
            </a:extLst>
          </p:cNvPr>
          <p:cNvSpPr txBox="1"/>
          <p:nvPr/>
        </p:nvSpPr>
        <p:spPr>
          <a:xfrm>
            <a:off x="6281352" y="6459812"/>
            <a:ext cx="5403878" cy="50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50" b="1">
                <a:solidFill>
                  <a:schemeClr val="accent6">
                    <a:lumMod val="20000"/>
                    <a:lumOff val="8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Teachers/Students</a:t>
            </a:r>
            <a:endParaRPr lang="en-US" sz="2899" b="1">
              <a:solidFill>
                <a:schemeClr val="accent6">
                  <a:lumMod val="20000"/>
                  <a:lumOff val="80000"/>
                </a:schemeClr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A9525633-9290-04AB-9A00-69E5DBB11126}"/>
              </a:ext>
            </a:extLst>
          </p:cNvPr>
          <p:cNvSpPr txBox="1"/>
          <p:nvPr/>
        </p:nvSpPr>
        <p:spPr>
          <a:xfrm>
            <a:off x="11861351" y="6459812"/>
            <a:ext cx="5403878" cy="50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50" b="1">
                <a:solidFill>
                  <a:schemeClr val="accent6">
                    <a:lumMod val="20000"/>
                    <a:lumOff val="8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Creator</a:t>
            </a:r>
            <a:endParaRPr lang="en-US" sz="2899" b="1">
              <a:solidFill>
                <a:schemeClr val="accent6">
                  <a:lumMod val="20000"/>
                  <a:lumOff val="80000"/>
                </a:schemeClr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82031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D2C7A-54F9-34EC-E787-64D2C81F4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0B29D9-C2B4-56AC-7B6E-78D768AF789A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173BB8-0809-374B-9243-1A07018A579F}"/>
              </a:ext>
            </a:extLst>
          </p:cNvPr>
          <p:cNvSpPr/>
          <p:nvPr/>
        </p:nvSpPr>
        <p:spPr>
          <a:xfrm>
            <a:off x="919931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86C72DE-A0EE-F9F6-1D3F-8756B1083DDE}"/>
              </a:ext>
            </a:extLst>
          </p:cNvPr>
          <p:cNvSpPr/>
          <p:nvPr/>
        </p:nvSpPr>
        <p:spPr>
          <a:xfrm>
            <a:off x="6341802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0CDC190-AA52-391E-1D0D-78D2297510FD}"/>
              </a:ext>
            </a:extLst>
          </p:cNvPr>
          <p:cNvSpPr/>
          <p:nvPr/>
        </p:nvSpPr>
        <p:spPr>
          <a:xfrm>
            <a:off x="11847508" y="3264784"/>
            <a:ext cx="5403878" cy="5403878"/>
          </a:xfrm>
          <a:custGeom>
            <a:avLst/>
            <a:gdLst/>
            <a:ahLst/>
            <a:cxnLst/>
            <a:rect l="l" t="t" r="r" b="b"/>
            <a:pathLst>
              <a:path w="5403878" h="5403878">
                <a:moveTo>
                  <a:pt x="0" y="0"/>
                </a:moveTo>
                <a:lnTo>
                  <a:pt x="5403878" y="0"/>
                </a:lnTo>
                <a:lnTo>
                  <a:pt x="5403878" y="5403878"/>
                </a:lnTo>
                <a:lnTo>
                  <a:pt x="0" y="540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F4B8663-1505-43ED-DD43-09D62788FF18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EBB72D-A30F-8664-7538-457BF82E731D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#13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8DC5226-B248-CBBB-E9CA-A009F006E7E3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448200-7E8A-2C81-A734-56BBE8857925}"/>
              </a:ext>
            </a:extLst>
          </p:cNvPr>
          <p:cNvSpPr txBox="1"/>
          <p:nvPr/>
        </p:nvSpPr>
        <p:spPr>
          <a:xfrm>
            <a:off x="663741" y="1008261"/>
            <a:ext cx="15047869" cy="212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5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Pricing Strategy(B2B)</a:t>
            </a: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8095"/>
              </a:lnSpc>
            </a:pP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2E34F1-DF4D-F912-84B2-324D187FADD3}"/>
              </a:ext>
            </a:extLst>
          </p:cNvPr>
          <p:cNvSpPr txBox="1"/>
          <p:nvPr/>
        </p:nvSpPr>
        <p:spPr>
          <a:xfrm>
            <a:off x="928931" y="5341514"/>
            <a:ext cx="5403878" cy="10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$399/yr</a:t>
            </a: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2130FF2-7DCE-2E14-2210-20F992FDE110}"/>
              </a:ext>
            </a:extLst>
          </p:cNvPr>
          <p:cNvSpPr txBox="1"/>
          <p:nvPr/>
        </p:nvSpPr>
        <p:spPr>
          <a:xfrm>
            <a:off x="1497168" y="2912359"/>
            <a:ext cx="5723547" cy="74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>
                <a:latin typeface="League Spartan"/>
                <a:ea typeface="League Spartan"/>
                <a:cs typeface="League Spartan"/>
              </a:rPr>
              <a:t>Private Studio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90DF829-7A72-B99E-FE50-77EB3BF4AB6D}"/>
              </a:ext>
            </a:extLst>
          </p:cNvPr>
          <p:cNvSpPr txBox="1"/>
          <p:nvPr/>
        </p:nvSpPr>
        <p:spPr>
          <a:xfrm>
            <a:off x="11859836" y="2867359"/>
            <a:ext cx="6020547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600">
                <a:latin typeface="League Spartan"/>
                <a:ea typeface="League Spartan"/>
                <a:cs typeface="League Spartan"/>
                <a:sym typeface="League Spartan"/>
              </a:rPr>
              <a:t>Conservatory/University</a:t>
            </a:r>
            <a:endParaRPr lang="en-US" sz="3600">
              <a:latin typeface="League Spartan"/>
              <a:ea typeface="League Spartan"/>
              <a:cs typeface="League Spartan"/>
            </a:endParaRPr>
          </a:p>
          <a:p>
            <a:pPr algn="l">
              <a:lnSpc>
                <a:spcPts val="6000"/>
              </a:lnSpc>
            </a:pPr>
            <a:endParaRPr lang="en-US" sz="60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D3830C3-1757-2053-140D-9C076870F501}"/>
              </a:ext>
            </a:extLst>
          </p:cNvPr>
          <p:cNvSpPr txBox="1"/>
          <p:nvPr/>
        </p:nvSpPr>
        <p:spPr>
          <a:xfrm>
            <a:off x="6440802" y="5337168"/>
            <a:ext cx="5403878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$499-1k/yr</a:t>
            </a: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549DD40-3A52-50E1-5A6C-D85DB334725B}"/>
              </a:ext>
            </a:extLst>
          </p:cNvPr>
          <p:cNvSpPr txBox="1"/>
          <p:nvPr/>
        </p:nvSpPr>
        <p:spPr>
          <a:xfrm>
            <a:off x="12036508" y="5330341"/>
            <a:ext cx="5403878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$2500/yr</a:t>
            </a: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FFB4E579-5055-DDE1-07EB-0531C099B2A2}"/>
              </a:ext>
            </a:extLst>
          </p:cNvPr>
          <p:cNvSpPr txBox="1"/>
          <p:nvPr/>
        </p:nvSpPr>
        <p:spPr>
          <a:xfrm>
            <a:off x="7245841" y="2948358"/>
            <a:ext cx="5723547" cy="74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CN" sz="4400">
                <a:latin typeface="League Spartan"/>
                <a:ea typeface="宋体"/>
                <a:cs typeface="Times New Roman"/>
              </a:rPr>
              <a:t>K-12 School</a:t>
            </a:r>
            <a:endParaRPr lang="en-US" altLang="zh-CN" sz="4400">
              <a:latin typeface="League Spartan"/>
              <a:cs typeface="Times New Roman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138317BC-4E67-B376-2AA7-92DC7EF0712C}"/>
              </a:ext>
            </a:extLst>
          </p:cNvPr>
          <p:cNvSpPr txBox="1"/>
          <p:nvPr/>
        </p:nvSpPr>
        <p:spPr>
          <a:xfrm>
            <a:off x="928931" y="6187514"/>
            <a:ext cx="5403878" cy="10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50">
                <a:solidFill>
                  <a:schemeClr val="bg1"/>
                </a:solidFill>
                <a:latin typeface="League Spartan"/>
              </a:rPr>
              <a:t>All Learner Features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chemeClr val="bg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AAF4DF4-69DF-ED45-E4BC-016C634B3A70}"/>
              </a:ext>
            </a:extLst>
          </p:cNvPr>
          <p:cNvSpPr txBox="1"/>
          <p:nvPr/>
        </p:nvSpPr>
        <p:spPr>
          <a:xfrm>
            <a:off x="6337931" y="6187514"/>
            <a:ext cx="5403878" cy="155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600">
                <a:solidFill>
                  <a:schemeClr val="bg1"/>
                </a:solidFill>
                <a:latin typeface="League Spartan"/>
              </a:rPr>
              <a:t>All Learner &amp; </a:t>
            </a:r>
            <a:endParaRPr lang="en-US" sz="2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600">
                <a:solidFill>
                  <a:schemeClr val="bg1"/>
                </a:solidFill>
                <a:latin typeface="League Spartan"/>
              </a:rPr>
              <a:t>Professional Feature</a:t>
            </a:r>
            <a:endParaRPr lang="en-US" sz="2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chemeClr val="bg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958CF5CA-A68F-EF5B-8833-2C2CAE2A2935}"/>
              </a:ext>
            </a:extLst>
          </p:cNvPr>
          <p:cNvSpPr txBox="1"/>
          <p:nvPr/>
        </p:nvSpPr>
        <p:spPr>
          <a:xfrm>
            <a:off x="11836931" y="6187514"/>
            <a:ext cx="5403878" cy="208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600">
                <a:solidFill>
                  <a:schemeClr val="bg1"/>
                </a:solidFill>
                <a:latin typeface="League Spartan"/>
              </a:rPr>
              <a:t>All Learner &amp;</a:t>
            </a:r>
            <a:endParaRPr lang="en-US" sz="2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600">
                <a:solidFill>
                  <a:schemeClr val="bg1"/>
                </a:solidFill>
                <a:latin typeface="League Spartan"/>
              </a:rPr>
              <a:t>Professional &amp;</a:t>
            </a:r>
            <a:endParaRPr lang="en-US" sz="2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600">
                <a:solidFill>
                  <a:schemeClr val="bg1"/>
                </a:solidFill>
                <a:latin typeface="League Spartan"/>
              </a:rPr>
              <a:t>Creator Feature</a:t>
            </a:r>
            <a:endParaRPr lang="en-US" sz="2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chemeClr val="bg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350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578038" y="3594068"/>
            <a:ext cx="3098863" cy="309886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07354" y="266700"/>
            <a:ext cx="832326" cy="55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#14</a:t>
            </a:r>
          </a:p>
          <a:p>
            <a:pPr algn="r">
              <a:lnSpc>
                <a:spcPts val="2240"/>
              </a:lnSpc>
            </a:pPr>
            <a:endParaRPr lang="en-US" sz="160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741" y="1008261"/>
            <a:ext cx="15047869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Place Strategy(Distribution)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2648" y="3982509"/>
            <a:ext cx="5723547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B2C Distribution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75032" y="2875547"/>
            <a:ext cx="9612968" cy="651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Direct Website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App Stores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Social media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Peer Referral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Music Education Platforms </a:t>
            </a:r>
          </a:p>
          <a:p>
            <a:pPr algn="just">
              <a:lnSpc>
                <a:spcPts val="8556"/>
              </a:lnSpc>
            </a:pPr>
            <a:endParaRPr lang="en-US" sz="4575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578038" y="3594068"/>
            <a:ext cx="3098863" cy="309886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07354" y="266700"/>
            <a:ext cx="832326" cy="55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15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  <a:p>
            <a:pPr algn="r">
              <a:lnSpc>
                <a:spcPts val="2240"/>
              </a:lnSpc>
            </a:pP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741" y="1008261"/>
            <a:ext cx="15047869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Place Strategy(Distribution)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2648" y="3982509"/>
            <a:ext cx="5723547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B2B Distribution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41141" y="2952965"/>
            <a:ext cx="9612968" cy="541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Direct Sales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Professional Associations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Studio Alliances</a:t>
            </a:r>
          </a:p>
          <a:p>
            <a:pPr marL="987850" lvl="1" indent="-493925" algn="just">
              <a:lnSpc>
                <a:spcPts val="8556"/>
              </a:lnSpc>
              <a:buAutoNum type="arabicPeriod"/>
            </a:pPr>
            <a:r>
              <a:rPr lang="en-US" sz="4575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Case Studio </a:t>
            </a:r>
          </a:p>
          <a:p>
            <a:pPr algn="just">
              <a:lnSpc>
                <a:spcPts val="8556"/>
              </a:lnSpc>
            </a:pPr>
            <a:endParaRPr lang="en-US" sz="4575">
              <a:solidFill>
                <a:srgbClr val="12121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3155" y="2358865"/>
            <a:ext cx="6179888" cy="2646882"/>
            <a:chOff x="0" y="-19050"/>
            <a:chExt cx="993332" cy="425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93332" cy="406400"/>
            </a:xfrm>
            <a:custGeom>
              <a:avLst/>
              <a:gdLst/>
              <a:ahLst/>
              <a:cxnLst/>
              <a:rect l="l" t="t" r="r" b="b"/>
              <a:pathLst>
                <a:path w="993332" h="406400">
                  <a:moveTo>
                    <a:pt x="0" y="0"/>
                  </a:moveTo>
                  <a:lnTo>
                    <a:pt x="790132" y="0"/>
                  </a:lnTo>
                  <a:lnTo>
                    <a:pt x="993332" y="203200"/>
                  </a:lnTo>
                  <a:lnTo>
                    <a:pt x="7901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7800" y="-19050"/>
              <a:ext cx="739332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Promotion Strategy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9705" y="2358865"/>
            <a:ext cx="6297519" cy="2646882"/>
            <a:chOff x="0" y="-19050"/>
            <a:chExt cx="1012240" cy="4254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2240" cy="406400"/>
            </a:xfrm>
            <a:custGeom>
              <a:avLst/>
              <a:gdLst/>
              <a:ahLst/>
              <a:cxnLst/>
              <a:rect l="l" t="t" r="r" b="b"/>
              <a:pathLst>
                <a:path w="1012240" h="406400">
                  <a:moveTo>
                    <a:pt x="0" y="0"/>
                  </a:moveTo>
                  <a:lnTo>
                    <a:pt x="809040" y="0"/>
                  </a:lnTo>
                  <a:lnTo>
                    <a:pt x="1012240" y="203200"/>
                  </a:lnTo>
                  <a:lnTo>
                    <a:pt x="80904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00" y="-19050"/>
              <a:ext cx="75824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66912" y="2353755"/>
            <a:ext cx="6159653" cy="2651992"/>
            <a:chOff x="0" y="-19050"/>
            <a:chExt cx="949156" cy="4086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49156" cy="389602"/>
            </a:xfrm>
            <a:custGeom>
              <a:avLst/>
              <a:gdLst/>
              <a:ahLst/>
              <a:cxnLst/>
              <a:rect l="l" t="t" r="r" b="b"/>
              <a:pathLst>
                <a:path w="949156" h="389602">
                  <a:moveTo>
                    <a:pt x="0" y="0"/>
                  </a:moveTo>
                  <a:lnTo>
                    <a:pt x="745956" y="0"/>
                  </a:lnTo>
                  <a:lnTo>
                    <a:pt x="949156" y="194801"/>
                  </a:lnTo>
                  <a:lnTo>
                    <a:pt x="745956" y="389602"/>
                  </a:lnTo>
                  <a:lnTo>
                    <a:pt x="0" y="389602"/>
                  </a:lnTo>
                  <a:lnTo>
                    <a:pt x="203200" y="194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800" y="-19050"/>
              <a:ext cx="695156" cy="408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45580" y="2622694"/>
            <a:ext cx="2675037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AFA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Pilot Focus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9303" y="2622694"/>
            <a:ext cx="4044702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AFA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Local Expansion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22830" y="4320167"/>
            <a:ext cx="629751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(Months 7-12)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51674" y="3279919"/>
            <a:ext cx="4155132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AFA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National Scaling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92105" y="4320167"/>
            <a:ext cx="629751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(Months 4-6)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524" y="4320167"/>
            <a:ext cx="629751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(Months 1-3)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A09B7C-631D-6438-3E9D-C7577D562D26}"/>
              </a:ext>
            </a:extLst>
          </p:cNvPr>
          <p:cNvSpPr txBox="1"/>
          <p:nvPr/>
        </p:nvSpPr>
        <p:spPr>
          <a:xfrm>
            <a:off x="188984" y="5926970"/>
            <a:ext cx="6827023" cy="2145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On-campus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visibility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 </a:t>
            </a:r>
            <a:endParaRPr lang="zh-CN" altLang="en-US" sz="3200">
              <a:solidFill>
                <a:srgbClr val="121212"/>
              </a:solidFill>
              <a:latin typeface="League Spartan"/>
              <a:ea typeface="宋体"/>
            </a:endParaRPr>
          </a:p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Faculty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support</a:t>
            </a:r>
            <a:endParaRPr lang="zh-CN" altLang="en-US" sz="3200">
              <a:solidFill>
                <a:srgbClr val="121212"/>
              </a:solidFill>
              <a:latin typeface="League Spartan"/>
              <a:ea typeface="宋体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92E88D-5D9D-767E-E3AE-E89D8B59A11A}"/>
              </a:ext>
            </a:extLst>
          </p:cNvPr>
          <p:cNvSpPr txBox="1"/>
          <p:nvPr/>
        </p:nvSpPr>
        <p:spPr>
          <a:xfrm>
            <a:off x="5828503" y="5905404"/>
            <a:ext cx="6827023" cy="2145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Local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partnerships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 </a:t>
            </a:r>
            <a:endParaRPr lang="af-ZA" altLang="zh-CN" sz="3200">
              <a:solidFill>
                <a:srgbClr val="121212"/>
              </a:solidFill>
              <a:latin typeface="League Spartan"/>
              <a:ea typeface="宋体"/>
            </a:endParaRPr>
          </a:p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Targeted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ads</a:t>
            </a:r>
            <a:endParaRPr lang="af-ZA" sz="3200">
              <a:solidFill>
                <a:srgbClr val="121212"/>
              </a:solidFill>
              <a:latin typeface="League Spartan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326664C-48EE-C183-D3C9-BD5938F7E593}"/>
              </a:ext>
            </a:extLst>
          </p:cNvPr>
          <p:cNvSpPr txBox="1"/>
          <p:nvPr/>
        </p:nvSpPr>
        <p:spPr>
          <a:xfrm>
            <a:off x="11554286" y="5905404"/>
            <a:ext cx="6827023" cy="2145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Nationwide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marketing</a:t>
            </a:r>
            <a:endParaRPr lang="af-ZA" altLang="zh-CN" sz="3200">
              <a:solidFill>
                <a:srgbClr val="121212"/>
              </a:solidFill>
              <a:latin typeface="League Spartan"/>
              <a:ea typeface="宋体"/>
            </a:endParaRPr>
          </a:p>
          <a:p>
            <a:pPr marL="494030" lvl="1" algn="just">
              <a:lnSpc>
                <a:spcPts val="8556"/>
              </a:lnSpc>
            </a:pPr>
            <a:r>
              <a:rPr lang="en-US" sz="3300" b="1">
                <a:solidFill>
                  <a:srgbClr val="000000"/>
                </a:solidFill>
                <a:latin typeface="League Spartan"/>
              </a:rPr>
              <a:t>•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Industry</a:t>
            </a:r>
            <a:r>
              <a:rPr lang="af-ZA" sz="3200">
                <a:solidFill>
                  <a:srgbClr val="121212"/>
                </a:solidFill>
                <a:latin typeface="League Spartan"/>
              </a:rPr>
              <a:t> </a:t>
            </a:r>
            <a:r>
              <a:rPr lang="af-ZA" sz="3200" err="1">
                <a:solidFill>
                  <a:srgbClr val="121212"/>
                </a:solidFill>
                <a:latin typeface="League Spartan"/>
              </a:rPr>
              <a:t>collaborations</a:t>
            </a:r>
            <a:endParaRPr lang="af-ZA" altLang="zh-CN" sz="3200">
              <a:solidFill>
                <a:srgbClr val="121212"/>
              </a:solidFill>
              <a:latin typeface="League Spartan"/>
              <a:ea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17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741" y="1011867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Personas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865322"/>
            <a:ext cx="1053969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Student Musician (Alex Meyer)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6343" y="4215968"/>
            <a:ext cx="16054571" cy="491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24, Berlin, Germany</a:t>
            </a:r>
          </a:p>
          <a:p>
            <a:pPr algn="l">
              <a:lnSpc>
                <a:spcPts val="6451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Income: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$25K/year (university student + part-time barista)</a:t>
            </a:r>
          </a:p>
          <a:p>
            <a:pPr algn="l">
              <a:lnSpc>
                <a:spcPts val="6451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Pain: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Cannot afford live accompanists to practice Sibelius violin concerto</a:t>
            </a:r>
          </a:p>
          <a:p>
            <a:pPr algn="l">
              <a:lnSpc>
                <a:spcPts val="6451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$12.99/month affordable, recording feature for audition prep</a:t>
            </a:r>
          </a:p>
          <a:p>
            <a:pPr algn="l">
              <a:lnSpc>
                <a:spcPts val="6451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Acquisition: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Instagram content from peer users, music school referrals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18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7425" y="1352146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Personas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28600" y="3209631"/>
            <a:ext cx="11986975" cy="721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dirty="0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r>
              <a:rPr lang="en-US" sz="4199" b="1" dirty="0">
                <a:solidFill>
                  <a:srgbClr val="FE69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 Professional Teacher (Sophia Chen)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7425" y="4021082"/>
            <a:ext cx="19130867" cy="580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38, San Francisco, USA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Income: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$85K/year (freelance pianist + music educator)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Pain: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Spends 2 hours/week finding backing tracks for 20+ students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Creator marketplace generates $200-500/month passive income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Acquisition: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LinkedIn ads, music teacher Facebook groups, MTNA conferences</a:t>
            </a:r>
          </a:p>
          <a:p>
            <a:pPr algn="l">
              <a:lnSpc>
                <a:spcPts val="7668"/>
              </a:lnSpc>
            </a:pPr>
            <a:endParaRPr lang="en-US" sz="3291" b="1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#19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578" y="1181100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Personas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965469" y="3065069"/>
            <a:ext cx="14011267" cy="148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Harmony Academy (Institution)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endParaRPr lang="en-US" sz="4199">
              <a:solidFill>
                <a:srgbClr val="FE690C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2455" y="3951722"/>
            <a:ext cx="19130867" cy="580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Organization: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Private music school, 150+ students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Budget: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$3K/year technology budget (post-pandemic cuts)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Pain: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Post-pandemic ensemble shortage, live accompanist costs $5-8K/year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$1,500/year license reduces accompanist costs 70%</a:t>
            </a:r>
          </a:p>
          <a:p>
            <a:pPr algn="l">
              <a:lnSpc>
                <a:spcPts val="7668"/>
              </a:lnSpc>
            </a:pP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• </a:t>
            </a:r>
            <a:r>
              <a:rPr lang="en-US" sz="3291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Acquisition: </a:t>
            </a:r>
            <a:r>
              <a:rPr lang="en-US" sz="329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Direct outreach, Peabody case study, peer referrals</a:t>
            </a:r>
          </a:p>
          <a:p>
            <a:pPr algn="l">
              <a:lnSpc>
                <a:spcPts val="7668"/>
              </a:lnSpc>
            </a:pPr>
            <a:endParaRPr lang="en-US" sz="3291" b="1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5648A-8468-68B9-A5B0-08966E2E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271541-43CE-B876-AB3B-9D5CB8FF5CF9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C2CBFD9-2C0D-9FA9-BF46-FCEAD4479444}"/>
              </a:ext>
            </a:extLst>
          </p:cNvPr>
          <p:cNvSpPr/>
          <p:nvPr/>
        </p:nvSpPr>
        <p:spPr>
          <a:xfrm>
            <a:off x="-381000" y="3499457"/>
            <a:ext cx="10316946" cy="2580233"/>
          </a:xfrm>
          <a:custGeom>
            <a:avLst/>
            <a:gdLst/>
            <a:ahLst/>
            <a:cxnLst/>
            <a:rect l="l" t="t" r="r" b="b"/>
            <a:pathLst>
              <a:path w="5231192" h="2037308">
                <a:moveTo>
                  <a:pt x="0" y="0"/>
                </a:moveTo>
                <a:lnTo>
                  <a:pt x="5231192" y="0"/>
                </a:lnTo>
                <a:lnTo>
                  <a:pt x="5231192" y="2037308"/>
                </a:lnTo>
                <a:lnTo>
                  <a:pt x="0" y="203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301" b="-1652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1A045A-8D20-6878-5F12-4F0FFB4747FC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4058228-F054-21DA-7AEB-95F86B0EAF56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#20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AAE799-8FAB-BD3D-305E-19D6A8EDD233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4FBC73-ACD5-56F5-DB63-277761E19FB3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 Strategy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4C9DA1-B1BF-2D5A-83D5-151A8B124D6A}"/>
              </a:ext>
            </a:extLst>
          </p:cNvPr>
          <p:cNvSpPr txBox="1"/>
          <p:nvPr/>
        </p:nvSpPr>
        <p:spPr>
          <a:xfrm>
            <a:off x="445331" y="2714223"/>
            <a:ext cx="697814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Pilot 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C5E48A-B5E1-6D15-EDA3-B76C7C82E692}"/>
              </a:ext>
            </a:extLst>
          </p:cNvPr>
          <p:cNvSpPr txBox="1"/>
          <p:nvPr/>
        </p:nvSpPr>
        <p:spPr>
          <a:xfrm>
            <a:off x="207233" y="4810884"/>
            <a:ext cx="7454337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 1: Foundation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58B4C24-992A-4338-74FA-C0A329C6F371}"/>
              </a:ext>
            </a:extLst>
          </p:cNvPr>
          <p:cNvSpPr txBox="1"/>
          <p:nvPr/>
        </p:nvSpPr>
        <p:spPr>
          <a:xfrm>
            <a:off x="2971800" y="6698781"/>
            <a:ext cx="11304388" cy="3176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 Internal processes and finalize pilot logistics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Recruit early faculty champions at Peabody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Establish baseline success metrics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 content (posters, email and demo videos )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7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672744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3248C-2ECA-178B-3EC8-DDBF7DCB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18547E-8182-32FC-7615-B0F2EB92E06F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CCBC198-A5E0-5202-D569-ECA676FD007E}"/>
              </a:ext>
            </a:extLst>
          </p:cNvPr>
          <p:cNvSpPr/>
          <p:nvPr/>
        </p:nvSpPr>
        <p:spPr>
          <a:xfrm>
            <a:off x="-381000" y="3499457"/>
            <a:ext cx="10316946" cy="2580233"/>
          </a:xfrm>
          <a:custGeom>
            <a:avLst/>
            <a:gdLst/>
            <a:ahLst/>
            <a:cxnLst/>
            <a:rect l="l" t="t" r="r" b="b"/>
            <a:pathLst>
              <a:path w="5231192" h="2037308">
                <a:moveTo>
                  <a:pt x="0" y="0"/>
                </a:moveTo>
                <a:lnTo>
                  <a:pt x="5231192" y="0"/>
                </a:lnTo>
                <a:lnTo>
                  <a:pt x="5231192" y="2037308"/>
                </a:lnTo>
                <a:lnTo>
                  <a:pt x="0" y="203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301" b="-1652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06BF1B5-887A-C973-E7CC-FD7F3766BFF3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DCD2D1-5786-FA2A-B6FE-A1610093F6DE}"/>
              </a:ext>
            </a:extLst>
          </p:cNvPr>
          <p:cNvSpPr txBox="1"/>
          <p:nvPr/>
        </p:nvSpPr>
        <p:spPr>
          <a:xfrm>
            <a:off x="16607354" y="316865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6436D5-3A19-88C4-37A9-CB0170ACC361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0D7DC4-8C8C-0325-517A-39EEF5651833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 Strategy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A38067-5C9A-5099-9F81-F7FE0519C92C}"/>
              </a:ext>
            </a:extLst>
          </p:cNvPr>
          <p:cNvSpPr txBox="1"/>
          <p:nvPr/>
        </p:nvSpPr>
        <p:spPr>
          <a:xfrm>
            <a:off x="445331" y="2714223"/>
            <a:ext cx="697814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Pilot 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32E0C5-1B33-261E-2D65-4226438EACE6}"/>
              </a:ext>
            </a:extLst>
          </p:cNvPr>
          <p:cNvSpPr txBox="1"/>
          <p:nvPr/>
        </p:nvSpPr>
        <p:spPr>
          <a:xfrm>
            <a:off x="207233" y="4810884"/>
            <a:ext cx="8784367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 2: Launch &amp; Feedback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647CFF5-80D4-F7E5-0279-D87424EE6C83}"/>
              </a:ext>
            </a:extLst>
          </p:cNvPr>
          <p:cNvSpPr txBox="1"/>
          <p:nvPr/>
        </p:nvSpPr>
        <p:spPr>
          <a:xfrm>
            <a:off x="2971800" y="6453540"/>
            <a:ext cx="11304388" cy="2530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 launch with pilot cohort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Gather qualitative user feedback weekly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Iterate on UX based on student/faculty insights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Document case studies and testimonials</a:t>
            </a:r>
          </a:p>
        </p:txBody>
      </p:sp>
    </p:spTree>
    <p:extLst>
      <p:ext uri="{BB962C8B-B14F-4D97-AF65-F5344CB8AC3E}">
        <p14:creationId xmlns:p14="http://schemas.microsoft.com/office/powerpoint/2010/main" val="3179865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79124-7F0A-A5A3-1DBE-31528988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B9B8D8-2739-20DE-7B81-2388EA099159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262439-E000-1761-B443-6B00EAA6A6A0}"/>
              </a:ext>
            </a:extLst>
          </p:cNvPr>
          <p:cNvSpPr/>
          <p:nvPr/>
        </p:nvSpPr>
        <p:spPr>
          <a:xfrm>
            <a:off x="-381000" y="3499457"/>
            <a:ext cx="11304388" cy="2634643"/>
          </a:xfrm>
          <a:custGeom>
            <a:avLst/>
            <a:gdLst/>
            <a:ahLst/>
            <a:cxnLst/>
            <a:rect l="l" t="t" r="r" b="b"/>
            <a:pathLst>
              <a:path w="5231192" h="2037308">
                <a:moveTo>
                  <a:pt x="0" y="0"/>
                </a:moveTo>
                <a:lnTo>
                  <a:pt x="5231192" y="0"/>
                </a:lnTo>
                <a:lnTo>
                  <a:pt x="5231192" y="2037308"/>
                </a:lnTo>
                <a:lnTo>
                  <a:pt x="0" y="203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301" b="-1652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E2CE9F-A5FA-1794-15AF-E7C5DF5340AC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211F045-180C-BDE7-4E95-B96B4963298E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#22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367BA7-4370-FD0A-9378-AEA69C9BFC53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256F98-2679-3BD3-E0BD-9A538ED1BE3C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 Strategy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CCC428-DB2E-D502-F33A-A76501FBFFE1}"/>
              </a:ext>
            </a:extLst>
          </p:cNvPr>
          <p:cNvSpPr txBox="1"/>
          <p:nvPr/>
        </p:nvSpPr>
        <p:spPr>
          <a:xfrm>
            <a:off x="445331" y="2714223"/>
            <a:ext cx="697814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Pilot 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33EBBF2-8DEC-7078-8EF1-95E440AC9938}"/>
              </a:ext>
            </a:extLst>
          </p:cNvPr>
          <p:cNvSpPr txBox="1"/>
          <p:nvPr/>
        </p:nvSpPr>
        <p:spPr>
          <a:xfrm>
            <a:off x="695117" y="4879004"/>
            <a:ext cx="9317767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 3: Measurement &amp; Decision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0A969E7-D2DE-0062-99D2-AA47D693C003}"/>
              </a:ext>
            </a:extLst>
          </p:cNvPr>
          <p:cNvSpPr txBox="1"/>
          <p:nvPr/>
        </p:nvSpPr>
        <p:spPr>
          <a:xfrm>
            <a:off x="2971800" y="6467250"/>
            <a:ext cx="11304388" cy="2530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Analyze the adoption rates and engagement metrics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Collect pilot outcome data for external promotion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Decide go/no-go for regional expansion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Prepare case study for Phase 2 outreach</a:t>
            </a:r>
          </a:p>
        </p:txBody>
      </p:sp>
    </p:spTree>
    <p:extLst>
      <p:ext uri="{BB962C8B-B14F-4D97-AF65-F5344CB8AC3E}">
        <p14:creationId xmlns:p14="http://schemas.microsoft.com/office/powerpoint/2010/main" val="1700502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23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524" y="1181100"/>
            <a:ext cx="16359776" cy="209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Go/No-Go Decision Points:</a:t>
            </a:r>
          </a:p>
          <a:p>
            <a:pPr algn="l">
              <a:lnSpc>
                <a:spcPts val="8095"/>
              </a:lnSpc>
            </a:pPr>
            <a:endParaRPr lang="en-US" sz="8095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300CE9-D949-A573-065A-C3A8BC169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4" r="1727"/>
          <a:stretch>
            <a:fillRect/>
          </a:stretch>
        </p:blipFill>
        <p:spPr>
          <a:xfrm>
            <a:off x="2552455" y="3007639"/>
            <a:ext cx="13183089" cy="609826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9D10-D8A7-A12F-D296-7DBD88A0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B39898-C291-486E-E6A9-303F3E0C0CA3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B0B96DA-BF30-E3E5-6A4E-29873EC9A229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A0ED83-68C2-EA0B-1E76-7415E58988F1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24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2542CA3-8208-0E98-40E2-E2FA87A72B9E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6F8F1B-FB08-A9CD-26D0-BC774491A023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 Strategy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BC04469-F727-503A-56A2-EDF976DD2BB9}"/>
              </a:ext>
            </a:extLst>
          </p:cNvPr>
          <p:cNvSpPr txBox="1"/>
          <p:nvPr/>
        </p:nvSpPr>
        <p:spPr>
          <a:xfrm>
            <a:off x="-1676400" y="3135937"/>
            <a:ext cx="1311984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ctr">
              <a:lnSpc>
                <a:spcPts val="5599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Short- term Expansion</a:t>
            </a:r>
          </a:p>
        </p:txBody>
      </p:sp>
      <p:sp>
        <p:nvSpPr>
          <p:cNvPr id="44" name="Freeform 3">
            <a:extLst>
              <a:ext uri="{FF2B5EF4-FFF2-40B4-BE49-F238E27FC236}">
                <a16:creationId xmlns:a16="http://schemas.microsoft.com/office/drawing/2014/main" id="{96D6317B-F9C0-F06B-2B5E-450D382E8181}"/>
              </a:ext>
            </a:extLst>
          </p:cNvPr>
          <p:cNvSpPr/>
          <p:nvPr/>
        </p:nvSpPr>
        <p:spPr>
          <a:xfrm>
            <a:off x="3196616" y="3915622"/>
            <a:ext cx="9909784" cy="3971078"/>
          </a:xfrm>
          <a:custGeom>
            <a:avLst/>
            <a:gdLst/>
            <a:ahLst/>
            <a:cxnLst/>
            <a:rect l="l" t="t" r="r" b="b"/>
            <a:pathLst>
              <a:path w="5231192" h="2037308">
                <a:moveTo>
                  <a:pt x="0" y="0"/>
                </a:moveTo>
                <a:lnTo>
                  <a:pt x="5231192" y="0"/>
                </a:lnTo>
                <a:lnTo>
                  <a:pt x="5231192" y="2037308"/>
                </a:lnTo>
                <a:lnTo>
                  <a:pt x="0" y="2037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301" b="-1652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4EAC5A-928F-AB91-C64F-A6155ECBC7EC}"/>
              </a:ext>
            </a:extLst>
          </p:cNvPr>
          <p:cNvSpPr txBox="1"/>
          <p:nvPr/>
        </p:nvSpPr>
        <p:spPr>
          <a:xfrm>
            <a:off x="1506802" y="6064017"/>
            <a:ext cx="14013213" cy="68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1984528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5F00C-7A29-83E0-6B80-17DFEFCF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2255AF-D83E-DCBD-0596-6D68717A33BC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9FF285-6EC4-E33B-F2A6-4ECD843FA1F0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B72FE0F-E166-3291-3294-4115B2873223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25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34B62A-5207-9830-F18D-A1FC0F0147C9}"/>
              </a:ext>
            </a:extLst>
          </p:cNvPr>
          <p:cNvSpPr txBox="1"/>
          <p:nvPr/>
        </p:nvSpPr>
        <p:spPr>
          <a:xfrm>
            <a:off x="663741" y="1008261"/>
            <a:ext cx="16359776" cy="109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Orchestral Trackbacking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704569D4-CA5C-0EA9-5D3F-FD416FB942FE}"/>
              </a:ext>
            </a:extLst>
          </p:cNvPr>
          <p:cNvSpPr txBox="1"/>
          <p:nvPr/>
        </p:nvSpPr>
        <p:spPr>
          <a:xfrm>
            <a:off x="-548858" y="2858329"/>
            <a:ext cx="18684458" cy="61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ctr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Practice: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 static  tracks into dynamic ensemble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CE503D-1E6D-AFD9-17EE-3FA1740EB8E4}"/>
              </a:ext>
            </a:extLst>
          </p:cNvPr>
          <p:cNvSpPr txBox="1"/>
          <p:nvPr/>
        </p:nvSpPr>
        <p:spPr>
          <a:xfrm>
            <a:off x="-244058" y="4381500"/>
            <a:ext cx="18684458" cy="61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Multitrack Control: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Isolate, mute or adjust individual instrument sections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23922007-6873-722D-CBE7-3659E7AC41E2}"/>
              </a:ext>
            </a:extLst>
          </p:cNvPr>
          <p:cNvSpPr txBox="1"/>
          <p:nvPr/>
        </p:nvSpPr>
        <p:spPr>
          <a:xfrm>
            <a:off x="762000" y="5871164"/>
            <a:ext cx="18684458" cy="1252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High- Level Rehearsal: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Enables complex tasks previously requiring a live orchestra 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4FC26C47-9F9F-F463-DDA5-1C6AC813CBF1}"/>
              </a:ext>
            </a:extLst>
          </p:cNvPr>
          <p:cNvSpPr txBox="1"/>
          <p:nvPr/>
        </p:nvSpPr>
        <p:spPr>
          <a:xfrm>
            <a:off x="762000" y="7791288"/>
            <a:ext cx="18684458" cy="61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Jumps Retention: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Deepens engagement beyond simple tempo matching</a:t>
            </a:r>
          </a:p>
        </p:txBody>
      </p:sp>
    </p:spTree>
    <p:extLst>
      <p:ext uri="{BB962C8B-B14F-4D97-AF65-F5344CB8AC3E}">
        <p14:creationId xmlns:p14="http://schemas.microsoft.com/office/powerpoint/2010/main" val="3008117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C00C5-A8C3-CFF9-CD79-7DE035D7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80A5FE-F0DB-A47C-966F-1BF1835E6A51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6E8FD0-459A-EA64-CB10-3F13CF73B9A8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D55AB46-6F7C-B4E5-9C07-A41E7595D512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26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3426BE-911A-507D-8218-E47A569A7342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9233CE-3C91-4CBA-E7DF-5E171E2BF4D0}"/>
              </a:ext>
            </a:extLst>
          </p:cNvPr>
          <p:cNvSpPr txBox="1"/>
          <p:nvPr/>
        </p:nvSpPr>
        <p:spPr>
          <a:xfrm>
            <a:off x="633261" y="733919"/>
            <a:ext cx="16359776" cy="109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Annotation Music Sharing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325DF5D0-AED8-E31C-56CD-0E24B24561AF}"/>
              </a:ext>
            </a:extLst>
          </p:cNvPr>
          <p:cNvSpPr txBox="1"/>
          <p:nvPr/>
        </p:nvSpPr>
        <p:spPr>
          <a:xfrm>
            <a:off x="305343" y="2286379"/>
            <a:ext cx="18684458" cy="15359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Facilitates Feedback Loop: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Enables teachers to provide the marked up scores 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directly to the students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Critical for B2B Adoption: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Integrates platform into faculty workflow for 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assignments and assessment]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Drive Consensus: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Addresses the need for faculty buy-in mentioned in customer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discovery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Strengthens  IP: 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Teacher- created annotations and arrangements stay within 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platform ecosystem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>
              <a:lnSpc>
                <a:spcPts val="5039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944971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977CD-8213-1C0B-089F-32817B72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EF535C-012E-1491-DF1A-26F05733E585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FC7923B-B8EC-52BB-DDDD-36923C0D77EF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795182-F649-B86C-4BFC-F08068032FF1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27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295695-56C5-302F-60ED-74E8354D8D6C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EEC752-18A1-5296-639B-26774611EEE3}"/>
              </a:ext>
            </a:extLst>
          </p:cNvPr>
          <p:cNvSpPr txBox="1"/>
          <p:nvPr/>
        </p:nvSpPr>
        <p:spPr>
          <a:xfrm>
            <a:off x="260433" y="800100"/>
            <a:ext cx="18081459" cy="1090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Automatic Music Sheet Scrolling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8F33206-BEDE-F51C-D7EC-E8C4AC928B92}"/>
              </a:ext>
            </a:extLst>
          </p:cNvPr>
          <p:cNvSpPr txBox="1"/>
          <p:nvPr/>
        </p:nvSpPr>
        <p:spPr>
          <a:xfrm>
            <a:off x="247378" y="2247900"/>
            <a:ext cx="17373600" cy="8947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Hands–Free Experience: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Removes the physical task of turning pages during practice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Integrated with AI: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Scrolls music in real –time based on the musician’s adapted tempo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Enhances Focus &amp; Immersion: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Essential for continuous, uninterrupted high-level rehearsal.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Supports Core Value: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Reinforces the platform’s </a:t>
            </a:r>
            <a:r>
              <a:rPr lang="en-US" sz="3400" b="1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ablitity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to seamlessly follow the musician</a:t>
            </a: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indent="-457200">
              <a:lnSpc>
                <a:spcPts val="50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4098278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26838-09AB-4B71-4BF2-8C65139A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29965B-186A-F31C-723F-6F312424D09F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940768-3DE1-989D-793F-43E1D8C24C05}"/>
              </a:ext>
            </a:extLst>
          </p:cNvPr>
          <p:cNvSpPr txBox="1"/>
          <p:nvPr/>
        </p:nvSpPr>
        <p:spPr>
          <a:xfrm>
            <a:off x="2660399" y="7957781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EE6F95-2EB8-7E87-7DDE-1AF8AAC13169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28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C810B0-4CBA-CD55-1AA1-07B2A65630B7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857C831-9425-1703-806E-22E8F02781A6}"/>
              </a:ext>
            </a:extLst>
          </p:cNvPr>
          <p:cNvSpPr txBox="1"/>
          <p:nvPr/>
        </p:nvSpPr>
        <p:spPr>
          <a:xfrm>
            <a:off x="663741" y="1008261"/>
            <a:ext cx="16359776" cy="212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sz="8800" b="1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Long-term Expansion</a:t>
            </a:r>
          </a:p>
          <a:p>
            <a:pPr algn="l">
              <a:lnSpc>
                <a:spcPts val="8095"/>
              </a:lnSpc>
            </a:pPr>
            <a:endParaRPr lang="en-US" sz="8095" dirty="0">
              <a:solidFill>
                <a:srgbClr val="FF6E2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6A36A42-AF8C-E783-3C3C-ED177A1F0E49}"/>
              </a:ext>
            </a:extLst>
          </p:cNvPr>
          <p:cNvGrpSpPr/>
          <p:nvPr/>
        </p:nvGrpSpPr>
        <p:grpSpPr>
          <a:xfrm>
            <a:off x="1295400" y="3238500"/>
            <a:ext cx="1364366" cy="1364366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36E9A6E-C59C-8D80-A499-F5094CDF82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4346E3C-4B5D-BEDF-6338-55E4AAF10A27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2F95377-B1CC-8E23-85F1-0CB4E635A27C}"/>
              </a:ext>
            </a:extLst>
          </p:cNvPr>
          <p:cNvGrpSpPr/>
          <p:nvPr/>
        </p:nvGrpSpPr>
        <p:grpSpPr>
          <a:xfrm>
            <a:off x="1295400" y="7354904"/>
            <a:ext cx="1364366" cy="136436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4A6B460-13AA-8459-0015-6E6B7D9C83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C617267-AD89-7127-2F26-55D30682B495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7253A22-5BA3-A142-8B35-4DD56DC0192C}"/>
              </a:ext>
            </a:extLst>
          </p:cNvPr>
          <p:cNvGrpSpPr/>
          <p:nvPr/>
        </p:nvGrpSpPr>
        <p:grpSpPr>
          <a:xfrm>
            <a:off x="1295400" y="5316031"/>
            <a:ext cx="1364366" cy="1364366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469A141-5E71-40D6-D1CB-ECCA9C1EC6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559EC8C-C157-D9AD-86A0-991744E987C2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FD49D48-6C68-DD4D-50D6-BC5ED6D506C7}"/>
              </a:ext>
            </a:extLst>
          </p:cNvPr>
          <p:cNvSpPr txBox="1"/>
          <p:nvPr/>
        </p:nvSpPr>
        <p:spPr>
          <a:xfrm>
            <a:off x="2803555" y="3513933"/>
            <a:ext cx="7813548" cy="61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Music Community Development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B77CF60-8CAA-B634-326E-E43519ABAD54}"/>
              </a:ext>
            </a:extLst>
          </p:cNvPr>
          <p:cNvSpPr txBox="1"/>
          <p:nvPr/>
        </p:nvSpPr>
        <p:spPr>
          <a:xfrm>
            <a:off x="2385755" y="5682238"/>
            <a:ext cx="4571219" cy="1251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Monetization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35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523608B-683F-7AF0-8DD4-278F724EA7BD}"/>
              </a:ext>
            </a:extLst>
          </p:cNvPr>
          <p:cNvSpPr txBox="1"/>
          <p:nvPr/>
        </p:nvSpPr>
        <p:spPr>
          <a:xfrm>
            <a:off x="2803555" y="7764768"/>
            <a:ext cx="2971019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Expansion</a:t>
            </a:r>
          </a:p>
        </p:txBody>
      </p:sp>
    </p:spTree>
    <p:extLst>
      <p:ext uri="{BB962C8B-B14F-4D97-AF65-F5344CB8AC3E}">
        <p14:creationId xmlns:p14="http://schemas.microsoft.com/office/powerpoint/2010/main" val="3328791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671518" y="4537252"/>
            <a:ext cx="1364366" cy="13643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29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Risks &amp; Mitigations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0644" y="2933700"/>
            <a:ext cx="8221100" cy="837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32" lvl="1" indent="-388616">
              <a:lnSpc>
                <a:spcPct val="150000"/>
              </a:lnSpc>
              <a:buFontTx/>
              <a:buAutoNum type="arabicPeriod"/>
            </a:pPr>
            <a:r>
              <a:rPr lang="en-US" sz="3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egin discussions with American Society of Composers, Authors and Publishers (ASCAP) and Broadcast Music (BMI) Inc,.</a:t>
            </a:r>
          </a:p>
          <a:p>
            <a:pPr marL="777232" lvl="1" indent="-388616">
              <a:lnSpc>
                <a:spcPct val="150000"/>
              </a:lnSpc>
              <a:buFontTx/>
              <a:buAutoNum type="arabicPeriod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388616" lvl="1">
              <a:lnSpc>
                <a:spcPct val="150000"/>
              </a:lnSpc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Start with royalty-free</a:t>
            </a:r>
          </a:p>
          <a:p>
            <a:pPr marL="388616" lvl="1">
              <a:lnSpc>
                <a:spcPct val="150000"/>
              </a:lnSpc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388616" lvl="1">
              <a:lnSpc>
                <a:spcPct val="150000"/>
              </a:lnSpc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Hire consultant</a:t>
            </a:r>
          </a:p>
          <a:p>
            <a:pPr marL="388616" lvl="1">
              <a:lnSpc>
                <a:spcPct val="150000"/>
              </a:lnSpc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388616" lvl="1">
              <a:lnSpc>
                <a:spcPct val="150000"/>
              </a:lnSpc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253784" y="4873187"/>
            <a:ext cx="792530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Music</a:t>
            </a:r>
            <a:r>
              <a:rPr lang="en-US" sz="3999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licensing challenges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6277A-D1CB-DDEA-18B7-534A975C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AD532B-FEF4-4AED-83FE-7ED09995CA57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E809E2A-1DEA-3E1D-E511-4120AF9784CD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A1188D-FE10-D79E-903F-CA0F30C7B36F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30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EA5CFA-8C1D-90CD-94E5-6FAC86624D75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9D2CF2-EFFF-DAC3-E935-5937C8E0B0B5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Risks &amp; Mitigations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02FF7C1-DD47-BA8E-75A1-E2332D60DDFD}"/>
              </a:ext>
            </a:extLst>
          </p:cNvPr>
          <p:cNvSpPr txBox="1"/>
          <p:nvPr/>
        </p:nvSpPr>
        <p:spPr>
          <a:xfrm>
            <a:off x="0" y="4949564"/>
            <a:ext cx="83677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42595" lvl="1" algn="ctr">
              <a:lnSpc>
                <a:spcPts val="5739"/>
              </a:lnSpc>
            </a:pPr>
            <a:r>
              <a:rPr lang="en-US" sz="4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</a:t>
            </a:r>
            <a:r>
              <a:rPr lang="en-US" sz="4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ow institutional adoption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C561567-6843-4E66-C8B8-276E19C917E4}"/>
              </a:ext>
            </a:extLst>
          </p:cNvPr>
          <p:cNvSpPr txBox="1"/>
          <p:nvPr/>
        </p:nvSpPr>
        <p:spPr>
          <a:xfrm>
            <a:off x="10299394" y="2573297"/>
            <a:ext cx="6871097" cy="688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605" lvl="1" indent="-387985" algn="l">
              <a:lnSpc>
                <a:spcPts val="6839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Over-invest pilot support </a:t>
            </a:r>
            <a:endParaRPr lang="zh-CN" altLang="en-US"/>
          </a:p>
          <a:p>
            <a:pPr marL="776605" lvl="1" indent="-387985">
              <a:lnSpc>
                <a:spcPts val="6839"/>
              </a:lnSpc>
              <a:buAutoNum type="arabicPeriod"/>
            </a:pP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776605" lvl="1" indent="-387985" algn="l">
              <a:lnSpc>
                <a:spcPts val="6839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Weekly feedback</a:t>
            </a: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>
              <a:lnSpc>
                <a:spcPts val="6839"/>
              </a:lnSpc>
              <a:buAutoNum type="arabicPeriod"/>
            </a:pP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776605" lvl="1" indent="-387985" algn="l">
              <a:lnSpc>
                <a:spcPts val="6839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Realistic targets</a:t>
            </a: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>
              <a:lnSpc>
                <a:spcPts val="6839"/>
              </a:lnSpc>
              <a:buAutoNum type="arabicPeriod"/>
            </a:pP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776605" lvl="1" indent="-387985" algn="l">
              <a:lnSpc>
                <a:spcPts val="6839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Clear success metrics</a:t>
            </a:r>
            <a:endParaRPr lang="en-US" sz="320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algn="l">
              <a:lnSpc>
                <a:spcPts val="6839"/>
              </a:lnSpc>
            </a:pPr>
            <a:endParaRPr lang="en-US" sz="32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21" name="Group 3">
            <a:extLst>
              <a:ext uri="{FF2B5EF4-FFF2-40B4-BE49-F238E27FC236}">
                <a16:creationId xmlns:a16="http://schemas.microsoft.com/office/drawing/2014/main" id="{5A9B8233-80ED-230C-E2CD-44F272F5027D}"/>
              </a:ext>
            </a:extLst>
          </p:cNvPr>
          <p:cNvGrpSpPr/>
          <p:nvPr/>
        </p:nvGrpSpPr>
        <p:grpSpPr>
          <a:xfrm>
            <a:off x="8618980" y="4539893"/>
            <a:ext cx="1364366" cy="1364366"/>
            <a:chOff x="0" y="0"/>
            <a:chExt cx="812800" cy="812800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C3F6DAAC-BC93-0DC9-3F64-B60EACFA0D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714AB936-CD20-13F6-FDF4-3632CC000081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1184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22080-D7AB-10D9-C3EA-7941A1A7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8BF7E3-5195-AC3D-F8F5-1A9CF1B87E18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A4BE5C-2DC7-3E44-9051-9D7AE9242BD8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167CA14-B01A-09B4-C873-C06637B5B828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31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8E1D180-A8B3-C5C1-7356-99D32847B437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534902-D243-1D0A-DA2F-E437EF21E991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Risks &amp; Mitigations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34A8408-B883-47AC-AC8F-F159AF87F906}"/>
              </a:ext>
            </a:extLst>
          </p:cNvPr>
          <p:cNvSpPr txBox="1"/>
          <p:nvPr/>
        </p:nvSpPr>
        <p:spPr>
          <a:xfrm>
            <a:off x="9761557" y="3984837"/>
            <a:ext cx="8353836" cy="601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6605" lvl="1" indent="-387985" algn="just">
              <a:lnSpc>
                <a:spcPct val="150000"/>
              </a:lnSpc>
              <a:buFontTx/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sym typeface="League Spartan"/>
              </a:rPr>
              <a:t>Low-latency cloud infrastructure</a:t>
            </a:r>
          </a:p>
          <a:p>
            <a:pPr marL="776605" lvl="1" indent="-387985" algn="just">
              <a:lnSpc>
                <a:spcPct val="150000"/>
              </a:lnSpc>
              <a:buFontTx/>
              <a:buAutoNum type="arabicPeriod"/>
            </a:pPr>
            <a:endParaRPr lang="zh-CN" altLang="en-US" sz="3400" dirty="0"/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 Extensive beta testing</a:t>
            </a: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 Offline mode option</a:t>
            </a: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387985" lvl="1">
              <a:lnSpc>
                <a:spcPct val="150000"/>
              </a:lnSpc>
            </a:pPr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endParaRPr lang="en-US" sz="3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51A071-CA2A-A984-7074-6EA82498A1CC}"/>
              </a:ext>
            </a:extLst>
          </p:cNvPr>
          <p:cNvSpPr txBox="1"/>
          <p:nvPr/>
        </p:nvSpPr>
        <p:spPr>
          <a:xfrm>
            <a:off x="0" y="5143500"/>
            <a:ext cx="7925302" cy="7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165" lvl="1" algn="ctr">
              <a:lnSpc>
                <a:spcPts val="5599"/>
              </a:lnSpc>
            </a:pPr>
            <a:r>
              <a:rPr lang="en-US" sz="4400" b="1" dirty="0">
                <a:solidFill>
                  <a:srgbClr val="000000"/>
                </a:solidFill>
                <a:latin typeface="League Spartan"/>
                <a:cs typeface="Times New Roman"/>
                <a:sym typeface="League Spartan"/>
              </a:rPr>
              <a:t>Technology latency issues</a:t>
            </a:r>
            <a:endParaRPr lang="zh-CN" sz="4400" dirty="0">
              <a:ea typeface="宋体"/>
              <a:cs typeface="Calibri"/>
            </a:endParaRP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998A9921-3123-DDEF-57EA-514B00C00F11}"/>
              </a:ext>
            </a:extLst>
          </p:cNvPr>
          <p:cNvGrpSpPr/>
          <p:nvPr/>
        </p:nvGrpSpPr>
        <p:grpSpPr>
          <a:xfrm>
            <a:off x="8281145" y="4769734"/>
            <a:ext cx="1364366" cy="1364366"/>
            <a:chOff x="0" y="0"/>
            <a:chExt cx="812800" cy="812800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BE481A-D49A-5C93-2718-9714A09541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19D42914-0C17-371C-4110-87905A61CCD8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04092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54C3B-DEC4-4253-FA25-5F92B9FD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641D29-DE67-171F-2B13-4EF2384A8B2E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D6E14A-B750-5EF4-02C2-72A873564F79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28E4D1-642E-F920-DDBD-77D9CD32AFCC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32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954678-FD41-6E23-AE30-5D415F6B7211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EC10BF-83AB-B892-1E62-BAC6E4F1AA88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Risks &amp; Mitigations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93C67B3-1F68-14B1-92A5-F825B636E494}"/>
              </a:ext>
            </a:extLst>
          </p:cNvPr>
          <p:cNvSpPr txBox="1"/>
          <p:nvPr/>
        </p:nvSpPr>
        <p:spPr>
          <a:xfrm>
            <a:off x="-685800" y="4837258"/>
            <a:ext cx="83677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9795" lvl="1" algn="ctr">
              <a:lnSpc>
                <a:spcPts val="5739"/>
              </a:lnSpc>
            </a:pPr>
            <a:r>
              <a:rPr lang="en-US" sz="4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Limited content library</a:t>
            </a:r>
            <a:endParaRPr lang="en-US" sz="4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884555" lvl="1" indent="-441960" algn="ctr">
              <a:lnSpc>
                <a:spcPts val="5739"/>
              </a:lnSpc>
              <a:buFont typeface="Arial"/>
              <a:buChar char="•"/>
            </a:pPr>
            <a:endParaRPr lang="en-US" sz="4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AC857DA-C591-F5F0-CE6F-56F1980803EB}"/>
              </a:ext>
            </a:extLst>
          </p:cNvPr>
          <p:cNvSpPr txBox="1"/>
          <p:nvPr/>
        </p:nvSpPr>
        <p:spPr>
          <a:xfrm>
            <a:off x="9270443" y="3152283"/>
            <a:ext cx="7988857" cy="706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sym typeface="League Spartan"/>
              </a:rPr>
              <a:t> Launch with 50 best-sellers; Enable teacher</a:t>
            </a: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endParaRPr lang="zh-CN" altLang="en-US" sz="3400" b="1" dirty="0">
              <a:solidFill>
                <a:srgbClr val="000000"/>
              </a:solidFill>
              <a:latin typeface="League Spartan"/>
            </a:endParaRP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</a:rPr>
              <a:t> Uploads from users</a:t>
            </a: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endParaRPr lang="en-US" sz="3400" b="1" dirty="0">
              <a:solidFill>
                <a:srgbClr val="000000"/>
              </a:solidFill>
              <a:latin typeface="League Spartan"/>
            </a:endParaRP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</a:rPr>
              <a:t> Publisher partnerships</a:t>
            </a: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endParaRPr lang="en-US" sz="3400" b="1" dirty="0">
              <a:solidFill>
                <a:srgbClr val="000000"/>
              </a:solidFill>
              <a:latin typeface="League Spartan"/>
            </a:endParaRPr>
          </a:p>
          <a:p>
            <a:pPr marL="776605" lvl="1" indent="-387985">
              <a:lnSpc>
                <a:spcPct val="150000"/>
              </a:lnSpc>
              <a:buFontTx/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</a:rPr>
              <a:t> Monthly growth of 100 pieces</a:t>
            </a:r>
          </a:p>
          <a:p>
            <a:pPr>
              <a:lnSpc>
                <a:spcPts val="6839"/>
              </a:lnSpc>
            </a:pPr>
            <a:endParaRPr lang="en-US" sz="3400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DFE20FE2-EDF0-2804-C5F6-B069953DC8BD}"/>
              </a:ext>
            </a:extLst>
          </p:cNvPr>
          <p:cNvGrpSpPr/>
          <p:nvPr/>
        </p:nvGrpSpPr>
        <p:grpSpPr>
          <a:xfrm>
            <a:off x="7722637" y="4417809"/>
            <a:ext cx="1364366" cy="1364366"/>
            <a:chOff x="0" y="0"/>
            <a:chExt cx="812800" cy="812800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7641167A-3889-4A89-D136-4E7810B8F6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6B75DAF-6832-4DAD-7958-09BF7F30D28E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60845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1DCA6-C3EF-AB25-DA17-68A42594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C09B2F-D10F-AF19-C326-A7F0B34DF161}"/>
              </a:ext>
            </a:extLst>
          </p:cNvPr>
          <p:cNvSpPr/>
          <p:nvPr/>
        </p:nvSpPr>
        <p:spPr>
          <a:xfrm>
            <a:off x="17259300" y="9356157"/>
            <a:ext cx="723357" cy="609889"/>
          </a:xfrm>
          <a:custGeom>
            <a:avLst/>
            <a:gdLst/>
            <a:ahLst/>
            <a:cxnLst/>
            <a:rect l="l" t="t" r="r" b="b"/>
            <a:pathLst>
              <a:path w="723357" h="609889">
                <a:moveTo>
                  <a:pt x="0" y="0"/>
                </a:moveTo>
                <a:lnTo>
                  <a:pt x="723357" y="0"/>
                </a:lnTo>
                <a:lnTo>
                  <a:pt x="723357" y="609889"/>
                </a:lnTo>
                <a:lnTo>
                  <a:pt x="0" y="60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1F421A-A082-588A-E898-D44E1E66A8D7}"/>
              </a:ext>
            </a:extLst>
          </p:cNvPr>
          <p:cNvSpPr txBox="1"/>
          <p:nvPr/>
        </p:nvSpPr>
        <p:spPr>
          <a:xfrm>
            <a:off x="9301163" y="9711412"/>
            <a:ext cx="201096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FDE7BD-A966-4A58-20F3-902C53313E66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33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69C9963-699A-70EA-1066-161C3542DE27}"/>
              </a:ext>
            </a:extLst>
          </p:cNvPr>
          <p:cNvSpPr txBox="1"/>
          <p:nvPr/>
        </p:nvSpPr>
        <p:spPr>
          <a:xfrm>
            <a:off x="15114389" y="9711412"/>
            <a:ext cx="2325291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EEE14B9-54FD-D3BD-7FA1-1F09F3E93005}"/>
              </a:ext>
            </a:extLst>
          </p:cNvPr>
          <p:cNvSpPr txBox="1"/>
          <p:nvPr/>
        </p:nvSpPr>
        <p:spPr>
          <a:xfrm>
            <a:off x="663741" y="1008261"/>
            <a:ext cx="16359776" cy="10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095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Risks &amp; Mitigations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4605FDB8-069D-E42E-D6E3-1349DD363E02}"/>
              </a:ext>
            </a:extLst>
          </p:cNvPr>
          <p:cNvSpPr txBox="1"/>
          <p:nvPr/>
        </p:nvSpPr>
        <p:spPr>
          <a:xfrm>
            <a:off x="-1066800" y="4990444"/>
            <a:ext cx="8367710" cy="2085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9795" lvl="1" algn="ctr"/>
            <a:r>
              <a:rPr lang="en-US" sz="4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Competitive threat</a:t>
            </a:r>
            <a:endParaRPr lang="en-US" sz="4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1471295" lvl="1" indent="-571500" algn="ctr">
              <a:buFont typeface="Arial"/>
              <a:buChar char="•"/>
            </a:pPr>
            <a:endParaRPr lang="en-US" sz="4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1471295" lvl="1" indent="-571500" algn="ctr">
              <a:lnSpc>
                <a:spcPts val="5739"/>
              </a:lnSpc>
              <a:buFont typeface="Arial"/>
              <a:buChar char="•"/>
            </a:pPr>
            <a:endParaRPr lang="en-US" sz="4400" b="1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22E23142-6A9C-B9DC-0DE1-12076F211DD5}"/>
              </a:ext>
            </a:extLst>
          </p:cNvPr>
          <p:cNvSpPr txBox="1"/>
          <p:nvPr/>
        </p:nvSpPr>
        <p:spPr>
          <a:xfrm>
            <a:off x="8307911" y="2889849"/>
            <a:ext cx="9663963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6605" lvl="1" indent="-387985" algn="just">
              <a:lnSpc>
                <a:spcPct val="150000"/>
              </a:lnSpc>
              <a:buFontTx/>
              <a:buAutoNum type="arabicPeriod"/>
            </a:pPr>
            <a:r>
              <a:rPr lang="en-US" sz="3400" b="1" spc="-150" dirty="0">
                <a:solidFill>
                  <a:srgbClr val="000000"/>
                </a:solidFill>
                <a:latin typeface="League Spartan"/>
                <a:sym typeface="League Spartan"/>
              </a:rPr>
              <a:t> Fast </a:t>
            </a:r>
            <a:r>
              <a:rPr lang="en-US" sz="3400" b="1" spc="-150" dirty="0">
                <a:solidFill>
                  <a:srgbClr val="000000"/>
                </a:solidFill>
                <a:latin typeface="League Spartan"/>
              </a:rPr>
              <a:t>market entry</a:t>
            </a:r>
            <a:r>
              <a:rPr lang="en-US" sz="3400" b="1" spc="-150" dirty="0">
                <a:solidFill>
                  <a:srgbClr val="000000"/>
                </a:solidFill>
                <a:latin typeface="League Spartan"/>
                <a:sym typeface="League Spartan"/>
              </a:rPr>
              <a:t>; strong institutional</a:t>
            </a:r>
            <a:endParaRPr lang="zh-CN" altLang="en-US" sz="3400" b="1" spc="-150" dirty="0">
              <a:solidFill>
                <a:srgbClr val="000000"/>
              </a:solidFill>
              <a:latin typeface="League Spartan"/>
              <a:ea typeface="宋体" panose="02010600030101010101" pitchFamily="2" charset="-122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endParaRPr lang="en-US" sz="3400" b="1" spc="-15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 Relationships</a:t>
            </a: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endParaRPr lang="en-US" sz="3400" b="1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 Creator network effects</a:t>
            </a:r>
            <a:endParaRPr lang="en-US" sz="3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endParaRPr lang="en-US" sz="3400" b="1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  <a:p>
            <a:pPr marL="776605" lvl="1" indent="-387985" algn="just">
              <a:lnSpc>
                <a:spcPct val="150000"/>
              </a:lnSpc>
              <a:buAutoNum type="arabicPeriod"/>
            </a:pPr>
            <a:r>
              <a:rPr lang="en-US" sz="3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 IP protection</a:t>
            </a:r>
            <a:endParaRPr lang="en-US" sz="3400" dirty="0">
              <a:ea typeface="Calibri"/>
              <a:cs typeface="Calibri"/>
            </a:endParaRPr>
          </a:p>
          <a:p>
            <a:pPr>
              <a:lnSpc>
                <a:spcPts val="6839"/>
              </a:lnSpc>
            </a:pPr>
            <a:endParaRPr lang="en-US" sz="3400" dirty="0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44DEB824-1D91-6BD0-ED15-039F73DCEAD8}"/>
              </a:ext>
            </a:extLst>
          </p:cNvPr>
          <p:cNvGrpSpPr/>
          <p:nvPr/>
        </p:nvGrpSpPr>
        <p:grpSpPr>
          <a:xfrm>
            <a:off x="6760160" y="4531673"/>
            <a:ext cx="1364366" cy="1364366"/>
            <a:chOff x="0" y="0"/>
            <a:chExt cx="812800" cy="812800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C93D553A-2426-BF4A-984D-536B9D7F02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690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1310207D-52F5-C69F-A660-192DAB1DFC3A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7384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8D88921-1FFD-4CF6-D0D0-1F8677D5C921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#32</a:t>
            </a:r>
          </a:p>
        </p:txBody>
      </p:sp>
      <p:pic>
        <p:nvPicPr>
          <p:cNvPr id="5" name="Picture 4" descr="A person playing a piano&#10;&#10;AI-generated content may be incorrect.">
            <a:extLst>
              <a:ext uri="{FF2B5EF4-FFF2-40B4-BE49-F238E27FC236}">
                <a16:creationId xmlns:a16="http://schemas.microsoft.com/office/drawing/2014/main" id="{4E13F704-3BA3-38C9-4FEB-C6081E04EB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3" b="2667"/>
          <a:stretch>
            <a:fillRect/>
          </a:stretch>
        </p:blipFill>
        <p:spPr>
          <a:xfrm>
            <a:off x="8996997" y="0"/>
            <a:ext cx="9306243" cy="10287000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F702CC59-2121-E59F-0DBD-4019A663AF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2849" y="539853"/>
            <a:ext cx="8331491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750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Bright Future</a:t>
            </a:r>
          </a:p>
        </p:txBody>
      </p:sp>
      <p:pic>
        <p:nvPicPr>
          <p:cNvPr id="8" name="Graphic 7" descr="Plugged Unplugged with solid fill">
            <a:extLst>
              <a:ext uri="{FF2B5EF4-FFF2-40B4-BE49-F238E27FC236}">
                <a16:creationId xmlns:a16="http://schemas.microsoft.com/office/drawing/2014/main" id="{EA7FB17D-089B-6315-FE51-4FE8BAD8B6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49" y="3400043"/>
            <a:ext cx="914400" cy="914400"/>
          </a:xfrm>
          <a:prstGeom prst="rect">
            <a:avLst/>
          </a:prstGeom>
        </p:spPr>
      </p:pic>
      <p:pic>
        <p:nvPicPr>
          <p:cNvPr id="12" name="Graphic 11" descr="End with solid fill">
            <a:extLst>
              <a:ext uri="{FF2B5EF4-FFF2-40B4-BE49-F238E27FC236}">
                <a16:creationId xmlns:a16="http://schemas.microsoft.com/office/drawing/2014/main" id="{04290E0A-75E2-DE08-BE78-B145F52AAA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849" y="8832747"/>
            <a:ext cx="914400" cy="914400"/>
          </a:xfrm>
          <a:prstGeom prst="rect">
            <a:avLst/>
          </a:prstGeom>
        </p:spPr>
      </p:pic>
      <p:pic>
        <p:nvPicPr>
          <p:cNvPr id="14" name="Graphic 13" descr="Music notation with solid fill">
            <a:extLst>
              <a:ext uri="{FF2B5EF4-FFF2-40B4-BE49-F238E27FC236}">
                <a16:creationId xmlns:a16="http://schemas.microsoft.com/office/drawing/2014/main" id="{87E83DD5-298C-A5E4-46D2-25DE546C4A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849" y="4758219"/>
            <a:ext cx="914400" cy="914400"/>
          </a:xfrm>
          <a:prstGeom prst="rect">
            <a:avLst/>
          </a:prstGeom>
        </p:spPr>
      </p:pic>
      <p:pic>
        <p:nvPicPr>
          <p:cNvPr id="18" name="Graphic 17" descr="Hero Female with solid fill">
            <a:extLst>
              <a:ext uri="{FF2B5EF4-FFF2-40B4-BE49-F238E27FC236}">
                <a16:creationId xmlns:a16="http://schemas.microsoft.com/office/drawing/2014/main" id="{0EB72BE2-686F-E749-AF0B-10CB39BF5D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2849" y="2041867"/>
            <a:ext cx="914400" cy="914400"/>
          </a:xfrm>
          <a:prstGeom prst="rect">
            <a:avLst/>
          </a:prstGeom>
        </p:spPr>
      </p:pic>
      <p:pic>
        <p:nvPicPr>
          <p:cNvPr id="22" name="Graphic 21" descr="Arrow circle with solid fill">
            <a:extLst>
              <a:ext uri="{FF2B5EF4-FFF2-40B4-BE49-F238E27FC236}">
                <a16:creationId xmlns:a16="http://schemas.microsoft.com/office/drawing/2014/main" id="{64C56BAC-D8C9-BE38-3D45-E5B9D480C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2849" y="7474571"/>
            <a:ext cx="914400" cy="914400"/>
          </a:xfrm>
          <a:prstGeom prst="rect">
            <a:avLst/>
          </a:prstGeom>
        </p:spPr>
      </p:pic>
      <p:pic>
        <p:nvPicPr>
          <p:cNvPr id="24" name="Graphic 23" descr="Badge Copyright with solid fill">
            <a:extLst>
              <a:ext uri="{FF2B5EF4-FFF2-40B4-BE49-F238E27FC236}">
                <a16:creationId xmlns:a16="http://schemas.microsoft.com/office/drawing/2014/main" id="{0BDD1293-1B61-BD99-DC85-DFC6FAC0F3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2849" y="6116395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37CDF0-A0D9-4414-A3A2-EF11638B1C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57400" y="2206679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A Passionate &amp; Resilient Leader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B611F6-E8D5-20BC-DB8F-C9F44B2A8E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57400" y="3564855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Founded on Connection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A056EA-23FF-C050-799F-66E17F4D39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57400" y="492303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Built with Quality &amp; Care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EE09BE-0630-F52F-C144-D016AD1F5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59577" y="6281207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Creators earn 70% of copyright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2EB00-E233-658C-C0FB-422F97E210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61754" y="7639383"/>
            <a:ext cx="6320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An ecosystem of talented creators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813607-178B-DB9B-5243-198EBC73FD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63931" y="8997559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Leaping into a successful future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88D138B-63A2-F029-5B72-610C078B1830}"/>
              </a:ext>
            </a:extLst>
          </p:cNvPr>
          <p:cNvSpPr txBox="1"/>
          <p:nvPr/>
        </p:nvSpPr>
        <p:spPr>
          <a:xfrm>
            <a:off x="16759754" y="4191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#34</a:t>
            </a:r>
          </a:p>
        </p:txBody>
      </p:sp>
    </p:spTree>
    <p:extLst>
      <p:ext uri="{BB962C8B-B14F-4D97-AF65-F5344CB8AC3E}">
        <p14:creationId xmlns:p14="http://schemas.microsoft.com/office/powerpoint/2010/main" val="3140859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9C39B-EE78-236A-2AF7-AEBFD6078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8D0C1472-C4CB-E2AA-BB6A-1037B11639E3}"/>
              </a:ext>
            </a:extLst>
          </p:cNvPr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121212"/>
                </a:solidFill>
                <a:latin typeface="Garet"/>
                <a:ea typeface="Garet"/>
                <a:cs typeface="Garet"/>
                <a:sym typeface="Garet"/>
              </a:rPr>
              <a:t>35</a:t>
            </a:r>
            <a:endParaRPr lang="en-US" sz="1600" dirty="0">
              <a:solidFill>
                <a:srgbClr val="12121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F93225-EFAB-5F07-4AE0-10700F7F0C53}"/>
              </a:ext>
            </a:extLst>
          </p:cNvPr>
          <p:cNvSpPr txBox="1"/>
          <p:nvPr/>
        </p:nvSpPr>
        <p:spPr>
          <a:xfrm>
            <a:off x="632849" y="539853"/>
            <a:ext cx="15064351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7500" dirty="0">
                <a:solidFill>
                  <a:srgbClr val="FF6E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FFDE6F3-4805-2902-069C-1548B9CDE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289497"/>
              </p:ext>
            </p:extLst>
          </p:nvPr>
        </p:nvGraphicFramePr>
        <p:xfrm>
          <a:off x="632849" y="1996875"/>
          <a:ext cx="16806831" cy="737933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602277">
                  <a:extLst>
                    <a:ext uri="{9D8B030D-6E8A-4147-A177-3AD203B41FA5}">
                      <a16:colId xmlns:a16="http://schemas.microsoft.com/office/drawing/2014/main" val="2849165684"/>
                    </a:ext>
                  </a:extLst>
                </a:gridCol>
                <a:gridCol w="5602277">
                  <a:extLst>
                    <a:ext uri="{9D8B030D-6E8A-4147-A177-3AD203B41FA5}">
                      <a16:colId xmlns:a16="http://schemas.microsoft.com/office/drawing/2014/main" val="3335924473"/>
                    </a:ext>
                  </a:extLst>
                </a:gridCol>
                <a:gridCol w="5602277">
                  <a:extLst>
                    <a:ext uri="{9D8B030D-6E8A-4147-A177-3AD203B41FA5}">
                      <a16:colId xmlns:a16="http://schemas.microsoft.com/office/drawing/2014/main" val="3716836961"/>
                    </a:ext>
                  </a:extLst>
                </a:gridCol>
              </a:tblGrid>
              <a:tr h="383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effectLst/>
                        </a:rPr>
                        <a:t>Topic</a:t>
                      </a:r>
                      <a:endParaRPr lang="en-US" u="sng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effectLst/>
                        </a:rPr>
                        <a:t>Source (URL)</a:t>
                      </a:r>
                      <a:endParaRPr lang="en-US" u="sng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effectLst/>
                        </a:rPr>
                        <a:t>Data Point Referenced in Presentation</a:t>
                      </a:r>
                      <a:endParaRPr lang="en-US" u="sng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889007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Online Music Education Market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https://</a:t>
                      </a:r>
                      <a:r>
                        <a:rPr lang="en-US" dirty="0" err="1">
                          <a:effectLst/>
                        </a:rPr>
                        <a:t>dataintelo.com</a:t>
                      </a:r>
                      <a:r>
                        <a:rPr lang="en-US" dirty="0">
                          <a:effectLst/>
                        </a:rPr>
                        <a:t>/report/global-online-music-education market. (Data </a:t>
                      </a:r>
                      <a:r>
                        <a:rPr lang="en-US" dirty="0" err="1">
                          <a:effectLst/>
                        </a:rPr>
                        <a:t>Intelo</a:t>
                      </a:r>
                      <a:r>
                        <a:rPr lang="en-US" dirty="0">
                          <a:effectLst/>
                        </a:rPr>
                        <a:t>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Global market projected to grow from </a:t>
                      </a:r>
                      <a:r>
                        <a:rPr lang="en-US" b="1">
                          <a:effectLst/>
                        </a:rPr>
                        <a:t>$1.75B (2023) to $4.25B (2032)</a:t>
                      </a:r>
                      <a:r>
                        <a:rPr lang="en-US">
                          <a:effectLst/>
                        </a:rPr>
                        <a:t>. (CAGR 10.5%)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502771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Music Software Market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https://marketresearchfuture.com/(Market Research Future)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Music Production Software Market projected to grow from </a:t>
                      </a:r>
                      <a:r>
                        <a:rPr lang="en-US" b="1">
                          <a:effectLst/>
                        </a:rPr>
                        <a:t>$6.5B (2023) to $12.8B (2032)</a:t>
                      </a:r>
                      <a:r>
                        <a:rPr lang="en-US">
                          <a:effectLst/>
                        </a:rPr>
                        <a:t>. (CAGR 7.5%)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724427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Traditional Music Market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https://www.grandviewresearch.com(Grand View Research)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Global Classical Music Market projected to grow from </a:t>
                      </a:r>
                      <a:r>
                        <a:rPr lang="en-US" b="1">
                          <a:effectLst/>
                        </a:rPr>
                        <a:t>$11.86B (2021) to $30.49B (2028)</a:t>
                      </a:r>
                      <a:r>
                        <a:rPr lang="en-US">
                          <a:effectLst/>
                        </a:rPr>
                        <a:t>. (CAGR 14.4%)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36446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Market Segments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Internal Primary Research (</a:t>
                      </a:r>
                      <a:r>
                        <a:rPr lang="en-US" dirty="0" err="1">
                          <a:effectLst/>
                        </a:rPr>
                        <a:t>KaraOrchee</a:t>
                      </a:r>
                      <a:r>
                        <a:rPr lang="en-US" dirty="0">
                          <a:effectLst/>
                        </a:rPr>
                        <a:t> Draft Report)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Market Size:</a:t>
                      </a:r>
                      <a:r>
                        <a:rPr lang="en-US">
                          <a:effectLst/>
                        </a:rPr>
                        <a:t> K-12, Individual Learners, and Universities are all valued in the </a:t>
                      </a:r>
                      <a:r>
                        <a:rPr lang="en-US" b="1">
                          <a:effectLst/>
                        </a:rPr>
                        <a:t>$500M–$1B</a:t>
                      </a:r>
                      <a:r>
                        <a:rPr lang="en-US">
                          <a:effectLst/>
                        </a:rPr>
                        <a:t> range. (Slide 3)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379283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Cost &amp; Problem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Internal Primary Research (KaraOrchee Draft Report)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Live Orchestral Accompaniment costs </a:t>
                      </a:r>
                      <a:r>
                        <a:rPr lang="en-US" b="1">
                          <a:effectLst/>
                        </a:rPr>
                        <a:t>$600–$1,200 per hour</a:t>
                      </a:r>
                      <a:r>
                        <a:rPr lang="en-US">
                          <a:effectLst/>
                        </a:rPr>
                        <a:t> for 30 musicians. (Slide 2)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843087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Customer Barriers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Internal Primary Research (</a:t>
                      </a:r>
                      <a:r>
                        <a:rPr lang="en-US" dirty="0" err="1">
                          <a:effectLst/>
                        </a:rPr>
                        <a:t>KaraOrchee</a:t>
                      </a:r>
                      <a:r>
                        <a:rPr lang="en-US" dirty="0">
                          <a:effectLst/>
                        </a:rPr>
                        <a:t> Draft Report)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80%</a:t>
                      </a:r>
                      <a:r>
                        <a:rPr lang="en-US">
                          <a:effectLst/>
                        </a:rPr>
                        <a:t> of interviewed musicians cited strong experience regarding </a:t>
                      </a:r>
                      <a:r>
                        <a:rPr lang="en-US" b="1">
                          <a:effectLst/>
                        </a:rPr>
                        <a:t>scheduling barriers</a:t>
                      </a:r>
                      <a:r>
                        <a:rPr lang="en-US">
                          <a:effectLst/>
                        </a:rPr>
                        <a:t>. (Slide 2)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923168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Pricing Validation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Internal Primary Research (KaraOrchee Draft Report)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Willingness to Pay (WTP): 85%</a:t>
                      </a:r>
                      <a:r>
                        <a:rPr lang="en-US">
                          <a:effectLst/>
                        </a:rPr>
                        <a:t> of respondents are willing to pay </a:t>
                      </a:r>
                      <a:r>
                        <a:rPr lang="en-US" b="1">
                          <a:effectLst/>
                        </a:rPr>
                        <a:t>$12.99/month</a:t>
                      </a:r>
                      <a:r>
                        <a:rPr lang="en-US">
                          <a:effectLst/>
                        </a:rPr>
                        <a:t>. (Slide 5)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980925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Core Product Requirement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Internal Primary Research (KaraOrchee Draft Report)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Responsiveness: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en-US" b="1">
                          <a:effectLst/>
                        </a:rPr>
                        <a:t>100%</a:t>
                      </a:r>
                      <a:r>
                        <a:rPr lang="en-US">
                          <a:effectLst/>
                        </a:rPr>
                        <a:t> of respondents demand real-time responsiveness and flawlessness. (Slide 5)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029544"/>
                  </a:ext>
                </a:extLst>
              </a:tr>
              <a:tr h="95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Licensing Risk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Internal Primary Research (KaraOrchee Draft Report)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All risk mitigation plans, including contact with </a:t>
                      </a:r>
                      <a:r>
                        <a:rPr lang="en-US" b="1">
                          <a:effectLst/>
                        </a:rPr>
                        <a:t>ASCAP/BMI</a:t>
                      </a:r>
                      <a:r>
                        <a:rPr lang="en-US">
                          <a:effectLst/>
                        </a:rPr>
                        <a:t> and </a:t>
                      </a:r>
                      <a:r>
                        <a:rPr lang="en-US" b="1">
                          <a:effectLst/>
                        </a:rPr>
                        <a:t>low-latency cloud</a:t>
                      </a:r>
                      <a:r>
                        <a:rPr lang="en-US">
                          <a:effectLst/>
                        </a:rPr>
                        <a:t> investment. (Slides 23-24)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828379"/>
                  </a:ext>
                </a:extLst>
              </a:tr>
              <a:tr h="670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Content Strategy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Internal Primary Research (KaraOrchee Draft Report)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Creator Marketplace</a:t>
                      </a:r>
                      <a:r>
                        <a:rPr lang="en-US" dirty="0">
                          <a:effectLst/>
                        </a:rPr>
                        <a:t> and </a:t>
                      </a:r>
                      <a:r>
                        <a:rPr lang="en-US" b="1" dirty="0">
                          <a:effectLst/>
                        </a:rPr>
                        <a:t>70/30 revenue share</a:t>
                      </a:r>
                      <a:r>
                        <a:rPr lang="en-US" dirty="0">
                          <a:effectLst/>
                        </a:rPr>
                        <a:t> for scalable content growth. (Slide 24)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844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289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07354" y="266700"/>
            <a:ext cx="832326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1600">
                <a:solidFill>
                  <a:srgbClr val="FAFAF7"/>
                </a:solidFill>
                <a:latin typeface="Garet"/>
                <a:ea typeface="Garet"/>
                <a:cs typeface="Garet"/>
                <a:sym typeface="Garet"/>
              </a:rPr>
              <a:t>36</a:t>
            </a:r>
            <a:endParaRPr lang="en-US" sz="1600" dirty="0">
              <a:solidFill>
                <a:srgbClr val="FAFAF7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1747916" y="2547263"/>
            <a:ext cx="5192473" cy="51924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1170" y="4246880"/>
            <a:ext cx="8509992" cy="178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</a:pPr>
            <a:r>
              <a:rPr lang="en-US" sz="10400">
                <a:solidFill>
                  <a:srgbClr val="12121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sueTree xmlns="8885571b-a70c-454d-8c6e-ecf2e23a82d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B749ED7BE5B64A87F8B943B775F3B1" ma:contentTypeVersion="4" ma:contentTypeDescription="Create a new document." ma:contentTypeScope="" ma:versionID="bf1bfe21d4ab2fe7f85f173c1b5be378">
  <xsd:schema xmlns:xsd="http://www.w3.org/2001/XMLSchema" xmlns:xs="http://www.w3.org/2001/XMLSchema" xmlns:p="http://schemas.microsoft.com/office/2006/metadata/properties" xmlns:ns2="8885571b-a70c-454d-8c6e-ecf2e23a82d7" targetNamespace="http://schemas.microsoft.com/office/2006/metadata/properties" ma:root="true" ma:fieldsID="3a7d02ae0cd21627ce14cf7084311b9b" ns2:_="">
    <xsd:import namespace="8885571b-a70c-454d-8c6e-ecf2e23a82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IssueTre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5571b-a70c-454d-8c6e-ecf2e23a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ssueTree" ma:index="11" nillable="true" ma:displayName="Issue Tree" ma:format="Dropdown" ma:internalName="IssueTre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9D60C7-AF8D-4221-88D9-00D209BB32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C42F63-B21B-4D84-ABEB-90DD909810C6}">
  <ds:schemaRefs>
    <ds:schemaRef ds:uri="http://schemas.openxmlformats.org/package/2006/metadata/core-properties"/>
    <ds:schemaRef ds:uri="http://schemas.microsoft.com/office/2006/documentManagement/types"/>
    <ds:schemaRef ds:uri="8885571b-a70c-454d-8c6e-ecf2e23a82d7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08F2EBF-62EA-4D2D-9FB2-5074A098FF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85571b-a70c-454d-8c6e-ecf2e23a82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3263</Words>
  <Application>Microsoft Macintosh PowerPoint</Application>
  <PresentationFormat>Custom</PresentationFormat>
  <Paragraphs>490</Paragraphs>
  <Slides>36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Times New Roman</vt:lpstr>
      <vt:lpstr>宋体</vt:lpstr>
      <vt:lpstr>Garet</vt:lpstr>
      <vt:lpstr>League Spartan</vt:lpstr>
      <vt:lpstr>Google Sans Text</vt:lpstr>
      <vt:lpstr>Arial</vt:lpstr>
      <vt:lpstr>Garet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KaraOrchee</dc:title>
  <cp:lastModifiedBy>Devothama Gundugurki Narasimhamurthy</cp:lastModifiedBy>
  <cp:revision>1</cp:revision>
  <dcterms:created xsi:type="dcterms:W3CDTF">2006-08-16T00:00:00Z</dcterms:created>
  <dcterms:modified xsi:type="dcterms:W3CDTF">2025-12-05T04:48:14Z</dcterms:modified>
  <dc:identifier>DAG5L9-jqFU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0x0101002BB749ED7BE5B64A87F8B943B775F3B1</vt:lpwstr>
  </property>
</Properties>
</file>